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0"/>
  </p:notesMasterIdLst>
  <p:handoutMasterIdLst>
    <p:handoutMasterId r:id="rId31"/>
  </p:handoutMasterIdLst>
  <p:sldIdLst>
    <p:sldId id="762" r:id="rId2"/>
    <p:sldId id="763" r:id="rId3"/>
    <p:sldId id="1038" r:id="rId4"/>
    <p:sldId id="1039" r:id="rId5"/>
    <p:sldId id="1040" r:id="rId6"/>
    <p:sldId id="764" r:id="rId7"/>
    <p:sldId id="765" r:id="rId8"/>
    <p:sldId id="767" r:id="rId9"/>
    <p:sldId id="1042" r:id="rId10"/>
    <p:sldId id="1041" r:id="rId11"/>
    <p:sldId id="768" r:id="rId12"/>
    <p:sldId id="770" r:id="rId13"/>
    <p:sldId id="771" r:id="rId14"/>
    <p:sldId id="772" r:id="rId15"/>
    <p:sldId id="773" r:id="rId16"/>
    <p:sldId id="1043" r:id="rId17"/>
    <p:sldId id="774" r:id="rId18"/>
    <p:sldId id="775" r:id="rId19"/>
    <p:sldId id="776" r:id="rId20"/>
    <p:sldId id="777" r:id="rId21"/>
    <p:sldId id="778" r:id="rId22"/>
    <p:sldId id="1027" r:id="rId23"/>
    <p:sldId id="821" r:id="rId24"/>
    <p:sldId id="822" r:id="rId25"/>
    <p:sldId id="823" r:id="rId26"/>
    <p:sldId id="779" r:id="rId27"/>
    <p:sldId id="780" r:id="rId28"/>
    <p:sldId id="1037" r:id="rId29"/>
  </p:sldIdLst>
  <p:sldSz cx="9144000" cy="6858000" type="screen4x3"/>
  <p:notesSz cx="7315200" cy="9601200"/>
  <p:defaultTextStyle>
    <a:defPPr>
      <a:defRPr lang="en-US"/>
    </a:defPPr>
    <a:lvl1pPr algn="ctr" rtl="0" fontAlgn="base">
      <a:spcBef>
        <a:spcPct val="0"/>
      </a:spcBef>
      <a:spcAft>
        <a:spcPct val="0"/>
      </a:spcAft>
      <a:defRPr sz="2400" kern="1200">
        <a:solidFill>
          <a:schemeClr val="tx1"/>
        </a:solidFill>
        <a:latin typeface="Times New Roman" panose="02020603050405020304" pitchFamily="18" charset="0"/>
        <a:ea typeface="+mn-ea"/>
        <a:cs typeface="+mn-cs"/>
      </a:defRPr>
    </a:lvl1pPr>
    <a:lvl2pPr marL="457200" algn="ctr" rtl="0" fontAlgn="base">
      <a:spcBef>
        <a:spcPct val="0"/>
      </a:spcBef>
      <a:spcAft>
        <a:spcPct val="0"/>
      </a:spcAft>
      <a:defRPr sz="2400" kern="1200">
        <a:solidFill>
          <a:schemeClr val="tx1"/>
        </a:solidFill>
        <a:latin typeface="Times New Roman" panose="02020603050405020304" pitchFamily="18" charset="0"/>
        <a:ea typeface="+mn-ea"/>
        <a:cs typeface="+mn-cs"/>
      </a:defRPr>
    </a:lvl2pPr>
    <a:lvl3pPr marL="914400" algn="ctr" rtl="0" fontAlgn="base">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ctr" rtl="0" fontAlgn="base">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ctr" rtl="0" fontAlgn="base">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298" autoAdjust="0"/>
    <p:restoredTop sz="95033" autoAdjust="0"/>
  </p:normalViewPr>
  <p:slideViewPr>
    <p:cSldViewPr showGuides="1">
      <p:cViewPr varScale="1">
        <p:scale>
          <a:sx n="78" d="100"/>
          <a:sy n="78" d="100"/>
        </p:scale>
        <p:origin x="1334"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37326"/>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506"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l" defTabSz="966788">
              <a:defRPr sz="1300">
                <a:latin typeface="Times New Roman" pitchFamily="18" charset="0"/>
              </a:defRPr>
            </a:lvl1pPr>
          </a:lstStyle>
          <a:p>
            <a:pPr>
              <a:defRPr/>
            </a:pPr>
            <a:endParaRPr lang="en-US"/>
          </a:p>
        </p:txBody>
      </p:sp>
      <p:sp>
        <p:nvSpPr>
          <p:cNvPr id="21507" name="Rectangle 3"/>
          <p:cNvSpPr>
            <a:spLocks noGrp="1" noChangeArrowheads="1"/>
          </p:cNvSpPr>
          <p:nvPr>
            <p:ph type="dt" sz="quarter" idx="1"/>
          </p:nvPr>
        </p:nvSpPr>
        <p:spPr bwMode="auto">
          <a:xfrm>
            <a:off x="4144963" y="0"/>
            <a:ext cx="3170237" cy="4794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r" defTabSz="966788">
              <a:defRPr sz="1300">
                <a:latin typeface="Times New Roman" pitchFamily="18" charset="0"/>
              </a:defRPr>
            </a:lvl1pPr>
          </a:lstStyle>
          <a:p>
            <a:pPr>
              <a:defRPr/>
            </a:pPr>
            <a:endParaRPr lang="en-US"/>
          </a:p>
        </p:txBody>
      </p:sp>
      <p:sp>
        <p:nvSpPr>
          <p:cNvPr id="21508" name="Rectangle 4"/>
          <p:cNvSpPr>
            <a:spLocks noGrp="1" noChangeArrowheads="1"/>
          </p:cNvSpPr>
          <p:nvPr>
            <p:ph type="ftr" sz="quarter" idx="2"/>
          </p:nvPr>
        </p:nvSpPr>
        <p:spPr bwMode="auto">
          <a:xfrm>
            <a:off x="0" y="9121775"/>
            <a:ext cx="3170238" cy="4794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l" defTabSz="966788">
              <a:defRPr sz="1300">
                <a:latin typeface="Times New Roman" pitchFamily="18" charset="0"/>
              </a:defRPr>
            </a:lvl1pPr>
          </a:lstStyle>
          <a:p>
            <a:pPr>
              <a:defRPr/>
            </a:pPr>
            <a:endParaRPr lang="en-US"/>
          </a:p>
        </p:txBody>
      </p:sp>
      <p:sp>
        <p:nvSpPr>
          <p:cNvPr id="21509" name="Rectangle 5"/>
          <p:cNvSpPr>
            <a:spLocks noGrp="1" noChangeArrowheads="1"/>
          </p:cNvSpPr>
          <p:nvPr>
            <p:ph type="sldNum" sz="quarter" idx="3"/>
          </p:nvPr>
        </p:nvSpPr>
        <p:spPr bwMode="auto">
          <a:xfrm>
            <a:off x="4144963" y="9121775"/>
            <a:ext cx="3170237" cy="4794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r" defTabSz="966788">
              <a:defRPr sz="1300"/>
            </a:lvl1pPr>
          </a:lstStyle>
          <a:p>
            <a:fld id="{028CE35A-9728-4DE3-9DDC-990B514A819C}"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l" defTabSz="966788">
              <a:defRPr sz="1300">
                <a:latin typeface="Times New Roman" pitchFamily="18" charset="0"/>
              </a:defRPr>
            </a:lvl1pPr>
          </a:lstStyle>
          <a:p>
            <a:pPr>
              <a:defRPr/>
            </a:pPr>
            <a:endParaRPr lang="en-US"/>
          </a:p>
        </p:txBody>
      </p:sp>
      <p:sp>
        <p:nvSpPr>
          <p:cNvPr id="6147" name="Rectangle 3"/>
          <p:cNvSpPr>
            <a:spLocks noGrp="1" noChangeArrowheads="1"/>
          </p:cNvSpPr>
          <p:nvPr>
            <p:ph type="dt" idx="1"/>
          </p:nvPr>
        </p:nvSpPr>
        <p:spPr bwMode="auto">
          <a:xfrm>
            <a:off x="4144963" y="0"/>
            <a:ext cx="3170237" cy="4794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r" defTabSz="966788">
              <a:defRPr sz="1300">
                <a:latin typeface="Times New Roman" pitchFamily="18" charset="0"/>
              </a:defRPr>
            </a:lvl1pPr>
          </a:lstStyle>
          <a:p>
            <a:pPr>
              <a:defRPr/>
            </a:pPr>
            <a:endParaRPr lang="en-US"/>
          </a:p>
        </p:txBody>
      </p:sp>
      <p:sp>
        <p:nvSpPr>
          <p:cNvPr id="354308" name="Rectangle 4"/>
          <p:cNvSpPr>
            <a:spLocks noGrp="1" noRot="1" noChangeAspect="1" noChangeArrowheads="1" noTextEdit="1"/>
          </p:cNvSpPr>
          <p:nvPr>
            <p:ph type="sldImg" idx="2"/>
          </p:nvPr>
        </p:nvSpPr>
        <p:spPr bwMode="auto">
          <a:xfrm>
            <a:off x="1257300" y="720725"/>
            <a:ext cx="4800600" cy="36004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p:cNvSpPr>
            <a:spLocks noGrp="1" noChangeArrowheads="1"/>
          </p:cNvSpPr>
          <p:nvPr>
            <p:ph type="body" sz="quarter" idx="3"/>
          </p:nvPr>
        </p:nvSpPr>
        <p:spPr bwMode="auto">
          <a:xfrm>
            <a:off x="974725" y="4560888"/>
            <a:ext cx="5365750" cy="4319587"/>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p:cNvSpPr>
            <a:spLocks noGrp="1" noChangeArrowheads="1"/>
          </p:cNvSpPr>
          <p:nvPr>
            <p:ph type="ftr" sz="quarter" idx="4"/>
          </p:nvPr>
        </p:nvSpPr>
        <p:spPr bwMode="auto">
          <a:xfrm>
            <a:off x="0" y="9121775"/>
            <a:ext cx="3170238" cy="4794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l" defTabSz="966788">
              <a:defRPr sz="1300">
                <a:latin typeface="Times New Roman" pitchFamily="18" charset="0"/>
              </a:defRPr>
            </a:lvl1pPr>
          </a:lstStyle>
          <a:p>
            <a:pPr>
              <a:defRPr/>
            </a:pPr>
            <a:endParaRPr lang="en-US"/>
          </a:p>
        </p:txBody>
      </p:sp>
      <p:sp>
        <p:nvSpPr>
          <p:cNvPr id="6151" name="Rectangle 7"/>
          <p:cNvSpPr>
            <a:spLocks noGrp="1" noChangeArrowheads="1"/>
          </p:cNvSpPr>
          <p:nvPr>
            <p:ph type="sldNum" sz="quarter" idx="5"/>
          </p:nvPr>
        </p:nvSpPr>
        <p:spPr bwMode="auto">
          <a:xfrm>
            <a:off x="4144963" y="9121775"/>
            <a:ext cx="3170237" cy="4794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r" defTabSz="966788">
              <a:defRPr sz="1300"/>
            </a:lvl1pPr>
          </a:lstStyle>
          <a:p>
            <a:fld id="{6569F386-9B4D-47FD-ACE0-8ED4F50DB8F1}"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48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eaLnBrk="0" hangingPunct="0">
              <a:defRPr sz="2400">
                <a:solidFill>
                  <a:schemeClr val="tx1"/>
                </a:solidFill>
                <a:latin typeface="Times New Roman" panose="02020603050405020304" pitchFamily="18" charset="0"/>
              </a:defRPr>
            </a:lvl1pPr>
            <a:lvl2pPr marL="742950" indent="-285750" defTabSz="966788" eaLnBrk="0" hangingPunct="0">
              <a:defRPr sz="2400">
                <a:solidFill>
                  <a:schemeClr val="tx1"/>
                </a:solidFill>
                <a:latin typeface="Times New Roman" panose="02020603050405020304" pitchFamily="18" charset="0"/>
              </a:defRPr>
            </a:lvl2pPr>
            <a:lvl3pPr marL="1143000" indent="-228600" defTabSz="966788" eaLnBrk="0" hangingPunct="0">
              <a:defRPr sz="2400">
                <a:solidFill>
                  <a:schemeClr val="tx1"/>
                </a:solidFill>
                <a:latin typeface="Times New Roman" panose="02020603050405020304" pitchFamily="18" charset="0"/>
              </a:defRPr>
            </a:lvl3pPr>
            <a:lvl4pPr marL="1600200" indent="-228600" defTabSz="966788" eaLnBrk="0" hangingPunct="0">
              <a:defRPr sz="2400">
                <a:solidFill>
                  <a:schemeClr val="tx1"/>
                </a:solidFill>
                <a:latin typeface="Times New Roman" panose="02020603050405020304" pitchFamily="18" charset="0"/>
              </a:defRPr>
            </a:lvl4pPr>
            <a:lvl5pPr marL="2057400" indent="-228600" defTabSz="966788" eaLnBrk="0" hangingPunct="0">
              <a:defRPr sz="2400">
                <a:solidFill>
                  <a:schemeClr val="tx1"/>
                </a:solidFill>
                <a:latin typeface="Times New Roman" panose="02020603050405020304" pitchFamily="18" charset="0"/>
              </a:defRPr>
            </a:lvl5pPr>
            <a:lvl6pPr marL="25146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5B35C9E8-C52A-43AC-ACC3-BE52AF951FB5}" type="slidenum">
              <a:rPr lang="en-US" altLang="en-US" sz="1300"/>
              <a:pPr eaLnBrk="1" hangingPunct="1"/>
              <a:t>1</a:t>
            </a:fld>
            <a:endParaRPr lang="en-US" altLang="en-US" sz="1300"/>
          </a:p>
        </p:txBody>
      </p:sp>
      <p:sp>
        <p:nvSpPr>
          <p:cNvPr id="464899" name="Rectangle 2"/>
          <p:cNvSpPr>
            <a:spLocks noGrp="1" noRot="1" noChangeAspect="1" noChangeArrowheads="1" noTextEdit="1"/>
          </p:cNvSpPr>
          <p:nvPr>
            <p:ph type="sldImg"/>
          </p:nvPr>
        </p:nvSpPr>
        <p:spPr>
          <a:solidFill>
            <a:srgbClr val="FFFFFF"/>
          </a:solidFill>
          <a:ln/>
        </p:spPr>
      </p:sp>
      <p:sp>
        <p:nvSpPr>
          <p:cNvPr id="464900" name="Rectangle 3"/>
          <p:cNvSpPr>
            <a:spLocks noGrp="1" noChangeArrowheads="1"/>
          </p:cNvSpPr>
          <p:nvPr>
            <p:ph type="body" idx="1"/>
          </p:nvPr>
        </p:nvSpPr>
        <p:spPr>
          <a:solidFill>
            <a:srgbClr val="FFFFFF"/>
          </a:solidFill>
          <a:ln>
            <a:solidFill>
              <a:srgbClr val="000000"/>
            </a:solidFill>
          </a:ln>
        </p:spPr>
        <p:txBody>
          <a:bodyPr/>
          <a:lstStyle/>
          <a:p>
            <a:r>
              <a:rPr lang="en-US" altLang="en-US"/>
              <a:t>Note that this means every node has two children, either or both of which can be empty. Technically, leaf nodes have two empty children.</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59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eaLnBrk="0" hangingPunct="0">
              <a:defRPr sz="2400">
                <a:solidFill>
                  <a:schemeClr val="tx1"/>
                </a:solidFill>
                <a:latin typeface="Times New Roman" panose="02020603050405020304" pitchFamily="18" charset="0"/>
              </a:defRPr>
            </a:lvl1pPr>
            <a:lvl2pPr marL="742950" indent="-285750" defTabSz="966788" eaLnBrk="0" hangingPunct="0">
              <a:defRPr sz="2400">
                <a:solidFill>
                  <a:schemeClr val="tx1"/>
                </a:solidFill>
                <a:latin typeface="Times New Roman" panose="02020603050405020304" pitchFamily="18" charset="0"/>
              </a:defRPr>
            </a:lvl2pPr>
            <a:lvl3pPr marL="1143000" indent="-228600" defTabSz="966788" eaLnBrk="0" hangingPunct="0">
              <a:defRPr sz="2400">
                <a:solidFill>
                  <a:schemeClr val="tx1"/>
                </a:solidFill>
                <a:latin typeface="Times New Roman" panose="02020603050405020304" pitchFamily="18" charset="0"/>
              </a:defRPr>
            </a:lvl3pPr>
            <a:lvl4pPr marL="1600200" indent="-228600" defTabSz="966788" eaLnBrk="0" hangingPunct="0">
              <a:defRPr sz="2400">
                <a:solidFill>
                  <a:schemeClr val="tx1"/>
                </a:solidFill>
                <a:latin typeface="Times New Roman" panose="02020603050405020304" pitchFamily="18" charset="0"/>
              </a:defRPr>
            </a:lvl4pPr>
            <a:lvl5pPr marL="2057400" indent="-228600" defTabSz="966788" eaLnBrk="0" hangingPunct="0">
              <a:defRPr sz="2400">
                <a:solidFill>
                  <a:schemeClr val="tx1"/>
                </a:solidFill>
                <a:latin typeface="Times New Roman" panose="02020603050405020304" pitchFamily="18" charset="0"/>
              </a:defRPr>
            </a:lvl5pPr>
            <a:lvl6pPr marL="25146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72C80BD3-6AA8-482E-AAA1-4CEF42E522C1}" type="slidenum">
              <a:rPr lang="en-US" altLang="en-US" sz="1300"/>
              <a:pPr eaLnBrk="1" hangingPunct="1"/>
              <a:t>2</a:t>
            </a:fld>
            <a:endParaRPr lang="en-US" altLang="en-US" sz="1300"/>
          </a:p>
        </p:txBody>
      </p:sp>
      <p:sp>
        <p:nvSpPr>
          <p:cNvPr id="465923" name="Rectangle 2"/>
          <p:cNvSpPr>
            <a:spLocks noGrp="1" noRot="1" noChangeAspect="1" noChangeArrowheads="1" noTextEdit="1"/>
          </p:cNvSpPr>
          <p:nvPr>
            <p:ph type="sldImg"/>
          </p:nvPr>
        </p:nvSpPr>
        <p:spPr>
          <a:solidFill>
            <a:srgbClr val="FFFFFF"/>
          </a:solidFill>
          <a:ln/>
        </p:spPr>
      </p:sp>
      <p:sp>
        <p:nvSpPr>
          <p:cNvPr id="465924" name="Rectangle 3"/>
          <p:cNvSpPr>
            <a:spLocks noGrp="1" noChangeArrowheads="1"/>
          </p:cNvSpPr>
          <p:nvPr>
            <p:ph type="body" idx="1"/>
          </p:nvPr>
        </p:nvSpPr>
        <p:spPr>
          <a:solidFill>
            <a:srgbClr val="FFFFFF"/>
          </a:solidFill>
          <a:ln>
            <a:solidFill>
              <a:srgbClr val="000000"/>
            </a:solidFill>
          </a:ln>
        </p:spPr>
        <p:txBody>
          <a:bodyPr/>
          <a:lstStyle/>
          <a:p>
            <a:r>
              <a:rPr lang="en-US" altLang="en-US" dirty="0"/>
              <a:t> </a:t>
            </a:r>
          </a:p>
          <a:p>
            <a:endParaRPr lang="en-US"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108BC5-1BE6-9D83-D246-F1A678A73012}"/>
            </a:ext>
          </a:extLst>
        </p:cNvPr>
        <p:cNvGrpSpPr/>
        <p:nvPr/>
      </p:nvGrpSpPr>
      <p:grpSpPr>
        <a:xfrm>
          <a:off x="0" y="0"/>
          <a:ext cx="0" cy="0"/>
          <a:chOff x="0" y="0"/>
          <a:chExt cx="0" cy="0"/>
        </a:xfrm>
      </p:grpSpPr>
      <p:sp>
        <p:nvSpPr>
          <p:cNvPr id="465922" name="Rectangle 7">
            <a:extLst>
              <a:ext uri="{FF2B5EF4-FFF2-40B4-BE49-F238E27FC236}">
                <a16:creationId xmlns:a16="http://schemas.microsoft.com/office/drawing/2014/main" id="{C2908F80-2C70-C6EC-B28A-AC86F6CACD1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eaLnBrk="0" hangingPunct="0">
              <a:defRPr sz="2400">
                <a:solidFill>
                  <a:schemeClr val="tx1"/>
                </a:solidFill>
                <a:latin typeface="Times New Roman" panose="02020603050405020304" pitchFamily="18" charset="0"/>
              </a:defRPr>
            </a:lvl1pPr>
            <a:lvl2pPr marL="742950" indent="-285750" defTabSz="966788" eaLnBrk="0" hangingPunct="0">
              <a:defRPr sz="2400">
                <a:solidFill>
                  <a:schemeClr val="tx1"/>
                </a:solidFill>
                <a:latin typeface="Times New Roman" panose="02020603050405020304" pitchFamily="18" charset="0"/>
              </a:defRPr>
            </a:lvl2pPr>
            <a:lvl3pPr marL="1143000" indent="-228600" defTabSz="966788" eaLnBrk="0" hangingPunct="0">
              <a:defRPr sz="2400">
                <a:solidFill>
                  <a:schemeClr val="tx1"/>
                </a:solidFill>
                <a:latin typeface="Times New Roman" panose="02020603050405020304" pitchFamily="18" charset="0"/>
              </a:defRPr>
            </a:lvl3pPr>
            <a:lvl4pPr marL="1600200" indent="-228600" defTabSz="966788" eaLnBrk="0" hangingPunct="0">
              <a:defRPr sz="2400">
                <a:solidFill>
                  <a:schemeClr val="tx1"/>
                </a:solidFill>
                <a:latin typeface="Times New Roman" panose="02020603050405020304" pitchFamily="18" charset="0"/>
              </a:defRPr>
            </a:lvl4pPr>
            <a:lvl5pPr marL="2057400" indent="-228600" defTabSz="966788" eaLnBrk="0" hangingPunct="0">
              <a:defRPr sz="2400">
                <a:solidFill>
                  <a:schemeClr val="tx1"/>
                </a:solidFill>
                <a:latin typeface="Times New Roman" panose="02020603050405020304" pitchFamily="18" charset="0"/>
              </a:defRPr>
            </a:lvl5pPr>
            <a:lvl6pPr marL="25146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72C80BD3-6AA8-482E-AAA1-4CEF42E522C1}" type="slidenum">
              <a:rPr lang="en-US" altLang="en-US" sz="1300"/>
              <a:pPr eaLnBrk="1" hangingPunct="1"/>
              <a:t>3</a:t>
            </a:fld>
            <a:endParaRPr lang="en-US" altLang="en-US" sz="1300"/>
          </a:p>
        </p:txBody>
      </p:sp>
      <p:sp>
        <p:nvSpPr>
          <p:cNvPr id="465923" name="Rectangle 2">
            <a:extLst>
              <a:ext uri="{FF2B5EF4-FFF2-40B4-BE49-F238E27FC236}">
                <a16:creationId xmlns:a16="http://schemas.microsoft.com/office/drawing/2014/main" id="{21660CB1-E02B-1429-8D7D-9AB9DE589084}"/>
              </a:ext>
            </a:extLst>
          </p:cNvPr>
          <p:cNvSpPr>
            <a:spLocks noGrp="1" noRot="1" noChangeAspect="1" noChangeArrowheads="1" noTextEdit="1"/>
          </p:cNvSpPr>
          <p:nvPr>
            <p:ph type="sldImg"/>
          </p:nvPr>
        </p:nvSpPr>
        <p:spPr>
          <a:solidFill>
            <a:srgbClr val="FFFFFF"/>
          </a:solidFill>
          <a:ln/>
        </p:spPr>
      </p:sp>
      <p:sp>
        <p:nvSpPr>
          <p:cNvPr id="465924" name="Rectangle 3">
            <a:extLst>
              <a:ext uri="{FF2B5EF4-FFF2-40B4-BE49-F238E27FC236}">
                <a16:creationId xmlns:a16="http://schemas.microsoft.com/office/drawing/2014/main" id="{236CD9CD-7F31-3FAE-5DEA-CF3E08197E04}"/>
              </a:ext>
            </a:extLst>
          </p:cNvPr>
          <p:cNvSpPr>
            <a:spLocks noGrp="1" noChangeArrowheads="1"/>
          </p:cNvSpPr>
          <p:nvPr>
            <p:ph type="body" idx="1"/>
          </p:nvPr>
        </p:nvSpPr>
        <p:spPr>
          <a:solidFill>
            <a:srgbClr val="FFFFFF"/>
          </a:solidFill>
          <a:ln>
            <a:solidFill>
              <a:srgbClr val="000000"/>
            </a:solidFill>
          </a:ln>
        </p:spPr>
        <p:txBody>
          <a:bodyPr/>
          <a:lstStyle/>
          <a:p>
            <a:r>
              <a:rPr lang="en-US" altLang="en-US" dirty="0"/>
              <a:t> </a:t>
            </a:r>
          </a:p>
          <a:p>
            <a:endParaRPr lang="en-US" altLang="en-US" dirty="0"/>
          </a:p>
        </p:txBody>
      </p:sp>
    </p:spTree>
    <p:extLst>
      <p:ext uri="{BB962C8B-B14F-4D97-AF65-F5344CB8AC3E}">
        <p14:creationId xmlns:p14="http://schemas.microsoft.com/office/powerpoint/2010/main" val="6104671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6FD4D7-8368-4145-D9CE-F1B75D9EF27B}"/>
            </a:ext>
          </a:extLst>
        </p:cNvPr>
        <p:cNvGrpSpPr/>
        <p:nvPr/>
      </p:nvGrpSpPr>
      <p:grpSpPr>
        <a:xfrm>
          <a:off x="0" y="0"/>
          <a:ext cx="0" cy="0"/>
          <a:chOff x="0" y="0"/>
          <a:chExt cx="0" cy="0"/>
        </a:xfrm>
      </p:grpSpPr>
      <p:sp>
        <p:nvSpPr>
          <p:cNvPr id="465922" name="Rectangle 7">
            <a:extLst>
              <a:ext uri="{FF2B5EF4-FFF2-40B4-BE49-F238E27FC236}">
                <a16:creationId xmlns:a16="http://schemas.microsoft.com/office/drawing/2014/main" id="{F25541A9-3897-DEE5-195B-BB70E02DE77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eaLnBrk="0" hangingPunct="0">
              <a:defRPr sz="2400">
                <a:solidFill>
                  <a:schemeClr val="tx1"/>
                </a:solidFill>
                <a:latin typeface="Times New Roman" panose="02020603050405020304" pitchFamily="18" charset="0"/>
              </a:defRPr>
            </a:lvl1pPr>
            <a:lvl2pPr marL="742950" indent="-285750" defTabSz="966788" eaLnBrk="0" hangingPunct="0">
              <a:defRPr sz="2400">
                <a:solidFill>
                  <a:schemeClr val="tx1"/>
                </a:solidFill>
                <a:latin typeface="Times New Roman" panose="02020603050405020304" pitchFamily="18" charset="0"/>
              </a:defRPr>
            </a:lvl2pPr>
            <a:lvl3pPr marL="1143000" indent="-228600" defTabSz="966788" eaLnBrk="0" hangingPunct="0">
              <a:defRPr sz="2400">
                <a:solidFill>
                  <a:schemeClr val="tx1"/>
                </a:solidFill>
                <a:latin typeface="Times New Roman" panose="02020603050405020304" pitchFamily="18" charset="0"/>
              </a:defRPr>
            </a:lvl3pPr>
            <a:lvl4pPr marL="1600200" indent="-228600" defTabSz="966788" eaLnBrk="0" hangingPunct="0">
              <a:defRPr sz="2400">
                <a:solidFill>
                  <a:schemeClr val="tx1"/>
                </a:solidFill>
                <a:latin typeface="Times New Roman" panose="02020603050405020304" pitchFamily="18" charset="0"/>
              </a:defRPr>
            </a:lvl4pPr>
            <a:lvl5pPr marL="2057400" indent="-228600" defTabSz="966788" eaLnBrk="0" hangingPunct="0">
              <a:defRPr sz="2400">
                <a:solidFill>
                  <a:schemeClr val="tx1"/>
                </a:solidFill>
                <a:latin typeface="Times New Roman" panose="02020603050405020304" pitchFamily="18" charset="0"/>
              </a:defRPr>
            </a:lvl5pPr>
            <a:lvl6pPr marL="25146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72C80BD3-6AA8-482E-AAA1-4CEF42E522C1}" type="slidenum">
              <a:rPr lang="en-US" altLang="en-US" sz="1300"/>
              <a:pPr eaLnBrk="1" hangingPunct="1"/>
              <a:t>4</a:t>
            </a:fld>
            <a:endParaRPr lang="en-US" altLang="en-US" sz="1300"/>
          </a:p>
        </p:txBody>
      </p:sp>
      <p:sp>
        <p:nvSpPr>
          <p:cNvPr id="465923" name="Rectangle 2">
            <a:extLst>
              <a:ext uri="{FF2B5EF4-FFF2-40B4-BE49-F238E27FC236}">
                <a16:creationId xmlns:a16="http://schemas.microsoft.com/office/drawing/2014/main" id="{C2665B13-6555-4938-75AE-BDD82C6BEFFE}"/>
              </a:ext>
            </a:extLst>
          </p:cNvPr>
          <p:cNvSpPr>
            <a:spLocks noGrp="1" noRot="1" noChangeAspect="1" noChangeArrowheads="1" noTextEdit="1"/>
          </p:cNvSpPr>
          <p:nvPr>
            <p:ph type="sldImg"/>
          </p:nvPr>
        </p:nvSpPr>
        <p:spPr>
          <a:solidFill>
            <a:srgbClr val="FFFFFF"/>
          </a:solidFill>
          <a:ln/>
        </p:spPr>
      </p:sp>
      <p:sp>
        <p:nvSpPr>
          <p:cNvPr id="465924" name="Rectangle 3">
            <a:extLst>
              <a:ext uri="{FF2B5EF4-FFF2-40B4-BE49-F238E27FC236}">
                <a16:creationId xmlns:a16="http://schemas.microsoft.com/office/drawing/2014/main" id="{F576481E-CB40-5C93-531E-450DAE23FFD1}"/>
              </a:ext>
            </a:extLst>
          </p:cNvPr>
          <p:cNvSpPr>
            <a:spLocks noGrp="1" noChangeArrowheads="1"/>
          </p:cNvSpPr>
          <p:nvPr>
            <p:ph type="body" idx="1"/>
          </p:nvPr>
        </p:nvSpPr>
        <p:spPr>
          <a:solidFill>
            <a:srgbClr val="FFFFFF"/>
          </a:solidFill>
          <a:ln>
            <a:solidFill>
              <a:srgbClr val="000000"/>
            </a:solidFill>
          </a:ln>
        </p:spPr>
        <p:txBody>
          <a:bodyPr/>
          <a:lstStyle/>
          <a:p>
            <a:r>
              <a:rPr lang="en-US" altLang="en-US" dirty="0"/>
              <a:t> </a:t>
            </a:r>
          </a:p>
          <a:p>
            <a:endParaRPr lang="en-US" altLang="en-US" dirty="0"/>
          </a:p>
        </p:txBody>
      </p:sp>
    </p:spTree>
    <p:extLst>
      <p:ext uri="{BB962C8B-B14F-4D97-AF65-F5344CB8AC3E}">
        <p14:creationId xmlns:p14="http://schemas.microsoft.com/office/powerpoint/2010/main" val="33209106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C20E2D-971A-42AB-9BD0-157FC89E4733}"/>
            </a:ext>
          </a:extLst>
        </p:cNvPr>
        <p:cNvGrpSpPr/>
        <p:nvPr/>
      </p:nvGrpSpPr>
      <p:grpSpPr>
        <a:xfrm>
          <a:off x="0" y="0"/>
          <a:ext cx="0" cy="0"/>
          <a:chOff x="0" y="0"/>
          <a:chExt cx="0" cy="0"/>
        </a:xfrm>
      </p:grpSpPr>
      <p:sp>
        <p:nvSpPr>
          <p:cNvPr id="465922" name="Rectangle 7">
            <a:extLst>
              <a:ext uri="{FF2B5EF4-FFF2-40B4-BE49-F238E27FC236}">
                <a16:creationId xmlns:a16="http://schemas.microsoft.com/office/drawing/2014/main" id="{93EFAD92-2FDC-B41E-1935-02EF59B179C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eaLnBrk="0" hangingPunct="0">
              <a:defRPr sz="2400">
                <a:solidFill>
                  <a:schemeClr val="tx1"/>
                </a:solidFill>
                <a:latin typeface="Times New Roman" panose="02020603050405020304" pitchFamily="18" charset="0"/>
              </a:defRPr>
            </a:lvl1pPr>
            <a:lvl2pPr marL="742950" indent="-285750" defTabSz="966788" eaLnBrk="0" hangingPunct="0">
              <a:defRPr sz="2400">
                <a:solidFill>
                  <a:schemeClr val="tx1"/>
                </a:solidFill>
                <a:latin typeface="Times New Roman" panose="02020603050405020304" pitchFamily="18" charset="0"/>
              </a:defRPr>
            </a:lvl2pPr>
            <a:lvl3pPr marL="1143000" indent="-228600" defTabSz="966788" eaLnBrk="0" hangingPunct="0">
              <a:defRPr sz="2400">
                <a:solidFill>
                  <a:schemeClr val="tx1"/>
                </a:solidFill>
                <a:latin typeface="Times New Roman" panose="02020603050405020304" pitchFamily="18" charset="0"/>
              </a:defRPr>
            </a:lvl3pPr>
            <a:lvl4pPr marL="1600200" indent="-228600" defTabSz="966788" eaLnBrk="0" hangingPunct="0">
              <a:defRPr sz="2400">
                <a:solidFill>
                  <a:schemeClr val="tx1"/>
                </a:solidFill>
                <a:latin typeface="Times New Roman" panose="02020603050405020304" pitchFamily="18" charset="0"/>
              </a:defRPr>
            </a:lvl4pPr>
            <a:lvl5pPr marL="2057400" indent="-228600" defTabSz="966788" eaLnBrk="0" hangingPunct="0">
              <a:defRPr sz="2400">
                <a:solidFill>
                  <a:schemeClr val="tx1"/>
                </a:solidFill>
                <a:latin typeface="Times New Roman" panose="02020603050405020304" pitchFamily="18" charset="0"/>
              </a:defRPr>
            </a:lvl5pPr>
            <a:lvl6pPr marL="25146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72C80BD3-6AA8-482E-AAA1-4CEF42E522C1}" type="slidenum">
              <a:rPr lang="en-US" altLang="en-US" sz="1300"/>
              <a:pPr eaLnBrk="1" hangingPunct="1"/>
              <a:t>5</a:t>
            </a:fld>
            <a:endParaRPr lang="en-US" altLang="en-US" sz="1300"/>
          </a:p>
        </p:txBody>
      </p:sp>
      <p:sp>
        <p:nvSpPr>
          <p:cNvPr id="465923" name="Rectangle 2">
            <a:extLst>
              <a:ext uri="{FF2B5EF4-FFF2-40B4-BE49-F238E27FC236}">
                <a16:creationId xmlns:a16="http://schemas.microsoft.com/office/drawing/2014/main" id="{59A0C834-4B09-1DF8-0579-0F2475C44BE4}"/>
              </a:ext>
            </a:extLst>
          </p:cNvPr>
          <p:cNvSpPr>
            <a:spLocks noGrp="1" noRot="1" noChangeAspect="1" noChangeArrowheads="1" noTextEdit="1"/>
          </p:cNvSpPr>
          <p:nvPr>
            <p:ph type="sldImg"/>
          </p:nvPr>
        </p:nvSpPr>
        <p:spPr>
          <a:solidFill>
            <a:srgbClr val="FFFFFF"/>
          </a:solidFill>
          <a:ln/>
        </p:spPr>
      </p:sp>
      <p:sp>
        <p:nvSpPr>
          <p:cNvPr id="465924" name="Rectangle 3">
            <a:extLst>
              <a:ext uri="{FF2B5EF4-FFF2-40B4-BE49-F238E27FC236}">
                <a16:creationId xmlns:a16="http://schemas.microsoft.com/office/drawing/2014/main" id="{B70307E8-0DDB-C6CD-460A-F278236E4BB9}"/>
              </a:ext>
            </a:extLst>
          </p:cNvPr>
          <p:cNvSpPr>
            <a:spLocks noGrp="1" noChangeArrowheads="1"/>
          </p:cNvSpPr>
          <p:nvPr>
            <p:ph type="body" idx="1"/>
          </p:nvPr>
        </p:nvSpPr>
        <p:spPr>
          <a:solidFill>
            <a:srgbClr val="FFFFFF"/>
          </a:solidFill>
          <a:ln>
            <a:solidFill>
              <a:srgbClr val="000000"/>
            </a:solidFill>
          </a:ln>
        </p:spPr>
        <p:txBody>
          <a:bodyPr/>
          <a:lstStyle/>
          <a:p>
            <a:r>
              <a:rPr lang="en-US" altLang="en-US" dirty="0"/>
              <a:t> </a:t>
            </a:r>
          </a:p>
          <a:p>
            <a:endParaRPr lang="en-US" altLang="en-US" dirty="0"/>
          </a:p>
        </p:txBody>
      </p:sp>
    </p:spTree>
    <p:extLst>
      <p:ext uri="{BB962C8B-B14F-4D97-AF65-F5344CB8AC3E}">
        <p14:creationId xmlns:p14="http://schemas.microsoft.com/office/powerpoint/2010/main" val="21369798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6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eaLnBrk="0" hangingPunct="0">
              <a:defRPr sz="2400">
                <a:solidFill>
                  <a:schemeClr val="tx1"/>
                </a:solidFill>
                <a:latin typeface="Times New Roman" panose="02020603050405020304" pitchFamily="18" charset="0"/>
              </a:defRPr>
            </a:lvl1pPr>
            <a:lvl2pPr marL="742950" indent="-285750" defTabSz="966788" eaLnBrk="0" hangingPunct="0">
              <a:defRPr sz="2400">
                <a:solidFill>
                  <a:schemeClr val="tx1"/>
                </a:solidFill>
                <a:latin typeface="Times New Roman" panose="02020603050405020304" pitchFamily="18" charset="0"/>
              </a:defRPr>
            </a:lvl2pPr>
            <a:lvl3pPr marL="1143000" indent="-228600" defTabSz="966788" eaLnBrk="0" hangingPunct="0">
              <a:defRPr sz="2400">
                <a:solidFill>
                  <a:schemeClr val="tx1"/>
                </a:solidFill>
                <a:latin typeface="Times New Roman" panose="02020603050405020304" pitchFamily="18" charset="0"/>
              </a:defRPr>
            </a:lvl3pPr>
            <a:lvl4pPr marL="1600200" indent="-228600" defTabSz="966788" eaLnBrk="0" hangingPunct="0">
              <a:defRPr sz="2400">
                <a:solidFill>
                  <a:schemeClr val="tx1"/>
                </a:solidFill>
                <a:latin typeface="Times New Roman" panose="02020603050405020304" pitchFamily="18" charset="0"/>
              </a:defRPr>
            </a:lvl4pPr>
            <a:lvl5pPr marL="2057400" indent="-228600" defTabSz="966788" eaLnBrk="0" hangingPunct="0">
              <a:defRPr sz="2400">
                <a:solidFill>
                  <a:schemeClr val="tx1"/>
                </a:solidFill>
                <a:latin typeface="Times New Roman" panose="02020603050405020304" pitchFamily="18" charset="0"/>
              </a:defRPr>
            </a:lvl5pPr>
            <a:lvl6pPr marL="25146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B1C10877-8E49-4986-A9AC-49F5DF746021}" type="slidenum">
              <a:rPr lang="en-US" altLang="en-US" sz="1300"/>
              <a:pPr eaLnBrk="1" hangingPunct="1"/>
              <a:t>6</a:t>
            </a:fld>
            <a:endParaRPr lang="en-US" altLang="en-US" sz="1300"/>
          </a:p>
        </p:txBody>
      </p:sp>
      <p:sp>
        <p:nvSpPr>
          <p:cNvPr id="466947" name="Rectangle 2"/>
          <p:cNvSpPr>
            <a:spLocks noGrp="1" noRot="1" noChangeAspect="1" noChangeArrowheads="1" noTextEdit="1"/>
          </p:cNvSpPr>
          <p:nvPr>
            <p:ph type="sldImg"/>
          </p:nvPr>
        </p:nvSpPr>
        <p:spPr>
          <a:solidFill>
            <a:srgbClr val="FFFFFF"/>
          </a:solidFill>
          <a:ln/>
        </p:spPr>
      </p:sp>
      <p:sp>
        <p:nvSpPr>
          <p:cNvPr id="466948" name="Rectangle 3"/>
          <p:cNvSpPr>
            <a:spLocks noGrp="1" noChangeArrowheads="1"/>
          </p:cNvSpPr>
          <p:nvPr>
            <p:ph type="body" idx="1"/>
          </p:nvPr>
        </p:nvSpPr>
        <p:spPr>
          <a:solidFill>
            <a:srgbClr val="FFFFFF"/>
          </a:solidFill>
          <a:ln>
            <a:solidFill>
              <a:srgbClr val="000000"/>
            </a:solidFill>
          </a:ln>
        </p:spPr>
        <p:txBody>
          <a:bodyPr/>
          <a:lstStyle/>
          <a:p>
            <a:r>
              <a:rPr lang="en-US" altLang="en-US"/>
              <a:t>These terms can be hard to distinguish.  Students will need to remember which is which, since this notation will be used several times during the course.</a:t>
            </a:r>
          </a:p>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79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eaLnBrk="0" hangingPunct="0">
              <a:defRPr sz="2400">
                <a:solidFill>
                  <a:schemeClr val="tx1"/>
                </a:solidFill>
                <a:latin typeface="Times New Roman" panose="02020603050405020304" pitchFamily="18" charset="0"/>
              </a:defRPr>
            </a:lvl1pPr>
            <a:lvl2pPr marL="742950" indent="-285750" defTabSz="966788" eaLnBrk="0" hangingPunct="0">
              <a:defRPr sz="2400">
                <a:solidFill>
                  <a:schemeClr val="tx1"/>
                </a:solidFill>
                <a:latin typeface="Times New Roman" panose="02020603050405020304" pitchFamily="18" charset="0"/>
              </a:defRPr>
            </a:lvl2pPr>
            <a:lvl3pPr marL="1143000" indent="-228600" defTabSz="966788" eaLnBrk="0" hangingPunct="0">
              <a:defRPr sz="2400">
                <a:solidFill>
                  <a:schemeClr val="tx1"/>
                </a:solidFill>
                <a:latin typeface="Times New Roman" panose="02020603050405020304" pitchFamily="18" charset="0"/>
              </a:defRPr>
            </a:lvl3pPr>
            <a:lvl4pPr marL="1600200" indent="-228600" defTabSz="966788" eaLnBrk="0" hangingPunct="0">
              <a:defRPr sz="2400">
                <a:solidFill>
                  <a:schemeClr val="tx1"/>
                </a:solidFill>
                <a:latin typeface="Times New Roman" panose="02020603050405020304" pitchFamily="18" charset="0"/>
              </a:defRPr>
            </a:lvl4pPr>
            <a:lvl5pPr marL="2057400" indent="-228600" defTabSz="966788" eaLnBrk="0" hangingPunct="0">
              <a:defRPr sz="2400">
                <a:solidFill>
                  <a:schemeClr val="tx1"/>
                </a:solidFill>
                <a:latin typeface="Times New Roman" panose="02020603050405020304" pitchFamily="18" charset="0"/>
              </a:defRPr>
            </a:lvl5pPr>
            <a:lvl6pPr marL="25146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5CDCFE62-1C71-4139-9161-5B80846B2DE9}" type="slidenum">
              <a:rPr lang="en-US" altLang="en-US" sz="1300"/>
              <a:pPr eaLnBrk="1" hangingPunct="1"/>
              <a:t>7</a:t>
            </a:fld>
            <a:endParaRPr lang="en-US" altLang="en-US" sz="1300"/>
          </a:p>
        </p:txBody>
      </p:sp>
      <p:sp>
        <p:nvSpPr>
          <p:cNvPr id="467971" name="Rectangle 2"/>
          <p:cNvSpPr>
            <a:spLocks noGrp="1" noRot="1" noChangeAspect="1" noChangeArrowheads="1" noTextEdit="1"/>
          </p:cNvSpPr>
          <p:nvPr>
            <p:ph type="sldImg"/>
          </p:nvPr>
        </p:nvSpPr>
        <p:spPr>
          <a:solidFill>
            <a:srgbClr val="FFFFFF"/>
          </a:solidFill>
          <a:ln/>
        </p:spPr>
      </p:sp>
      <p:sp>
        <p:nvSpPr>
          <p:cNvPr id="467972" name="Rectangle 3"/>
          <p:cNvSpPr>
            <a:spLocks noGrp="1" noChangeArrowheads="1"/>
          </p:cNvSpPr>
          <p:nvPr>
            <p:ph type="body" idx="1"/>
          </p:nvPr>
        </p:nvSpPr>
        <p:spPr>
          <a:solidFill>
            <a:srgbClr val="FFFFFF"/>
          </a:solidFill>
          <a:ln>
            <a:solidFill>
              <a:srgbClr val="000000"/>
            </a:solidFill>
          </a:ln>
        </p:spPr>
        <p:txBody>
          <a:bodyPr/>
          <a:lstStyle/>
          <a:p>
            <a:r>
              <a:rPr lang="en-US" altLang="en-US"/>
              <a:t>This theorem is important, because it helps us to calculate space requirements.  It tells us how many nodes are internal and how many are leaf.  We need to know this if we have separate implementations for internal and leaf nodes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00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eaLnBrk="0" hangingPunct="0">
              <a:defRPr sz="2400">
                <a:solidFill>
                  <a:schemeClr val="tx1"/>
                </a:solidFill>
                <a:latin typeface="Times New Roman" panose="02020603050405020304" pitchFamily="18" charset="0"/>
              </a:defRPr>
            </a:lvl1pPr>
            <a:lvl2pPr marL="742950" indent="-285750" defTabSz="966788" eaLnBrk="0" hangingPunct="0">
              <a:defRPr sz="2400">
                <a:solidFill>
                  <a:schemeClr val="tx1"/>
                </a:solidFill>
                <a:latin typeface="Times New Roman" panose="02020603050405020304" pitchFamily="18" charset="0"/>
              </a:defRPr>
            </a:lvl2pPr>
            <a:lvl3pPr marL="1143000" indent="-228600" defTabSz="966788" eaLnBrk="0" hangingPunct="0">
              <a:defRPr sz="2400">
                <a:solidFill>
                  <a:schemeClr val="tx1"/>
                </a:solidFill>
                <a:latin typeface="Times New Roman" panose="02020603050405020304" pitchFamily="18" charset="0"/>
              </a:defRPr>
            </a:lvl3pPr>
            <a:lvl4pPr marL="1600200" indent="-228600" defTabSz="966788" eaLnBrk="0" hangingPunct="0">
              <a:defRPr sz="2400">
                <a:solidFill>
                  <a:schemeClr val="tx1"/>
                </a:solidFill>
                <a:latin typeface="Times New Roman" panose="02020603050405020304" pitchFamily="18" charset="0"/>
              </a:defRPr>
            </a:lvl4pPr>
            <a:lvl5pPr marL="2057400" indent="-228600" defTabSz="966788" eaLnBrk="0" hangingPunct="0">
              <a:defRPr sz="2400">
                <a:solidFill>
                  <a:schemeClr val="tx1"/>
                </a:solidFill>
                <a:latin typeface="Times New Roman" panose="02020603050405020304" pitchFamily="18" charset="0"/>
              </a:defRPr>
            </a:lvl5pPr>
            <a:lvl6pPr marL="25146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5306A033-EAA1-4128-9323-3F8DC0A8FDAA}" type="slidenum">
              <a:rPr lang="en-US" altLang="en-US" sz="1300"/>
              <a:pPr eaLnBrk="1" hangingPunct="1"/>
              <a:t>8</a:t>
            </a:fld>
            <a:endParaRPr lang="en-US" altLang="en-US" sz="1300"/>
          </a:p>
        </p:txBody>
      </p:sp>
      <p:sp>
        <p:nvSpPr>
          <p:cNvPr id="470019" name="Rectangle 2"/>
          <p:cNvSpPr>
            <a:spLocks noGrp="1" noRot="1" noChangeAspect="1" noChangeArrowheads="1" noTextEdit="1"/>
          </p:cNvSpPr>
          <p:nvPr>
            <p:ph type="sldImg"/>
          </p:nvPr>
        </p:nvSpPr>
        <p:spPr>
          <a:solidFill>
            <a:srgbClr val="FFFFFF"/>
          </a:solidFill>
          <a:ln/>
        </p:spPr>
      </p:sp>
      <p:sp>
        <p:nvSpPr>
          <p:cNvPr id="470020" name="Rectangle 3"/>
          <p:cNvSpPr>
            <a:spLocks noGrp="1" noChangeArrowheads="1"/>
          </p:cNvSpPr>
          <p:nvPr>
            <p:ph type="body" idx="1"/>
          </p:nvPr>
        </p:nvSpPr>
        <p:spPr>
          <a:solidFill>
            <a:srgbClr val="FFFFFF"/>
          </a:solidFill>
          <a:ln>
            <a:solidFill>
              <a:srgbClr val="000000"/>
            </a:solidFill>
          </a:ln>
        </p:spPr>
        <p:txBody>
          <a:bodyPr/>
          <a:lstStyle/>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eaLnBrk="0" hangingPunct="0">
              <a:defRPr sz="2400">
                <a:solidFill>
                  <a:schemeClr val="tx1"/>
                </a:solidFill>
                <a:latin typeface="Times New Roman" panose="02020603050405020304" pitchFamily="18" charset="0"/>
              </a:defRPr>
            </a:lvl1pPr>
            <a:lvl2pPr marL="742950" indent="-285750" defTabSz="966788" eaLnBrk="0" hangingPunct="0">
              <a:defRPr sz="2400">
                <a:solidFill>
                  <a:schemeClr val="tx1"/>
                </a:solidFill>
                <a:latin typeface="Times New Roman" panose="02020603050405020304" pitchFamily="18" charset="0"/>
              </a:defRPr>
            </a:lvl2pPr>
            <a:lvl3pPr marL="1143000" indent="-228600" defTabSz="966788" eaLnBrk="0" hangingPunct="0">
              <a:defRPr sz="2400">
                <a:solidFill>
                  <a:schemeClr val="tx1"/>
                </a:solidFill>
                <a:latin typeface="Times New Roman" panose="02020603050405020304" pitchFamily="18" charset="0"/>
              </a:defRPr>
            </a:lvl3pPr>
            <a:lvl4pPr marL="1600200" indent="-228600" defTabSz="966788" eaLnBrk="0" hangingPunct="0">
              <a:defRPr sz="2400">
                <a:solidFill>
                  <a:schemeClr val="tx1"/>
                </a:solidFill>
                <a:latin typeface="Times New Roman" panose="02020603050405020304" pitchFamily="18" charset="0"/>
              </a:defRPr>
            </a:lvl4pPr>
            <a:lvl5pPr marL="2057400" indent="-228600" defTabSz="966788" eaLnBrk="0" hangingPunct="0">
              <a:defRPr sz="2400">
                <a:solidFill>
                  <a:schemeClr val="tx1"/>
                </a:solidFill>
                <a:latin typeface="Times New Roman" panose="02020603050405020304" pitchFamily="18" charset="0"/>
              </a:defRPr>
            </a:lvl5pPr>
            <a:lvl6pPr marL="25146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95DBCAE2-7926-4AC3-BD5D-8F91685FB591}" type="slidenum">
              <a:rPr lang="en-US" altLang="en-US" sz="1300"/>
              <a:pPr eaLnBrk="1" hangingPunct="1"/>
              <a:t>11</a:t>
            </a:fld>
            <a:endParaRPr lang="en-US" altLang="en-US" sz="1300"/>
          </a:p>
        </p:txBody>
      </p:sp>
      <p:sp>
        <p:nvSpPr>
          <p:cNvPr id="471043" name="Rectangle 2"/>
          <p:cNvSpPr>
            <a:spLocks noGrp="1" noRot="1" noChangeAspect="1" noChangeArrowheads="1" noTextEdit="1"/>
          </p:cNvSpPr>
          <p:nvPr>
            <p:ph type="sldImg"/>
          </p:nvPr>
        </p:nvSpPr>
        <p:spPr>
          <a:solidFill>
            <a:srgbClr val="FFFFFF"/>
          </a:solidFill>
          <a:ln/>
        </p:spPr>
      </p:sp>
      <p:sp>
        <p:nvSpPr>
          <p:cNvPr id="471044" name="Rectangle 3"/>
          <p:cNvSpPr>
            <a:spLocks noGrp="1" noChangeArrowheads="1"/>
          </p:cNvSpPr>
          <p:nvPr>
            <p:ph type="body" idx="1"/>
          </p:nvPr>
        </p:nvSpPr>
        <p:spPr>
          <a:solidFill>
            <a:srgbClr val="FFFFFF"/>
          </a:solidFill>
          <a:ln>
            <a:solidFill>
              <a:srgbClr val="000000"/>
            </a:solidFill>
          </a:ln>
        </p:spPr>
        <p:txBody>
          <a:bodyPr/>
          <a:lstStyle/>
          <a:p>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20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eaLnBrk="0" hangingPunct="0">
              <a:defRPr sz="2400">
                <a:solidFill>
                  <a:schemeClr val="tx1"/>
                </a:solidFill>
                <a:latin typeface="Times New Roman" panose="02020603050405020304" pitchFamily="18" charset="0"/>
              </a:defRPr>
            </a:lvl1pPr>
            <a:lvl2pPr marL="742950" indent="-285750" defTabSz="966788" eaLnBrk="0" hangingPunct="0">
              <a:defRPr sz="2400">
                <a:solidFill>
                  <a:schemeClr val="tx1"/>
                </a:solidFill>
                <a:latin typeface="Times New Roman" panose="02020603050405020304" pitchFamily="18" charset="0"/>
              </a:defRPr>
            </a:lvl2pPr>
            <a:lvl3pPr marL="1143000" indent="-228600" defTabSz="966788" eaLnBrk="0" hangingPunct="0">
              <a:defRPr sz="2400">
                <a:solidFill>
                  <a:schemeClr val="tx1"/>
                </a:solidFill>
                <a:latin typeface="Times New Roman" panose="02020603050405020304" pitchFamily="18" charset="0"/>
              </a:defRPr>
            </a:lvl3pPr>
            <a:lvl4pPr marL="1600200" indent="-228600" defTabSz="966788" eaLnBrk="0" hangingPunct="0">
              <a:defRPr sz="2400">
                <a:solidFill>
                  <a:schemeClr val="tx1"/>
                </a:solidFill>
                <a:latin typeface="Times New Roman" panose="02020603050405020304" pitchFamily="18" charset="0"/>
              </a:defRPr>
            </a:lvl4pPr>
            <a:lvl5pPr marL="2057400" indent="-228600" defTabSz="966788" eaLnBrk="0" hangingPunct="0">
              <a:defRPr sz="2400">
                <a:solidFill>
                  <a:schemeClr val="tx1"/>
                </a:solidFill>
                <a:latin typeface="Times New Roman" panose="02020603050405020304" pitchFamily="18" charset="0"/>
              </a:defRPr>
            </a:lvl5pPr>
            <a:lvl6pPr marL="25146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D6BC1299-7225-4A84-9FB9-459916F6E489}" type="slidenum">
              <a:rPr lang="en-US" altLang="en-US" sz="1300"/>
              <a:pPr eaLnBrk="1" hangingPunct="1"/>
              <a:t>12</a:t>
            </a:fld>
            <a:endParaRPr lang="en-US" altLang="en-US" sz="1300"/>
          </a:p>
        </p:txBody>
      </p:sp>
      <p:sp>
        <p:nvSpPr>
          <p:cNvPr id="472067" name="Rectangle 2"/>
          <p:cNvSpPr>
            <a:spLocks noGrp="1" noRot="1" noChangeAspect="1" noChangeArrowheads="1" noTextEdit="1"/>
          </p:cNvSpPr>
          <p:nvPr>
            <p:ph type="sldImg"/>
          </p:nvPr>
        </p:nvSpPr>
        <p:spPr>
          <a:solidFill>
            <a:srgbClr val="FFFFFF"/>
          </a:solidFill>
          <a:ln/>
        </p:spPr>
      </p:sp>
      <p:sp>
        <p:nvSpPr>
          <p:cNvPr id="472068" name="Rectangle 3"/>
          <p:cNvSpPr>
            <a:spLocks noGrp="1" noChangeArrowheads="1"/>
          </p:cNvSpPr>
          <p:nvPr>
            <p:ph type="body" idx="1"/>
          </p:nvPr>
        </p:nvSpPr>
        <p:spPr>
          <a:solidFill>
            <a:srgbClr val="FFFFFF"/>
          </a:solidFill>
          <a:ln>
            <a:solidFill>
              <a:srgbClr val="000000"/>
            </a:solidFill>
          </a:ln>
        </p:spPr>
        <p:txBody>
          <a:bodyPr/>
          <a:lstStyle/>
          <a:p>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30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eaLnBrk="0" hangingPunct="0">
              <a:defRPr sz="2400">
                <a:solidFill>
                  <a:schemeClr val="tx1"/>
                </a:solidFill>
                <a:latin typeface="Times New Roman" panose="02020603050405020304" pitchFamily="18" charset="0"/>
              </a:defRPr>
            </a:lvl1pPr>
            <a:lvl2pPr marL="742950" indent="-285750" defTabSz="966788" eaLnBrk="0" hangingPunct="0">
              <a:defRPr sz="2400">
                <a:solidFill>
                  <a:schemeClr val="tx1"/>
                </a:solidFill>
                <a:latin typeface="Times New Roman" panose="02020603050405020304" pitchFamily="18" charset="0"/>
              </a:defRPr>
            </a:lvl2pPr>
            <a:lvl3pPr marL="1143000" indent="-228600" defTabSz="966788" eaLnBrk="0" hangingPunct="0">
              <a:defRPr sz="2400">
                <a:solidFill>
                  <a:schemeClr val="tx1"/>
                </a:solidFill>
                <a:latin typeface="Times New Roman" panose="02020603050405020304" pitchFamily="18" charset="0"/>
              </a:defRPr>
            </a:lvl3pPr>
            <a:lvl4pPr marL="1600200" indent="-228600" defTabSz="966788" eaLnBrk="0" hangingPunct="0">
              <a:defRPr sz="2400">
                <a:solidFill>
                  <a:schemeClr val="tx1"/>
                </a:solidFill>
                <a:latin typeface="Times New Roman" panose="02020603050405020304" pitchFamily="18" charset="0"/>
              </a:defRPr>
            </a:lvl4pPr>
            <a:lvl5pPr marL="2057400" indent="-228600" defTabSz="966788" eaLnBrk="0" hangingPunct="0">
              <a:defRPr sz="2400">
                <a:solidFill>
                  <a:schemeClr val="tx1"/>
                </a:solidFill>
                <a:latin typeface="Times New Roman" panose="02020603050405020304" pitchFamily="18" charset="0"/>
              </a:defRPr>
            </a:lvl5pPr>
            <a:lvl6pPr marL="25146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2F14A4C3-A1C6-40BB-9AD1-E7499CADC9F7}" type="slidenum">
              <a:rPr lang="en-US" altLang="en-US" sz="1300"/>
              <a:pPr eaLnBrk="1" hangingPunct="1"/>
              <a:t>13</a:t>
            </a:fld>
            <a:endParaRPr lang="en-US" altLang="en-US" sz="1300"/>
          </a:p>
        </p:txBody>
      </p:sp>
      <p:sp>
        <p:nvSpPr>
          <p:cNvPr id="473091" name="Rectangle 2"/>
          <p:cNvSpPr>
            <a:spLocks noGrp="1" noRot="1" noChangeAspect="1" noChangeArrowheads="1" noTextEdit="1"/>
          </p:cNvSpPr>
          <p:nvPr>
            <p:ph type="sldImg"/>
          </p:nvPr>
        </p:nvSpPr>
        <p:spPr>
          <a:solidFill>
            <a:srgbClr val="FFFFFF"/>
          </a:solidFill>
          <a:ln/>
        </p:spPr>
      </p:sp>
      <p:sp>
        <p:nvSpPr>
          <p:cNvPr id="473092" name="Rectangle 3"/>
          <p:cNvSpPr>
            <a:spLocks noGrp="1" noChangeArrowheads="1"/>
          </p:cNvSpPr>
          <p:nvPr>
            <p:ph type="body" idx="1"/>
          </p:nvPr>
        </p:nvSpPr>
        <p:spPr>
          <a:solidFill>
            <a:srgbClr val="FFFFFF"/>
          </a:solidFill>
          <a:ln>
            <a:solidFill>
              <a:srgbClr val="000000"/>
            </a:solidFill>
          </a:ln>
        </p:spPr>
        <p:txBody>
          <a:bodyPr/>
          <a:lstStyle/>
          <a:p>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41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eaLnBrk="0" hangingPunct="0">
              <a:defRPr sz="2400">
                <a:solidFill>
                  <a:schemeClr val="tx1"/>
                </a:solidFill>
                <a:latin typeface="Times New Roman" panose="02020603050405020304" pitchFamily="18" charset="0"/>
              </a:defRPr>
            </a:lvl1pPr>
            <a:lvl2pPr marL="742950" indent="-285750" defTabSz="966788" eaLnBrk="0" hangingPunct="0">
              <a:defRPr sz="2400">
                <a:solidFill>
                  <a:schemeClr val="tx1"/>
                </a:solidFill>
                <a:latin typeface="Times New Roman" panose="02020603050405020304" pitchFamily="18" charset="0"/>
              </a:defRPr>
            </a:lvl2pPr>
            <a:lvl3pPr marL="1143000" indent="-228600" defTabSz="966788" eaLnBrk="0" hangingPunct="0">
              <a:defRPr sz="2400">
                <a:solidFill>
                  <a:schemeClr val="tx1"/>
                </a:solidFill>
                <a:latin typeface="Times New Roman" panose="02020603050405020304" pitchFamily="18" charset="0"/>
              </a:defRPr>
            </a:lvl3pPr>
            <a:lvl4pPr marL="1600200" indent="-228600" defTabSz="966788" eaLnBrk="0" hangingPunct="0">
              <a:defRPr sz="2400">
                <a:solidFill>
                  <a:schemeClr val="tx1"/>
                </a:solidFill>
                <a:latin typeface="Times New Roman" panose="02020603050405020304" pitchFamily="18" charset="0"/>
              </a:defRPr>
            </a:lvl4pPr>
            <a:lvl5pPr marL="2057400" indent="-228600" defTabSz="966788" eaLnBrk="0" hangingPunct="0">
              <a:defRPr sz="2400">
                <a:solidFill>
                  <a:schemeClr val="tx1"/>
                </a:solidFill>
                <a:latin typeface="Times New Roman" panose="02020603050405020304" pitchFamily="18" charset="0"/>
              </a:defRPr>
            </a:lvl5pPr>
            <a:lvl6pPr marL="25146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56572E97-FCEA-4E53-90DE-2334438150E1}" type="slidenum">
              <a:rPr lang="en-US" altLang="en-US" sz="1300"/>
              <a:pPr eaLnBrk="1" hangingPunct="1"/>
              <a:t>14</a:t>
            </a:fld>
            <a:endParaRPr lang="en-US" altLang="en-US" sz="1300"/>
          </a:p>
        </p:txBody>
      </p:sp>
      <p:sp>
        <p:nvSpPr>
          <p:cNvPr id="474115" name="Rectangle 2"/>
          <p:cNvSpPr>
            <a:spLocks noGrp="1" noRot="1" noChangeAspect="1" noChangeArrowheads="1" noTextEdit="1"/>
          </p:cNvSpPr>
          <p:nvPr>
            <p:ph type="sldImg"/>
          </p:nvPr>
        </p:nvSpPr>
        <p:spPr>
          <a:solidFill>
            <a:srgbClr val="FFFFFF"/>
          </a:solidFill>
          <a:ln/>
        </p:spPr>
      </p:sp>
      <p:sp>
        <p:nvSpPr>
          <p:cNvPr id="474116" name="Rectangle 3"/>
          <p:cNvSpPr>
            <a:spLocks noGrp="1" noChangeArrowheads="1"/>
          </p:cNvSpPr>
          <p:nvPr>
            <p:ph type="body" idx="1"/>
          </p:nvPr>
        </p:nvSpPr>
        <p:spPr>
          <a:solidFill>
            <a:srgbClr val="FFFFFF"/>
          </a:solidFill>
          <a:ln>
            <a:solidFill>
              <a:srgbClr val="000000"/>
            </a:solidFill>
          </a:ln>
        </p:spPr>
        <p:txBody>
          <a:bodyPr/>
          <a:lstStyle/>
          <a:p>
            <a:r>
              <a:rPr lang="en-US" altLang="en-US"/>
              <a:t>The first implementation is preferred.</a:t>
            </a:r>
          </a:p>
          <a:p>
            <a:endParaRPr lang="en-US" altLang="en-US"/>
          </a:p>
          <a:p>
            <a:r>
              <a:rPr lang="en-US" altLang="en-US"/>
              <a:t>The second implementation illustrates a common programming style by many students.  It attempts to “look ahead” at the node to be called to determine if it is </a:t>
            </a:r>
            <a:r>
              <a:rPr lang="en-US" altLang="en-US">
                <a:latin typeface="Courier New" panose="02070309020205020404" pitchFamily="49" charset="0"/>
              </a:rPr>
              <a:t>null</a:t>
            </a:r>
            <a:r>
              <a:rPr lang="en-US" altLang="en-US"/>
              <a:t> or not.  This is highly error prone, because the calling function must make sure not to pass in a </a:t>
            </a:r>
            <a:r>
              <a:rPr lang="en-US" altLang="en-US">
                <a:latin typeface="Helvetica" panose="020B0604020202020204" pitchFamily="34" charset="0"/>
              </a:rPr>
              <a:t>null</a:t>
            </a:r>
            <a:r>
              <a:rPr lang="en-US" altLang="en-US"/>
              <a:t> pointer for the tree root.  It might appear to be more efficient (since it does not make recursive calls on the empty pointers), but it is not in reality since it is checking the pointers twice (to see if not </a:t>
            </a:r>
            <a:r>
              <a:rPr lang="en-US" altLang="en-US">
                <a:latin typeface="Helvetica" panose="020B0604020202020204" pitchFamily="34" charset="0"/>
              </a:rPr>
              <a:t>null</a:t>
            </a:r>
            <a:r>
              <a:rPr lang="en-US" altLang="en-US"/>
              <a:t>, then to process them).</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51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eaLnBrk="0" hangingPunct="0">
              <a:defRPr sz="2400">
                <a:solidFill>
                  <a:schemeClr val="tx1"/>
                </a:solidFill>
                <a:latin typeface="Times New Roman" panose="02020603050405020304" pitchFamily="18" charset="0"/>
              </a:defRPr>
            </a:lvl1pPr>
            <a:lvl2pPr marL="742950" indent="-285750" defTabSz="966788" eaLnBrk="0" hangingPunct="0">
              <a:defRPr sz="2400">
                <a:solidFill>
                  <a:schemeClr val="tx1"/>
                </a:solidFill>
                <a:latin typeface="Times New Roman" panose="02020603050405020304" pitchFamily="18" charset="0"/>
              </a:defRPr>
            </a:lvl2pPr>
            <a:lvl3pPr marL="1143000" indent="-228600" defTabSz="966788" eaLnBrk="0" hangingPunct="0">
              <a:defRPr sz="2400">
                <a:solidFill>
                  <a:schemeClr val="tx1"/>
                </a:solidFill>
                <a:latin typeface="Times New Roman" panose="02020603050405020304" pitchFamily="18" charset="0"/>
              </a:defRPr>
            </a:lvl3pPr>
            <a:lvl4pPr marL="1600200" indent="-228600" defTabSz="966788" eaLnBrk="0" hangingPunct="0">
              <a:defRPr sz="2400">
                <a:solidFill>
                  <a:schemeClr val="tx1"/>
                </a:solidFill>
                <a:latin typeface="Times New Roman" panose="02020603050405020304" pitchFamily="18" charset="0"/>
              </a:defRPr>
            </a:lvl4pPr>
            <a:lvl5pPr marL="2057400" indent="-228600" defTabSz="966788" eaLnBrk="0" hangingPunct="0">
              <a:defRPr sz="2400">
                <a:solidFill>
                  <a:schemeClr val="tx1"/>
                </a:solidFill>
                <a:latin typeface="Times New Roman" panose="02020603050405020304" pitchFamily="18" charset="0"/>
              </a:defRPr>
            </a:lvl5pPr>
            <a:lvl6pPr marL="25146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B8DE30D4-640E-4BA3-97F6-7360277BFCB5}" type="slidenum">
              <a:rPr lang="en-US" altLang="en-US" sz="1300"/>
              <a:pPr eaLnBrk="1" hangingPunct="1"/>
              <a:t>15</a:t>
            </a:fld>
            <a:endParaRPr lang="en-US" altLang="en-US" sz="1300"/>
          </a:p>
        </p:txBody>
      </p:sp>
      <p:sp>
        <p:nvSpPr>
          <p:cNvPr id="475139" name="Rectangle 2"/>
          <p:cNvSpPr>
            <a:spLocks noGrp="1" noRot="1" noChangeAspect="1" noChangeArrowheads="1" noTextEdit="1"/>
          </p:cNvSpPr>
          <p:nvPr>
            <p:ph type="sldImg"/>
          </p:nvPr>
        </p:nvSpPr>
        <p:spPr>
          <a:solidFill>
            <a:srgbClr val="FFFFFF"/>
          </a:solidFill>
          <a:ln/>
        </p:spPr>
      </p:sp>
      <p:sp>
        <p:nvSpPr>
          <p:cNvPr id="475140" name="Rectangle 3"/>
          <p:cNvSpPr>
            <a:spLocks noGrp="1" noChangeArrowheads="1"/>
          </p:cNvSpPr>
          <p:nvPr>
            <p:ph type="body" idx="1"/>
          </p:nvPr>
        </p:nvSpPr>
        <p:spPr>
          <a:solidFill>
            <a:srgbClr val="FFFFFF"/>
          </a:solidFill>
          <a:ln>
            <a:solidFill>
              <a:srgbClr val="000000"/>
            </a:solidFill>
          </a:ln>
        </p:spPr>
        <p:txBody>
          <a:bodyPr/>
          <a:lstStyle/>
          <a:p>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9DCA5E-2CB9-9D76-C5D8-CAB2FCC6148B}"/>
            </a:ext>
          </a:extLst>
        </p:cNvPr>
        <p:cNvGrpSpPr/>
        <p:nvPr/>
      </p:nvGrpSpPr>
      <p:grpSpPr>
        <a:xfrm>
          <a:off x="0" y="0"/>
          <a:ext cx="0" cy="0"/>
          <a:chOff x="0" y="0"/>
          <a:chExt cx="0" cy="0"/>
        </a:xfrm>
      </p:grpSpPr>
      <p:sp>
        <p:nvSpPr>
          <p:cNvPr id="475138" name="Rectangle 7">
            <a:extLst>
              <a:ext uri="{FF2B5EF4-FFF2-40B4-BE49-F238E27FC236}">
                <a16:creationId xmlns:a16="http://schemas.microsoft.com/office/drawing/2014/main" id="{BA07ED13-395F-85D5-9028-E97D5F2A5D0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eaLnBrk="0" hangingPunct="0">
              <a:defRPr sz="2400">
                <a:solidFill>
                  <a:schemeClr val="tx1"/>
                </a:solidFill>
                <a:latin typeface="Times New Roman" panose="02020603050405020304" pitchFamily="18" charset="0"/>
              </a:defRPr>
            </a:lvl1pPr>
            <a:lvl2pPr marL="742950" indent="-285750" defTabSz="966788" eaLnBrk="0" hangingPunct="0">
              <a:defRPr sz="2400">
                <a:solidFill>
                  <a:schemeClr val="tx1"/>
                </a:solidFill>
                <a:latin typeface="Times New Roman" panose="02020603050405020304" pitchFamily="18" charset="0"/>
              </a:defRPr>
            </a:lvl2pPr>
            <a:lvl3pPr marL="1143000" indent="-228600" defTabSz="966788" eaLnBrk="0" hangingPunct="0">
              <a:defRPr sz="2400">
                <a:solidFill>
                  <a:schemeClr val="tx1"/>
                </a:solidFill>
                <a:latin typeface="Times New Roman" panose="02020603050405020304" pitchFamily="18" charset="0"/>
              </a:defRPr>
            </a:lvl3pPr>
            <a:lvl4pPr marL="1600200" indent="-228600" defTabSz="966788" eaLnBrk="0" hangingPunct="0">
              <a:defRPr sz="2400">
                <a:solidFill>
                  <a:schemeClr val="tx1"/>
                </a:solidFill>
                <a:latin typeface="Times New Roman" panose="02020603050405020304" pitchFamily="18" charset="0"/>
              </a:defRPr>
            </a:lvl4pPr>
            <a:lvl5pPr marL="2057400" indent="-228600" defTabSz="966788" eaLnBrk="0" hangingPunct="0">
              <a:defRPr sz="2400">
                <a:solidFill>
                  <a:schemeClr val="tx1"/>
                </a:solidFill>
                <a:latin typeface="Times New Roman" panose="02020603050405020304" pitchFamily="18" charset="0"/>
              </a:defRPr>
            </a:lvl5pPr>
            <a:lvl6pPr marL="25146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B8DE30D4-640E-4BA3-97F6-7360277BFCB5}" type="slidenum">
              <a:rPr lang="en-US" altLang="en-US" sz="1300"/>
              <a:pPr eaLnBrk="1" hangingPunct="1"/>
              <a:t>16</a:t>
            </a:fld>
            <a:endParaRPr lang="en-US" altLang="en-US" sz="1300"/>
          </a:p>
        </p:txBody>
      </p:sp>
      <p:sp>
        <p:nvSpPr>
          <p:cNvPr id="475139" name="Rectangle 2">
            <a:extLst>
              <a:ext uri="{FF2B5EF4-FFF2-40B4-BE49-F238E27FC236}">
                <a16:creationId xmlns:a16="http://schemas.microsoft.com/office/drawing/2014/main" id="{18EA83B0-05BC-DBEB-D503-0645EFB01C44}"/>
              </a:ext>
            </a:extLst>
          </p:cNvPr>
          <p:cNvSpPr>
            <a:spLocks noGrp="1" noRot="1" noChangeAspect="1" noChangeArrowheads="1" noTextEdit="1"/>
          </p:cNvSpPr>
          <p:nvPr>
            <p:ph type="sldImg"/>
          </p:nvPr>
        </p:nvSpPr>
        <p:spPr>
          <a:solidFill>
            <a:srgbClr val="FFFFFF"/>
          </a:solidFill>
          <a:ln/>
        </p:spPr>
      </p:sp>
      <p:sp>
        <p:nvSpPr>
          <p:cNvPr id="475140" name="Rectangle 3">
            <a:extLst>
              <a:ext uri="{FF2B5EF4-FFF2-40B4-BE49-F238E27FC236}">
                <a16:creationId xmlns:a16="http://schemas.microsoft.com/office/drawing/2014/main" id="{24A82C8C-1F41-59EF-F435-164B78DBD4BD}"/>
              </a:ext>
            </a:extLst>
          </p:cNvPr>
          <p:cNvSpPr>
            <a:spLocks noGrp="1" noChangeArrowheads="1"/>
          </p:cNvSpPr>
          <p:nvPr>
            <p:ph type="body" idx="1"/>
          </p:nvPr>
        </p:nvSpPr>
        <p:spPr>
          <a:solidFill>
            <a:srgbClr val="FFFFFF"/>
          </a:solidFill>
          <a:ln>
            <a:solidFill>
              <a:srgbClr val="000000"/>
            </a:solidFill>
          </a:ln>
        </p:spPr>
        <p:txBody>
          <a:bodyPr/>
          <a:lstStyle/>
          <a:p>
            <a:endParaRPr lang="en-US" altLang="en-US"/>
          </a:p>
        </p:txBody>
      </p:sp>
    </p:spTree>
    <p:extLst>
      <p:ext uri="{BB962C8B-B14F-4D97-AF65-F5344CB8AC3E}">
        <p14:creationId xmlns:p14="http://schemas.microsoft.com/office/powerpoint/2010/main" val="25809192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61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eaLnBrk="0" hangingPunct="0">
              <a:defRPr sz="2400">
                <a:solidFill>
                  <a:schemeClr val="tx1"/>
                </a:solidFill>
                <a:latin typeface="Times New Roman" panose="02020603050405020304" pitchFamily="18" charset="0"/>
              </a:defRPr>
            </a:lvl1pPr>
            <a:lvl2pPr marL="742950" indent="-285750" defTabSz="966788" eaLnBrk="0" hangingPunct="0">
              <a:defRPr sz="2400">
                <a:solidFill>
                  <a:schemeClr val="tx1"/>
                </a:solidFill>
                <a:latin typeface="Times New Roman" panose="02020603050405020304" pitchFamily="18" charset="0"/>
              </a:defRPr>
            </a:lvl2pPr>
            <a:lvl3pPr marL="1143000" indent="-228600" defTabSz="966788" eaLnBrk="0" hangingPunct="0">
              <a:defRPr sz="2400">
                <a:solidFill>
                  <a:schemeClr val="tx1"/>
                </a:solidFill>
                <a:latin typeface="Times New Roman" panose="02020603050405020304" pitchFamily="18" charset="0"/>
              </a:defRPr>
            </a:lvl3pPr>
            <a:lvl4pPr marL="1600200" indent="-228600" defTabSz="966788" eaLnBrk="0" hangingPunct="0">
              <a:defRPr sz="2400">
                <a:solidFill>
                  <a:schemeClr val="tx1"/>
                </a:solidFill>
                <a:latin typeface="Times New Roman" panose="02020603050405020304" pitchFamily="18" charset="0"/>
              </a:defRPr>
            </a:lvl4pPr>
            <a:lvl5pPr marL="2057400" indent="-228600" defTabSz="966788" eaLnBrk="0" hangingPunct="0">
              <a:defRPr sz="2400">
                <a:solidFill>
                  <a:schemeClr val="tx1"/>
                </a:solidFill>
                <a:latin typeface="Times New Roman" panose="02020603050405020304" pitchFamily="18" charset="0"/>
              </a:defRPr>
            </a:lvl5pPr>
            <a:lvl6pPr marL="25146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8AA9DFE9-41AD-4410-B110-9795E1845728}" type="slidenum">
              <a:rPr lang="en-US" altLang="en-US" sz="1300"/>
              <a:pPr eaLnBrk="1" hangingPunct="1"/>
              <a:t>17</a:t>
            </a:fld>
            <a:endParaRPr lang="en-US" altLang="en-US" sz="1300"/>
          </a:p>
        </p:txBody>
      </p:sp>
      <p:sp>
        <p:nvSpPr>
          <p:cNvPr id="476163" name="Rectangle 2"/>
          <p:cNvSpPr>
            <a:spLocks noGrp="1" noRot="1" noChangeAspect="1" noChangeArrowheads="1" noTextEdit="1"/>
          </p:cNvSpPr>
          <p:nvPr>
            <p:ph type="sldImg"/>
          </p:nvPr>
        </p:nvSpPr>
        <p:spPr>
          <a:solidFill>
            <a:srgbClr val="FFFFFF"/>
          </a:solidFill>
          <a:ln/>
        </p:spPr>
      </p:sp>
      <p:sp>
        <p:nvSpPr>
          <p:cNvPr id="476164" name="Rectangle 3"/>
          <p:cNvSpPr>
            <a:spLocks noGrp="1" noChangeArrowheads="1"/>
          </p:cNvSpPr>
          <p:nvPr>
            <p:ph type="body" idx="1"/>
          </p:nvPr>
        </p:nvSpPr>
        <p:spPr>
          <a:solidFill>
            <a:srgbClr val="FFFFFF"/>
          </a:solidFill>
          <a:ln>
            <a:solidFill>
              <a:srgbClr val="000000"/>
            </a:solidFill>
          </a:ln>
        </p:spPr>
        <p:txBody>
          <a:bodyPr/>
          <a:lstStyle/>
          <a:p>
            <a:r>
              <a:rPr lang="en-US" altLang="en-US" dirty="0"/>
              <a:t>Standard implementation</a:t>
            </a:r>
            <a:r>
              <a:rPr lang="en-US" altLang="en-US" sz="1000" dirty="0"/>
              <a:t>.  Leaf implementation is identical to internal node implementation, resulting in much wasted space due to null pointers. In fact, we know from the full binary tree theorem that half of the pointers are null.</a:t>
            </a:r>
          </a:p>
          <a:p>
            <a:endParaRPr lang="en-US" altLang="en-US" sz="1000"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71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eaLnBrk="0" hangingPunct="0">
              <a:defRPr sz="2400">
                <a:solidFill>
                  <a:schemeClr val="tx1"/>
                </a:solidFill>
                <a:latin typeface="Times New Roman" panose="02020603050405020304" pitchFamily="18" charset="0"/>
              </a:defRPr>
            </a:lvl1pPr>
            <a:lvl2pPr marL="742950" indent="-285750" defTabSz="966788" eaLnBrk="0" hangingPunct="0">
              <a:defRPr sz="2400">
                <a:solidFill>
                  <a:schemeClr val="tx1"/>
                </a:solidFill>
                <a:latin typeface="Times New Roman" panose="02020603050405020304" pitchFamily="18" charset="0"/>
              </a:defRPr>
            </a:lvl2pPr>
            <a:lvl3pPr marL="1143000" indent="-228600" defTabSz="966788" eaLnBrk="0" hangingPunct="0">
              <a:defRPr sz="2400">
                <a:solidFill>
                  <a:schemeClr val="tx1"/>
                </a:solidFill>
                <a:latin typeface="Times New Roman" panose="02020603050405020304" pitchFamily="18" charset="0"/>
              </a:defRPr>
            </a:lvl3pPr>
            <a:lvl4pPr marL="1600200" indent="-228600" defTabSz="966788" eaLnBrk="0" hangingPunct="0">
              <a:defRPr sz="2400">
                <a:solidFill>
                  <a:schemeClr val="tx1"/>
                </a:solidFill>
                <a:latin typeface="Times New Roman" panose="02020603050405020304" pitchFamily="18" charset="0"/>
              </a:defRPr>
            </a:lvl4pPr>
            <a:lvl5pPr marL="2057400" indent="-228600" defTabSz="966788" eaLnBrk="0" hangingPunct="0">
              <a:defRPr sz="2400">
                <a:solidFill>
                  <a:schemeClr val="tx1"/>
                </a:solidFill>
                <a:latin typeface="Times New Roman" panose="02020603050405020304" pitchFamily="18" charset="0"/>
              </a:defRPr>
            </a:lvl5pPr>
            <a:lvl6pPr marL="25146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C134B515-0C18-473E-9004-CCD0D9A3370B}" type="slidenum">
              <a:rPr lang="en-US" altLang="en-US" sz="1300"/>
              <a:pPr eaLnBrk="1" hangingPunct="1"/>
              <a:t>18</a:t>
            </a:fld>
            <a:endParaRPr lang="en-US" altLang="en-US" sz="1300"/>
          </a:p>
        </p:txBody>
      </p:sp>
      <p:sp>
        <p:nvSpPr>
          <p:cNvPr id="477187" name="Rectangle 2"/>
          <p:cNvSpPr>
            <a:spLocks noGrp="1" noRot="1" noChangeAspect="1" noChangeArrowheads="1" noTextEdit="1"/>
          </p:cNvSpPr>
          <p:nvPr>
            <p:ph type="sldImg"/>
          </p:nvPr>
        </p:nvSpPr>
        <p:spPr>
          <a:solidFill>
            <a:srgbClr val="FFFFFF"/>
          </a:solidFill>
          <a:ln/>
        </p:spPr>
      </p:sp>
      <p:sp>
        <p:nvSpPr>
          <p:cNvPr id="477188" name="Rectangle 3"/>
          <p:cNvSpPr>
            <a:spLocks noGrp="1" noChangeArrowheads="1"/>
          </p:cNvSpPr>
          <p:nvPr>
            <p:ph type="body" idx="1"/>
          </p:nvPr>
        </p:nvSpPr>
        <p:spPr>
          <a:solidFill>
            <a:srgbClr val="FFFFFF"/>
          </a:solidFill>
          <a:ln>
            <a:solidFill>
              <a:srgbClr val="000000"/>
            </a:solidFill>
          </a:ln>
        </p:spPr>
        <p:txBody>
          <a:bodyPr/>
          <a:lstStyle/>
          <a:p>
            <a:r>
              <a:rPr lang="en-US" altLang="en-US" dirty="0"/>
              <a:t>Example of a tree with distinct internal and leaf node implementations.</a:t>
            </a:r>
            <a:endParaRPr lang="en-US" altLang="en-US" sz="1000" dirty="0">
              <a:latin typeface="Courier New" panose="02070309020205020404" pitchFamily="49"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82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eaLnBrk="0" hangingPunct="0">
              <a:defRPr sz="2400">
                <a:solidFill>
                  <a:schemeClr val="tx1"/>
                </a:solidFill>
                <a:latin typeface="Times New Roman" panose="02020603050405020304" pitchFamily="18" charset="0"/>
              </a:defRPr>
            </a:lvl1pPr>
            <a:lvl2pPr marL="742950" indent="-285750" defTabSz="966788" eaLnBrk="0" hangingPunct="0">
              <a:defRPr sz="2400">
                <a:solidFill>
                  <a:schemeClr val="tx1"/>
                </a:solidFill>
                <a:latin typeface="Times New Roman" panose="02020603050405020304" pitchFamily="18" charset="0"/>
              </a:defRPr>
            </a:lvl2pPr>
            <a:lvl3pPr marL="1143000" indent="-228600" defTabSz="966788" eaLnBrk="0" hangingPunct="0">
              <a:defRPr sz="2400">
                <a:solidFill>
                  <a:schemeClr val="tx1"/>
                </a:solidFill>
                <a:latin typeface="Times New Roman" panose="02020603050405020304" pitchFamily="18" charset="0"/>
              </a:defRPr>
            </a:lvl3pPr>
            <a:lvl4pPr marL="1600200" indent="-228600" defTabSz="966788" eaLnBrk="0" hangingPunct="0">
              <a:defRPr sz="2400">
                <a:solidFill>
                  <a:schemeClr val="tx1"/>
                </a:solidFill>
                <a:latin typeface="Times New Roman" panose="02020603050405020304" pitchFamily="18" charset="0"/>
              </a:defRPr>
            </a:lvl4pPr>
            <a:lvl5pPr marL="2057400" indent="-228600" defTabSz="966788" eaLnBrk="0" hangingPunct="0">
              <a:defRPr sz="2400">
                <a:solidFill>
                  <a:schemeClr val="tx1"/>
                </a:solidFill>
                <a:latin typeface="Times New Roman" panose="02020603050405020304" pitchFamily="18" charset="0"/>
              </a:defRPr>
            </a:lvl5pPr>
            <a:lvl6pPr marL="25146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4CDD8D31-43C7-4973-8134-AEF09A36EE93}" type="slidenum">
              <a:rPr lang="en-US" altLang="en-US" sz="1300"/>
              <a:pPr eaLnBrk="1" hangingPunct="1"/>
              <a:t>19</a:t>
            </a:fld>
            <a:endParaRPr lang="en-US" altLang="en-US" sz="1300"/>
          </a:p>
        </p:txBody>
      </p:sp>
      <p:sp>
        <p:nvSpPr>
          <p:cNvPr id="478211" name="Rectangle 2"/>
          <p:cNvSpPr>
            <a:spLocks noGrp="1" noRot="1" noChangeAspect="1" noChangeArrowheads="1" noTextEdit="1"/>
          </p:cNvSpPr>
          <p:nvPr>
            <p:ph type="sldImg"/>
          </p:nvPr>
        </p:nvSpPr>
        <p:spPr>
          <a:solidFill>
            <a:srgbClr val="FFFFFF"/>
          </a:solidFill>
          <a:ln/>
        </p:spPr>
      </p:sp>
      <p:sp>
        <p:nvSpPr>
          <p:cNvPr id="478212" name="Rectangle 3"/>
          <p:cNvSpPr>
            <a:spLocks noGrp="1" noChangeArrowheads="1"/>
          </p:cNvSpPr>
          <p:nvPr>
            <p:ph type="body" idx="1"/>
          </p:nvPr>
        </p:nvSpPr>
        <p:spPr>
          <a:solidFill>
            <a:srgbClr val="FFFFFF"/>
          </a:solidFill>
          <a:ln>
            <a:solidFill>
              <a:srgbClr val="000000"/>
            </a:solidFill>
          </a:ln>
        </p:spPr>
        <p:txBody>
          <a:bodyPr/>
          <a:lstStyle/>
          <a:p>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92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eaLnBrk="0" hangingPunct="0">
              <a:defRPr sz="2400">
                <a:solidFill>
                  <a:schemeClr val="tx1"/>
                </a:solidFill>
                <a:latin typeface="Times New Roman" panose="02020603050405020304" pitchFamily="18" charset="0"/>
              </a:defRPr>
            </a:lvl1pPr>
            <a:lvl2pPr marL="742950" indent="-285750" defTabSz="966788" eaLnBrk="0" hangingPunct="0">
              <a:defRPr sz="2400">
                <a:solidFill>
                  <a:schemeClr val="tx1"/>
                </a:solidFill>
                <a:latin typeface="Times New Roman" panose="02020603050405020304" pitchFamily="18" charset="0"/>
              </a:defRPr>
            </a:lvl2pPr>
            <a:lvl3pPr marL="1143000" indent="-228600" defTabSz="966788" eaLnBrk="0" hangingPunct="0">
              <a:defRPr sz="2400">
                <a:solidFill>
                  <a:schemeClr val="tx1"/>
                </a:solidFill>
                <a:latin typeface="Times New Roman" panose="02020603050405020304" pitchFamily="18" charset="0"/>
              </a:defRPr>
            </a:lvl3pPr>
            <a:lvl4pPr marL="1600200" indent="-228600" defTabSz="966788" eaLnBrk="0" hangingPunct="0">
              <a:defRPr sz="2400">
                <a:solidFill>
                  <a:schemeClr val="tx1"/>
                </a:solidFill>
                <a:latin typeface="Times New Roman" panose="02020603050405020304" pitchFamily="18" charset="0"/>
              </a:defRPr>
            </a:lvl4pPr>
            <a:lvl5pPr marL="2057400" indent="-228600" defTabSz="966788" eaLnBrk="0" hangingPunct="0">
              <a:defRPr sz="2400">
                <a:solidFill>
                  <a:schemeClr val="tx1"/>
                </a:solidFill>
                <a:latin typeface="Times New Roman" panose="02020603050405020304" pitchFamily="18" charset="0"/>
              </a:defRPr>
            </a:lvl5pPr>
            <a:lvl6pPr marL="25146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411E0649-F6CB-4CAE-BD59-1C2F29FC97C0}" type="slidenum">
              <a:rPr lang="en-US" altLang="en-US" sz="1300"/>
              <a:pPr eaLnBrk="1" hangingPunct="1"/>
              <a:t>20</a:t>
            </a:fld>
            <a:endParaRPr lang="en-US" altLang="en-US" sz="1300"/>
          </a:p>
        </p:txBody>
      </p:sp>
      <p:sp>
        <p:nvSpPr>
          <p:cNvPr id="479235" name="Rectangle 2"/>
          <p:cNvSpPr>
            <a:spLocks noGrp="1" noRot="1" noChangeAspect="1" noChangeArrowheads="1" noTextEdit="1"/>
          </p:cNvSpPr>
          <p:nvPr>
            <p:ph type="sldImg"/>
          </p:nvPr>
        </p:nvSpPr>
        <p:spPr>
          <a:solidFill>
            <a:srgbClr val="FFFFFF"/>
          </a:solidFill>
          <a:ln/>
        </p:spPr>
      </p:sp>
      <p:sp>
        <p:nvSpPr>
          <p:cNvPr id="479236" name="Rectangle 3"/>
          <p:cNvSpPr>
            <a:spLocks noGrp="1" noChangeArrowheads="1"/>
          </p:cNvSpPr>
          <p:nvPr>
            <p:ph type="body" idx="1"/>
          </p:nvPr>
        </p:nvSpPr>
        <p:spPr>
          <a:solidFill>
            <a:srgbClr val="FFFFFF"/>
          </a:solidFill>
          <a:ln>
            <a:solidFill>
              <a:srgbClr val="000000"/>
            </a:solidFill>
          </a:ln>
        </p:spPr>
        <p:txBody>
          <a:bodyPr/>
          <a:lstStyle/>
          <a:p>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02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eaLnBrk="0" hangingPunct="0">
              <a:defRPr sz="2400">
                <a:solidFill>
                  <a:schemeClr val="tx1"/>
                </a:solidFill>
                <a:latin typeface="Times New Roman" panose="02020603050405020304" pitchFamily="18" charset="0"/>
              </a:defRPr>
            </a:lvl1pPr>
            <a:lvl2pPr marL="742950" indent="-285750" defTabSz="966788" eaLnBrk="0" hangingPunct="0">
              <a:defRPr sz="2400">
                <a:solidFill>
                  <a:schemeClr val="tx1"/>
                </a:solidFill>
                <a:latin typeface="Times New Roman" panose="02020603050405020304" pitchFamily="18" charset="0"/>
              </a:defRPr>
            </a:lvl2pPr>
            <a:lvl3pPr marL="1143000" indent="-228600" defTabSz="966788" eaLnBrk="0" hangingPunct="0">
              <a:defRPr sz="2400">
                <a:solidFill>
                  <a:schemeClr val="tx1"/>
                </a:solidFill>
                <a:latin typeface="Times New Roman" panose="02020603050405020304" pitchFamily="18" charset="0"/>
              </a:defRPr>
            </a:lvl3pPr>
            <a:lvl4pPr marL="1600200" indent="-228600" defTabSz="966788" eaLnBrk="0" hangingPunct="0">
              <a:defRPr sz="2400">
                <a:solidFill>
                  <a:schemeClr val="tx1"/>
                </a:solidFill>
                <a:latin typeface="Times New Roman" panose="02020603050405020304" pitchFamily="18" charset="0"/>
              </a:defRPr>
            </a:lvl4pPr>
            <a:lvl5pPr marL="2057400" indent="-228600" defTabSz="966788" eaLnBrk="0" hangingPunct="0">
              <a:defRPr sz="2400">
                <a:solidFill>
                  <a:schemeClr val="tx1"/>
                </a:solidFill>
                <a:latin typeface="Times New Roman" panose="02020603050405020304" pitchFamily="18" charset="0"/>
              </a:defRPr>
            </a:lvl5pPr>
            <a:lvl6pPr marL="25146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630D39C6-B803-4C22-88ED-01069BD758F1}" type="slidenum">
              <a:rPr lang="en-US" altLang="en-US" sz="1300"/>
              <a:pPr eaLnBrk="1" hangingPunct="1"/>
              <a:t>21</a:t>
            </a:fld>
            <a:endParaRPr lang="en-US" altLang="en-US" sz="1300"/>
          </a:p>
        </p:txBody>
      </p:sp>
      <p:sp>
        <p:nvSpPr>
          <p:cNvPr id="480259" name="Rectangle 2"/>
          <p:cNvSpPr>
            <a:spLocks noGrp="1" noRot="1" noChangeAspect="1" noChangeArrowheads="1" noTextEdit="1"/>
          </p:cNvSpPr>
          <p:nvPr>
            <p:ph type="sldImg"/>
          </p:nvPr>
        </p:nvSpPr>
        <p:spPr>
          <a:solidFill>
            <a:srgbClr val="FFFFFF"/>
          </a:solidFill>
          <a:ln/>
        </p:spPr>
      </p:sp>
      <p:sp>
        <p:nvSpPr>
          <p:cNvPr id="480260" name="Rectangle 3"/>
          <p:cNvSpPr>
            <a:spLocks noGrp="1" noChangeArrowheads="1"/>
          </p:cNvSpPr>
          <p:nvPr>
            <p:ph type="body" idx="1"/>
          </p:nvPr>
        </p:nvSpPr>
        <p:spPr>
          <a:solidFill>
            <a:srgbClr val="FFFFFF"/>
          </a:solidFill>
          <a:ln>
            <a:solidFill>
              <a:srgbClr val="000000"/>
            </a:solidFill>
          </a:ln>
        </p:spPr>
        <p:txBody>
          <a:bodyPr/>
          <a:lstStyle/>
          <a:p>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eaLnBrk="0" hangingPunct="0">
              <a:defRPr sz="2400">
                <a:solidFill>
                  <a:schemeClr val="tx1"/>
                </a:solidFill>
                <a:latin typeface="Times New Roman" panose="02020603050405020304" pitchFamily="18" charset="0"/>
              </a:defRPr>
            </a:lvl1pPr>
            <a:lvl2pPr marL="742950" indent="-285750" defTabSz="966788" eaLnBrk="0" hangingPunct="0">
              <a:defRPr sz="2400">
                <a:solidFill>
                  <a:schemeClr val="tx1"/>
                </a:solidFill>
                <a:latin typeface="Times New Roman" panose="02020603050405020304" pitchFamily="18" charset="0"/>
              </a:defRPr>
            </a:lvl2pPr>
            <a:lvl3pPr marL="1143000" indent="-228600" defTabSz="966788" eaLnBrk="0" hangingPunct="0">
              <a:defRPr sz="2400">
                <a:solidFill>
                  <a:schemeClr val="tx1"/>
                </a:solidFill>
                <a:latin typeface="Times New Roman" panose="02020603050405020304" pitchFamily="18" charset="0"/>
              </a:defRPr>
            </a:lvl3pPr>
            <a:lvl4pPr marL="1600200" indent="-228600" defTabSz="966788" eaLnBrk="0" hangingPunct="0">
              <a:defRPr sz="2400">
                <a:solidFill>
                  <a:schemeClr val="tx1"/>
                </a:solidFill>
                <a:latin typeface="Times New Roman" panose="02020603050405020304" pitchFamily="18" charset="0"/>
              </a:defRPr>
            </a:lvl4pPr>
            <a:lvl5pPr marL="2057400" indent="-228600" defTabSz="966788" eaLnBrk="0" hangingPunct="0">
              <a:defRPr sz="2400">
                <a:solidFill>
                  <a:schemeClr val="tx1"/>
                </a:solidFill>
                <a:latin typeface="Times New Roman" panose="02020603050405020304" pitchFamily="18" charset="0"/>
              </a:defRPr>
            </a:lvl5pPr>
            <a:lvl6pPr marL="25146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A4D696EF-ADF3-4632-B3A1-DCD84192D951}" type="slidenum">
              <a:rPr lang="en-US" altLang="en-US" sz="1300"/>
              <a:pPr eaLnBrk="1" hangingPunct="1"/>
              <a:t>23</a:t>
            </a:fld>
            <a:endParaRPr lang="en-US" altLang="en-US" sz="1300"/>
          </a:p>
        </p:txBody>
      </p:sp>
      <p:sp>
        <p:nvSpPr>
          <p:cNvPr id="481283" name="Rectangle 2"/>
          <p:cNvSpPr>
            <a:spLocks noGrp="1" noRot="1" noChangeAspect="1" noChangeArrowheads="1" noTextEdit="1"/>
          </p:cNvSpPr>
          <p:nvPr>
            <p:ph type="sldImg"/>
          </p:nvPr>
        </p:nvSpPr>
        <p:spPr>
          <a:solidFill>
            <a:srgbClr val="FFFFFF"/>
          </a:solidFill>
          <a:ln/>
        </p:spPr>
      </p:sp>
      <p:sp>
        <p:nvSpPr>
          <p:cNvPr id="481284" name="Rectangle 3"/>
          <p:cNvSpPr>
            <a:spLocks noGrp="1" noChangeArrowheads="1"/>
          </p:cNvSpPr>
          <p:nvPr>
            <p:ph type="body" idx="1"/>
          </p:nvPr>
        </p:nvSpPr>
        <p:spPr>
          <a:solidFill>
            <a:srgbClr val="FFFFFF"/>
          </a:solidFill>
          <a:ln>
            <a:solidFill>
              <a:srgbClr val="000000"/>
            </a:solidFill>
          </a:ln>
        </p:spPr>
        <p:txBody>
          <a:bodyPr/>
          <a:lstStyle/>
          <a:p>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23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eaLnBrk="0" hangingPunct="0">
              <a:defRPr sz="2400">
                <a:solidFill>
                  <a:schemeClr val="tx1"/>
                </a:solidFill>
                <a:latin typeface="Times New Roman" panose="02020603050405020304" pitchFamily="18" charset="0"/>
              </a:defRPr>
            </a:lvl1pPr>
            <a:lvl2pPr marL="742950" indent="-285750" defTabSz="966788" eaLnBrk="0" hangingPunct="0">
              <a:defRPr sz="2400">
                <a:solidFill>
                  <a:schemeClr val="tx1"/>
                </a:solidFill>
                <a:latin typeface="Times New Roman" panose="02020603050405020304" pitchFamily="18" charset="0"/>
              </a:defRPr>
            </a:lvl2pPr>
            <a:lvl3pPr marL="1143000" indent="-228600" defTabSz="966788" eaLnBrk="0" hangingPunct="0">
              <a:defRPr sz="2400">
                <a:solidFill>
                  <a:schemeClr val="tx1"/>
                </a:solidFill>
                <a:latin typeface="Times New Roman" panose="02020603050405020304" pitchFamily="18" charset="0"/>
              </a:defRPr>
            </a:lvl3pPr>
            <a:lvl4pPr marL="1600200" indent="-228600" defTabSz="966788" eaLnBrk="0" hangingPunct="0">
              <a:defRPr sz="2400">
                <a:solidFill>
                  <a:schemeClr val="tx1"/>
                </a:solidFill>
                <a:latin typeface="Times New Roman" panose="02020603050405020304" pitchFamily="18" charset="0"/>
              </a:defRPr>
            </a:lvl4pPr>
            <a:lvl5pPr marL="2057400" indent="-228600" defTabSz="966788" eaLnBrk="0" hangingPunct="0">
              <a:defRPr sz="2400">
                <a:solidFill>
                  <a:schemeClr val="tx1"/>
                </a:solidFill>
                <a:latin typeface="Times New Roman" panose="02020603050405020304" pitchFamily="18" charset="0"/>
              </a:defRPr>
            </a:lvl5pPr>
            <a:lvl6pPr marL="25146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1A83300E-C5D1-47EA-813C-CAFAA859F9FF}" type="slidenum">
              <a:rPr lang="en-US" altLang="en-US" sz="1300"/>
              <a:pPr eaLnBrk="1" hangingPunct="1"/>
              <a:t>24</a:t>
            </a:fld>
            <a:endParaRPr lang="en-US" altLang="en-US" sz="1300"/>
          </a:p>
        </p:txBody>
      </p:sp>
      <p:sp>
        <p:nvSpPr>
          <p:cNvPr id="482307" name="Rectangle 2"/>
          <p:cNvSpPr>
            <a:spLocks noGrp="1" noRot="1" noChangeAspect="1" noChangeArrowheads="1" noTextEdit="1"/>
          </p:cNvSpPr>
          <p:nvPr>
            <p:ph type="sldImg"/>
          </p:nvPr>
        </p:nvSpPr>
        <p:spPr>
          <a:solidFill>
            <a:srgbClr val="FFFFFF"/>
          </a:solidFill>
          <a:ln/>
        </p:spPr>
      </p:sp>
      <p:sp>
        <p:nvSpPr>
          <p:cNvPr id="482308" name="Rectangle 3"/>
          <p:cNvSpPr>
            <a:spLocks noGrp="1" noChangeArrowheads="1"/>
          </p:cNvSpPr>
          <p:nvPr>
            <p:ph type="body" idx="1"/>
          </p:nvPr>
        </p:nvSpPr>
        <p:spPr>
          <a:solidFill>
            <a:srgbClr val="FFFFFF"/>
          </a:solidFill>
          <a:ln>
            <a:solidFill>
              <a:srgbClr val="000000"/>
            </a:solidFill>
          </a:ln>
        </p:spPr>
        <p:txBody>
          <a:bodyPr/>
          <a:lstStyle/>
          <a:p>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33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eaLnBrk="0" hangingPunct="0">
              <a:defRPr sz="2400">
                <a:solidFill>
                  <a:schemeClr val="tx1"/>
                </a:solidFill>
                <a:latin typeface="Times New Roman" panose="02020603050405020304" pitchFamily="18" charset="0"/>
              </a:defRPr>
            </a:lvl1pPr>
            <a:lvl2pPr marL="742950" indent="-285750" defTabSz="966788" eaLnBrk="0" hangingPunct="0">
              <a:defRPr sz="2400">
                <a:solidFill>
                  <a:schemeClr val="tx1"/>
                </a:solidFill>
                <a:latin typeface="Times New Roman" panose="02020603050405020304" pitchFamily="18" charset="0"/>
              </a:defRPr>
            </a:lvl2pPr>
            <a:lvl3pPr marL="1143000" indent="-228600" defTabSz="966788" eaLnBrk="0" hangingPunct="0">
              <a:defRPr sz="2400">
                <a:solidFill>
                  <a:schemeClr val="tx1"/>
                </a:solidFill>
                <a:latin typeface="Times New Roman" panose="02020603050405020304" pitchFamily="18" charset="0"/>
              </a:defRPr>
            </a:lvl3pPr>
            <a:lvl4pPr marL="1600200" indent="-228600" defTabSz="966788" eaLnBrk="0" hangingPunct="0">
              <a:defRPr sz="2400">
                <a:solidFill>
                  <a:schemeClr val="tx1"/>
                </a:solidFill>
                <a:latin typeface="Times New Roman" panose="02020603050405020304" pitchFamily="18" charset="0"/>
              </a:defRPr>
            </a:lvl4pPr>
            <a:lvl5pPr marL="2057400" indent="-228600" defTabSz="966788" eaLnBrk="0" hangingPunct="0">
              <a:defRPr sz="2400">
                <a:solidFill>
                  <a:schemeClr val="tx1"/>
                </a:solidFill>
                <a:latin typeface="Times New Roman" panose="02020603050405020304" pitchFamily="18" charset="0"/>
              </a:defRPr>
            </a:lvl5pPr>
            <a:lvl6pPr marL="25146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4024CA32-F6B6-412B-BB29-703720E315C9}" type="slidenum">
              <a:rPr lang="en-US" altLang="en-US" sz="1300"/>
              <a:pPr eaLnBrk="1" hangingPunct="1"/>
              <a:t>25</a:t>
            </a:fld>
            <a:endParaRPr lang="en-US" altLang="en-US" sz="1300"/>
          </a:p>
        </p:txBody>
      </p:sp>
      <p:sp>
        <p:nvSpPr>
          <p:cNvPr id="483331" name="Rectangle 2"/>
          <p:cNvSpPr>
            <a:spLocks noGrp="1" noRot="1" noChangeAspect="1" noChangeArrowheads="1" noTextEdit="1"/>
          </p:cNvSpPr>
          <p:nvPr>
            <p:ph type="sldImg"/>
          </p:nvPr>
        </p:nvSpPr>
        <p:spPr>
          <a:solidFill>
            <a:srgbClr val="FFFFFF"/>
          </a:solidFill>
          <a:ln/>
        </p:spPr>
      </p:sp>
      <p:sp>
        <p:nvSpPr>
          <p:cNvPr id="483332" name="Rectangle 3"/>
          <p:cNvSpPr>
            <a:spLocks noGrp="1" noChangeArrowheads="1"/>
          </p:cNvSpPr>
          <p:nvPr>
            <p:ph type="body" idx="1"/>
          </p:nvPr>
        </p:nvSpPr>
        <p:spPr>
          <a:solidFill>
            <a:srgbClr val="FFFFFF"/>
          </a:solidFill>
          <a:ln>
            <a:solidFill>
              <a:srgbClr val="000000"/>
            </a:solidFill>
          </a:ln>
        </p:spPr>
        <p:txBody>
          <a:bodyPr/>
          <a:lstStyle/>
          <a:p>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43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eaLnBrk="0" hangingPunct="0">
              <a:defRPr sz="2400">
                <a:solidFill>
                  <a:schemeClr val="tx1"/>
                </a:solidFill>
                <a:latin typeface="Times New Roman" panose="02020603050405020304" pitchFamily="18" charset="0"/>
              </a:defRPr>
            </a:lvl1pPr>
            <a:lvl2pPr marL="742950" indent="-285750" defTabSz="966788" eaLnBrk="0" hangingPunct="0">
              <a:defRPr sz="2400">
                <a:solidFill>
                  <a:schemeClr val="tx1"/>
                </a:solidFill>
                <a:latin typeface="Times New Roman" panose="02020603050405020304" pitchFamily="18" charset="0"/>
              </a:defRPr>
            </a:lvl2pPr>
            <a:lvl3pPr marL="1143000" indent="-228600" defTabSz="966788" eaLnBrk="0" hangingPunct="0">
              <a:defRPr sz="2400">
                <a:solidFill>
                  <a:schemeClr val="tx1"/>
                </a:solidFill>
                <a:latin typeface="Times New Roman" panose="02020603050405020304" pitchFamily="18" charset="0"/>
              </a:defRPr>
            </a:lvl3pPr>
            <a:lvl4pPr marL="1600200" indent="-228600" defTabSz="966788" eaLnBrk="0" hangingPunct="0">
              <a:defRPr sz="2400">
                <a:solidFill>
                  <a:schemeClr val="tx1"/>
                </a:solidFill>
                <a:latin typeface="Times New Roman" panose="02020603050405020304" pitchFamily="18" charset="0"/>
              </a:defRPr>
            </a:lvl4pPr>
            <a:lvl5pPr marL="2057400" indent="-228600" defTabSz="966788" eaLnBrk="0" hangingPunct="0">
              <a:defRPr sz="2400">
                <a:solidFill>
                  <a:schemeClr val="tx1"/>
                </a:solidFill>
                <a:latin typeface="Times New Roman" panose="02020603050405020304" pitchFamily="18" charset="0"/>
              </a:defRPr>
            </a:lvl5pPr>
            <a:lvl6pPr marL="25146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622C500D-56D1-4A02-AE76-1CAEFE5C70B5}" type="slidenum">
              <a:rPr lang="en-US" altLang="en-US" sz="1300"/>
              <a:pPr eaLnBrk="1" hangingPunct="1"/>
              <a:t>26</a:t>
            </a:fld>
            <a:endParaRPr lang="en-US" altLang="en-US" sz="1300"/>
          </a:p>
        </p:txBody>
      </p:sp>
      <p:sp>
        <p:nvSpPr>
          <p:cNvPr id="484355" name="Rectangle 2"/>
          <p:cNvSpPr>
            <a:spLocks noGrp="1" noRot="1" noChangeAspect="1" noChangeArrowheads="1" noTextEdit="1"/>
          </p:cNvSpPr>
          <p:nvPr>
            <p:ph type="sldImg"/>
          </p:nvPr>
        </p:nvSpPr>
        <p:spPr>
          <a:solidFill>
            <a:srgbClr val="FFFFFF"/>
          </a:solidFill>
          <a:ln/>
        </p:spPr>
      </p:sp>
      <p:sp>
        <p:nvSpPr>
          <p:cNvPr id="484356" name="Rectangle 3"/>
          <p:cNvSpPr>
            <a:spLocks noGrp="1" noChangeArrowheads="1"/>
          </p:cNvSpPr>
          <p:nvPr>
            <p:ph type="body" idx="1"/>
          </p:nvPr>
        </p:nvSpPr>
        <p:spPr>
          <a:solidFill>
            <a:srgbClr val="FFFFFF"/>
          </a:solidFill>
          <a:ln>
            <a:solidFill>
              <a:srgbClr val="000000"/>
            </a:solidFill>
          </a:ln>
        </p:spPr>
        <p:txBody>
          <a:bodyPr/>
          <a:lstStyle/>
          <a:p>
            <a:endParaRPr lang="en-US"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53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eaLnBrk="0" hangingPunct="0">
              <a:defRPr sz="2400">
                <a:solidFill>
                  <a:schemeClr val="tx1"/>
                </a:solidFill>
                <a:latin typeface="Times New Roman" panose="02020603050405020304" pitchFamily="18" charset="0"/>
              </a:defRPr>
            </a:lvl1pPr>
            <a:lvl2pPr marL="742950" indent="-285750" defTabSz="966788" eaLnBrk="0" hangingPunct="0">
              <a:defRPr sz="2400">
                <a:solidFill>
                  <a:schemeClr val="tx1"/>
                </a:solidFill>
                <a:latin typeface="Times New Roman" panose="02020603050405020304" pitchFamily="18" charset="0"/>
              </a:defRPr>
            </a:lvl2pPr>
            <a:lvl3pPr marL="1143000" indent="-228600" defTabSz="966788" eaLnBrk="0" hangingPunct="0">
              <a:defRPr sz="2400">
                <a:solidFill>
                  <a:schemeClr val="tx1"/>
                </a:solidFill>
                <a:latin typeface="Times New Roman" panose="02020603050405020304" pitchFamily="18" charset="0"/>
              </a:defRPr>
            </a:lvl3pPr>
            <a:lvl4pPr marL="1600200" indent="-228600" defTabSz="966788" eaLnBrk="0" hangingPunct="0">
              <a:defRPr sz="2400">
                <a:solidFill>
                  <a:schemeClr val="tx1"/>
                </a:solidFill>
                <a:latin typeface="Times New Roman" panose="02020603050405020304" pitchFamily="18" charset="0"/>
              </a:defRPr>
            </a:lvl4pPr>
            <a:lvl5pPr marL="2057400" indent="-228600" defTabSz="966788" eaLnBrk="0" hangingPunct="0">
              <a:defRPr sz="2400">
                <a:solidFill>
                  <a:schemeClr val="tx1"/>
                </a:solidFill>
                <a:latin typeface="Times New Roman" panose="02020603050405020304" pitchFamily="18" charset="0"/>
              </a:defRPr>
            </a:lvl5pPr>
            <a:lvl6pPr marL="25146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2825EE5E-FDFF-4CE3-B638-9B95D4300355}" type="slidenum">
              <a:rPr lang="en-US" altLang="en-US" sz="1300"/>
              <a:pPr eaLnBrk="1" hangingPunct="1"/>
              <a:t>27</a:t>
            </a:fld>
            <a:endParaRPr lang="en-US" altLang="en-US" sz="1300"/>
          </a:p>
        </p:txBody>
      </p:sp>
      <p:sp>
        <p:nvSpPr>
          <p:cNvPr id="485379" name="Rectangle 2"/>
          <p:cNvSpPr>
            <a:spLocks noGrp="1" noRot="1" noChangeAspect="1" noChangeArrowheads="1" noTextEdit="1"/>
          </p:cNvSpPr>
          <p:nvPr>
            <p:ph type="sldImg"/>
          </p:nvPr>
        </p:nvSpPr>
        <p:spPr>
          <a:solidFill>
            <a:srgbClr val="FFFFFF"/>
          </a:solidFill>
          <a:ln/>
        </p:spPr>
      </p:sp>
      <p:sp>
        <p:nvSpPr>
          <p:cNvPr id="485380" name="Rectangle 3"/>
          <p:cNvSpPr>
            <a:spLocks noGrp="1" noChangeArrowheads="1"/>
          </p:cNvSpPr>
          <p:nvPr>
            <p:ph type="body" idx="1"/>
          </p:nvPr>
        </p:nvSpPr>
        <p:spPr>
          <a:solidFill>
            <a:srgbClr val="FFFFFF"/>
          </a:solidFill>
          <a:ln>
            <a:solidFill>
              <a:srgbClr val="000000"/>
            </a:solidFill>
          </a:ln>
        </p:spPr>
        <p:txBody>
          <a:bodyPr/>
          <a:lstStyle/>
          <a:p>
            <a:r>
              <a:rPr lang="en-US" altLang="en-US" dirty="0"/>
              <a:t>This example is for full binary trees.</a:t>
            </a:r>
          </a:p>
          <a:p>
            <a:endParaRPr lang="en-US" altLang="en-US" dirty="0"/>
          </a:p>
          <a:p>
            <a:r>
              <a:rPr lang="en-US" altLang="en-US" dirty="0"/>
              <a:t>Half of  the nodes have 2 pointers, which is overhead.</a:t>
            </a:r>
          </a:p>
          <a:p>
            <a:endParaRPr lang="en-US" altLang="en-US" dirty="0"/>
          </a:p>
          <a:p>
            <a:r>
              <a:rPr lang="en-US" altLang="en-US" dirty="0"/>
              <a:t>The mechanism for distinguishing leaves from internal nodes adds additional overhead not accounted for here.</a:t>
            </a:r>
            <a:endParaRPr lang="ar-JO" altLang="en-US" dirty="0"/>
          </a:p>
          <a:p>
            <a:endParaRPr lang="ar-JO" altLang="en-US" dirty="0"/>
          </a:p>
          <a:p>
            <a:r>
              <a:rPr lang="en-US" dirty="0"/>
              <a:t>Great savings can be had by eliminating the pointers </a:t>
            </a:r>
            <a:r>
              <a:rPr lang="en-US" b="1" dirty="0"/>
              <a:t>from leaf nodes </a:t>
            </a:r>
            <a:r>
              <a:rPr lang="en-US" dirty="0"/>
              <a:t>in full binary trees. </a:t>
            </a:r>
            <a:endParaRPr lang="ar-JO" dirty="0"/>
          </a:p>
          <a:p>
            <a:r>
              <a:rPr lang="en-US" dirty="0"/>
              <a:t>Again assume the tree stores a reference to the data field. Because about half of the nodes are leaves and half internal nodes, and because only internal nodes now have child pointers, the overhead fraction in this case will be approximately.</a:t>
            </a:r>
            <a:endParaRPr lang="en-US" altLang="en-US" dirty="0"/>
          </a:p>
          <a:p>
            <a:endParaRPr lang="en-US"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07796DA8-EDB8-4D51-AE54-FD9D49C6EBFB}" type="slidenum">
              <a:rPr lang="en-US" altLang="en-US"/>
              <a:pPr/>
              <a:t>‹#›</a:t>
            </a:fld>
            <a:endParaRPr lang="en-US" altLang="en-US"/>
          </a:p>
        </p:txBody>
      </p:sp>
    </p:spTree>
    <p:extLst>
      <p:ext uri="{BB962C8B-B14F-4D97-AF65-F5344CB8AC3E}">
        <p14:creationId xmlns:p14="http://schemas.microsoft.com/office/powerpoint/2010/main" val="28211885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3D85E3EA-D059-46E9-9059-FFA99F7A1665}" type="slidenum">
              <a:rPr lang="en-US" altLang="en-US"/>
              <a:pPr/>
              <a:t>‹#›</a:t>
            </a:fld>
            <a:endParaRPr lang="en-US" altLang="en-US"/>
          </a:p>
        </p:txBody>
      </p:sp>
    </p:spTree>
    <p:extLst>
      <p:ext uri="{BB962C8B-B14F-4D97-AF65-F5344CB8AC3E}">
        <p14:creationId xmlns:p14="http://schemas.microsoft.com/office/powerpoint/2010/main" val="31397600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1FE069E5-5EC8-498D-8BC7-0BA30409566C}" type="slidenum">
              <a:rPr lang="en-US" altLang="en-US"/>
              <a:pPr/>
              <a:t>‹#›</a:t>
            </a:fld>
            <a:endParaRPr lang="en-US" altLang="en-US"/>
          </a:p>
        </p:txBody>
      </p:sp>
    </p:spTree>
    <p:extLst>
      <p:ext uri="{BB962C8B-B14F-4D97-AF65-F5344CB8AC3E}">
        <p14:creationId xmlns:p14="http://schemas.microsoft.com/office/powerpoint/2010/main" val="13960196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0D7E5582-BC8E-45E5-B6E2-0E917844BA85}" type="slidenum">
              <a:rPr lang="en-US" altLang="en-US"/>
              <a:pPr/>
              <a:t>‹#›</a:t>
            </a:fld>
            <a:endParaRPr lang="en-US" altLang="en-US"/>
          </a:p>
        </p:txBody>
      </p:sp>
    </p:spTree>
    <p:extLst>
      <p:ext uri="{BB962C8B-B14F-4D97-AF65-F5344CB8AC3E}">
        <p14:creationId xmlns:p14="http://schemas.microsoft.com/office/powerpoint/2010/main" val="34215531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fld id="{DCA1BE89-2EBA-41C6-9E24-E76B085951E4}" type="slidenum">
              <a:rPr lang="en-US" altLang="en-US"/>
              <a:pPr/>
              <a:t>‹#›</a:t>
            </a:fld>
            <a:endParaRPr lang="en-US" altLang="en-US"/>
          </a:p>
        </p:txBody>
      </p:sp>
    </p:spTree>
    <p:extLst>
      <p:ext uri="{BB962C8B-B14F-4D97-AF65-F5344CB8AC3E}">
        <p14:creationId xmlns:p14="http://schemas.microsoft.com/office/powerpoint/2010/main" val="16739545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fld id="{FF94C4FC-B8F8-4236-96C7-AE8ED125A4BB}" type="slidenum">
              <a:rPr lang="en-US" altLang="en-US"/>
              <a:pPr/>
              <a:t>‹#›</a:t>
            </a:fld>
            <a:endParaRPr lang="en-US" altLang="en-US"/>
          </a:p>
        </p:txBody>
      </p:sp>
    </p:spTree>
    <p:extLst>
      <p:ext uri="{BB962C8B-B14F-4D97-AF65-F5344CB8AC3E}">
        <p14:creationId xmlns:p14="http://schemas.microsoft.com/office/powerpoint/2010/main" val="23940821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fld id="{412C9F80-9D31-451E-8F63-08FCA83611AE}" type="slidenum">
              <a:rPr lang="en-US" altLang="en-US"/>
              <a:pPr/>
              <a:t>‹#›</a:t>
            </a:fld>
            <a:endParaRPr lang="en-US" altLang="en-US"/>
          </a:p>
        </p:txBody>
      </p:sp>
    </p:spTree>
    <p:extLst>
      <p:ext uri="{BB962C8B-B14F-4D97-AF65-F5344CB8AC3E}">
        <p14:creationId xmlns:p14="http://schemas.microsoft.com/office/powerpoint/2010/main" val="40066177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B1197A5E-F457-476F-8746-5E8041683883}" type="slidenum">
              <a:rPr lang="en-US" altLang="en-US"/>
              <a:pPr/>
              <a:t>‹#›</a:t>
            </a:fld>
            <a:endParaRPr lang="en-US" altLang="en-US"/>
          </a:p>
        </p:txBody>
      </p:sp>
    </p:spTree>
    <p:extLst>
      <p:ext uri="{BB962C8B-B14F-4D97-AF65-F5344CB8AC3E}">
        <p14:creationId xmlns:p14="http://schemas.microsoft.com/office/powerpoint/2010/main" val="25706453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E3A7086E-7F45-48A0-ABDA-02960CB315E1}" type="slidenum">
              <a:rPr lang="en-US" altLang="en-US"/>
              <a:pPr/>
              <a:t>‹#›</a:t>
            </a:fld>
            <a:endParaRPr lang="en-US" altLang="en-US"/>
          </a:p>
        </p:txBody>
      </p:sp>
    </p:spTree>
    <p:extLst>
      <p:ext uri="{BB962C8B-B14F-4D97-AF65-F5344CB8AC3E}">
        <p14:creationId xmlns:p14="http://schemas.microsoft.com/office/powerpoint/2010/main" val="29596272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C98D18B4-7605-46B0-A014-E0D73FA32D5B}" type="slidenum">
              <a:rPr lang="en-US" altLang="en-US"/>
              <a:pPr/>
              <a:t>‹#›</a:t>
            </a:fld>
            <a:endParaRPr lang="en-US" altLang="en-US"/>
          </a:p>
        </p:txBody>
      </p:sp>
    </p:spTree>
    <p:extLst>
      <p:ext uri="{BB962C8B-B14F-4D97-AF65-F5344CB8AC3E}">
        <p14:creationId xmlns:p14="http://schemas.microsoft.com/office/powerpoint/2010/main" val="37712199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CAD1B801-58DC-4A48-ABE1-DA4C545F4BDD}" type="slidenum">
              <a:rPr lang="en-US" altLang="en-US"/>
              <a:pPr/>
              <a:t>‹#›</a:t>
            </a:fld>
            <a:endParaRPr lang="en-US" altLang="en-US"/>
          </a:p>
        </p:txBody>
      </p:sp>
    </p:spTree>
    <p:extLst>
      <p:ext uri="{BB962C8B-B14F-4D97-AF65-F5344CB8AC3E}">
        <p14:creationId xmlns:p14="http://schemas.microsoft.com/office/powerpoint/2010/main" val="26120173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9812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41148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dt" sz="half" idx="10"/>
          </p:nvPr>
        </p:nvSpPr>
        <p:spPr>
          <a:ln/>
        </p:spPr>
        <p:txBody>
          <a:bodyPr/>
          <a:lstStyle>
            <a:lvl1pPr>
              <a:defRPr/>
            </a:lvl1pPr>
          </a:lstStyle>
          <a:p>
            <a:pPr>
              <a:defRPr/>
            </a:pPr>
            <a:endParaRPr lang="en-US"/>
          </a:p>
        </p:txBody>
      </p:sp>
      <p:sp>
        <p:nvSpPr>
          <p:cNvPr id="7" name="Rectangle 5"/>
          <p:cNvSpPr>
            <a:spLocks noGrp="1" noChangeArrowheads="1"/>
          </p:cNvSpPr>
          <p:nvPr>
            <p:ph type="ftr" sz="quarter" idx="11"/>
          </p:nvPr>
        </p:nvSpPr>
        <p:spPr>
          <a:ln/>
        </p:spPr>
        <p:txBody>
          <a:bodyPr/>
          <a:lstStyle>
            <a:lvl1pPr>
              <a:defRPr/>
            </a:lvl1pPr>
          </a:lstStyle>
          <a:p>
            <a:pPr>
              <a:defRPr/>
            </a:pPr>
            <a:endParaRPr lang="en-US"/>
          </a:p>
        </p:txBody>
      </p:sp>
      <p:sp>
        <p:nvSpPr>
          <p:cNvPr id="8" name="Rectangle 6"/>
          <p:cNvSpPr>
            <a:spLocks noGrp="1" noChangeArrowheads="1"/>
          </p:cNvSpPr>
          <p:nvPr>
            <p:ph type="sldNum" sz="quarter" idx="12"/>
          </p:nvPr>
        </p:nvSpPr>
        <p:spPr>
          <a:ln/>
        </p:spPr>
        <p:txBody>
          <a:bodyPr/>
          <a:lstStyle>
            <a:lvl1pPr>
              <a:defRPr/>
            </a:lvl1pPr>
          </a:lstStyle>
          <a:p>
            <a:fld id="{BE527C90-D66D-4992-BFAE-B0FDD55486DC}" type="slidenum">
              <a:rPr lang="en-US" altLang="en-US"/>
              <a:pPr/>
              <a:t>‹#›</a:t>
            </a:fld>
            <a:endParaRPr lang="en-US" altLang="en-US"/>
          </a:p>
        </p:txBody>
      </p:sp>
    </p:spTree>
    <p:extLst>
      <p:ext uri="{BB962C8B-B14F-4D97-AF65-F5344CB8AC3E}">
        <p14:creationId xmlns:p14="http://schemas.microsoft.com/office/powerpoint/2010/main" val="22694901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AEE2E0B4-4FD3-4BD3-97A7-0F17B1E0054D}" type="slidenum">
              <a:rPr lang="en-US" altLang="en-US"/>
              <a:pPr/>
              <a:t>‹#›</a:t>
            </a:fld>
            <a:endParaRPr lang="en-US" altLang="en-US"/>
          </a:p>
        </p:txBody>
      </p:sp>
    </p:spTree>
    <p:extLst>
      <p:ext uri="{BB962C8B-B14F-4D97-AF65-F5344CB8AC3E}">
        <p14:creationId xmlns:p14="http://schemas.microsoft.com/office/powerpoint/2010/main" val="2121671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2291"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400">
                <a:latin typeface="Times New Roman" pitchFamily="18" charset="0"/>
              </a:defRPr>
            </a:lvl1pPr>
          </a:lstStyle>
          <a:p>
            <a:pPr>
              <a:defRPr/>
            </a:pPr>
            <a:endParaRPr lang="en-US"/>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Times New Roman" pitchFamily="18" charset="0"/>
              </a:defRPr>
            </a:lvl1pPr>
          </a:lstStyle>
          <a:p>
            <a:pPr>
              <a:defRPr/>
            </a:pPr>
            <a:endParaRPr lang="en-US"/>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fld id="{1CE1DD73-29AD-40B0-B680-71D685316D31}" type="slidenum">
              <a:rPr lang="en-US" altLang="en-US"/>
              <a:pPr/>
              <a:t>‹#›</a:t>
            </a:fld>
            <a:endParaRPr lang="en-US" altLang="en-US"/>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fontAlgn="base">
        <a:spcBef>
          <a:spcPct val="0"/>
        </a:spcBef>
        <a:spcAft>
          <a:spcPct val="0"/>
        </a:spcAft>
        <a:defRPr sz="4400">
          <a:solidFill>
            <a:schemeClr val="tx2"/>
          </a:solidFill>
          <a:latin typeface="Times New Roman" pitchFamily="18" charset="0"/>
        </a:defRPr>
      </a:lvl6pPr>
      <a:lvl7pPr marL="914400" algn="ctr" rtl="0" fontAlgn="base">
        <a:spcBef>
          <a:spcPct val="0"/>
        </a:spcBef>
        <a:spcAft>
          <a:spcPct val="0"/>
        </a:spcAft>
        <a:defRPr sz="4400">
          <a:solidFill>
            <a:schemeClr val="tx2"/>
          </a:solidFill>
          <a:latin typeface="Times New Roman" pitchFamily="18" charset="0"/>
        </a:defRPr>
      </a:lvl7pPr>
      <a:lvl8pPr marL="1371600" algn="ctr" rtl="0" fontAlgn="base">
        <a:spcBef>
          <a:spcPct val="0"/>
        </a:spcBef>
        <a:spcAft>
          <a:spcPct val="0"/>
        </a:spcAft>
        <a:defRPr sz="4400">
          <a:solidFill>
            <a:schemeClr val="tx2"/>
          </a:solidFill>
          <a:latin typeface="Times New Roman" pitchFamily="18" charset="0"/>
        </a:defRPr>
      </a:lvl8pPr>
      <a:lvl9pPr marL="1828800" algn="ctr" rtl="0" fontAlgn="base">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1E78825D-8998-4DBC-AF65-336D4C4C9E29}" type="slidenum">
              <a:rPr lang="en-US" altLang="en-US" sz="1400"/>
              <a:pPr eaLnBrk="1" hangingPunct="1"/>
              <a:t>1</a:t>
            </a:fld>
            <a:endParaRPr lang="en-US" altLang="en-US" sz="1400"/>
          </a:p>
        </p:txBody>
      </p:sp>
      <p:sp>
        <p:nvSpPr>
          <p:cNvPr id="130051" name="Rectangle 2"/>
          <p:cNvSpPr>
            <a:spLocks noGrp="1" noChangeArrowheads="1"/>
          </p:cNvSpPr>
          <p:nvPr>
            <p:ph type="title"/>
          </p:nvPr>
        </p:nvSpPr>
        <p:spPr>
          <a:xfrm>
            <a:off x="455613" y="365125"/>
            <a:ext cx="8226425" cy="914400"/>
          </a:xfrm>
        </p:spPr>
        <p:txBody>
          <a:bodyPr/>
          <a:lstStyle/>
          <a:p>
            <a:r>
              <a:rPr lang="en-US" altLang="en-US">
                <a:latin typeface="Helvetica" panose="020B0604020202020204" pitchFamily="34" charset="0"/>
              </a:rPr>
              <a:t>Binary Trees</a:t>
            </a:r>
          </a:p>
        </p:txBody>
      </p:sp>
      <p:sp>
        <p:nvSpPr>
          <p:cNvPr id="130052" name="Rectangle 3"/>
          <p:cNvSpPr>
            <a:spLocks noGrp="1" noChangeArrowheads="1"/>
          </p:cNvSpPr>
          <p:nvPr>
            <p:ph type="body" idx="1"/>
          </p:nvPr>
        </p:nvSpPr>
        <p:spPr>
          <a:xfrm>
            <a:off x="455613" y="1600200"/>
            <a:ext cx="8226425" cy="4572000"/>
          </a:xfrm>
        </p:spPr>
        <p:txBody>
          <a:bodyPr/>
          <a:lstStyle/>
          <a:p>
            <a:pPr>
              <a:lnSpc>
                <a:spcPct val="90000"/>
              </a:lnSpc>
              <a:buFontTx/>
              <a:buNone/>
            </a:pPr>
            <a:r>
              <a:rPr lang="en-US" altLang="en-US" dirty="0">
                <a:latin typeface="Helvetica" panose="020B0604020202020204" pitchFamily="34" charset="0"/>
              </a:rPr>
              <a:t>A </a:t>
            </a:r>
            <a:r>
              <a:rPr lang="en-US" altLang="en-US" u="sng" dirty="0">
                <a:latin typeface="Helvetica" panose="020B0604020202020204" pitchFamily="34" charset="0"/>
              </a:rPr>
              <a:t>binary tree</a:t>
            </a:r>
            <a:r>
              <a:rPr lang="en-US" altLang="en-US" dirty="0">
                <a:latin typeface="Helvetica" panose="020B0604020202020204" pitchFamily="34" charset="0"/>
              </a:rPr>
              <a:t> is made up of a finite set of nodes that is either </a:t>
            </a:r>
            <a:r>
              <a:rPr lang="en-US" altLang="en-US" u="sng" dirty="0">
                <a:latin typeface="Helvetica" panose="020B0604020202020204" pitchFamily="34" charset="0"/>
              </a:rPr>
              <a:t>empty</a:t>
            </a:r>
            <a:r>
              <a:rPr lang="en-US" altLang="en-US" dirty="0">
                <a:latin typeface="Helvetica" panose="020B0604020202020204" pitchFamily="34" charset="0"/>
              </a:rPr>
              <a:t> or consists of a node called the </a:t>
            </a:r>
            <a:r>
              <a:rPr lang="en-US" altLang="en-US" u="sng" dirty="0">
                <a:latin typeface="Helvetica" panose="020B0604020202020204" pitchFamily="34" charset="0"/>
              </a:rPr>
              <a:t>root</a:t>
            </a:r>
            <a:r>
              <a:rPr lang="en-US" altLang="en-US" dirty="0">
                <a:latin typeface="Helvetica" panose="020B0604020202020204" pitchFamily="34" charset="0"/>
              </a:rPr>
              <a:t> together with two binary trees, called the left and right </a:t>
            </a:r>
            <a:r>
              <a:rPr lang="en-US" altLang="en-US" u="sng" dirty="0">
                <a:latin typeface="Helvetica" panose="020B0604020202020204" pitchFamily="34" charset="0"/>
              </a:rPr>
              <a:t>subtrees</a:t>
            </a:r>
            <a:r>
              <a:rPr lang="en-US" altLang="en-US" dirty="0">
                <a:latin typeface="Helvetica" panose="020B0604020202020204" pitchFamily="34" charset="0"/>
              </a:rPr>
              <a:t>, which are disjoint from each other and from the root.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FE87F9D8-DD6A-4E06-9483-B9750326331B}" type="slidenum">
              <a:rPr lang="en-US" altLang="en-US" sz="1400"/>
              <a:pPr eaLnBrk="1" hangingPunct="1"/>
              <a:t>2</a:t>
            </a:fld>
            <a:endParaRPr lang="en-US" altLang="en-US" sz="1400"/>
          </a:p>
        </p:txBody>
      </p:sp>
      <p:sp>
        <p:nvSpPr>
          <p:cNvPr id="131075" name="Rectangle 2"/>
          <p:cNvSpPr>
            <a:spLocks noGrp="1" noChangeArrowheads="1"/>
          </p:cNvSpPr>
          <p:nvPr>
            <p:ph type="title"/>
          </p:nvPr>
        </p:nvSpPr>
        <p:spPr>
          <a:xfrm>
            <a:off x="455613" y="365125"/>
            <a:ext cx="8226425" cy="914400"/>
          </a:xfrm>
        </p:spPr>
        <p:txBody>
          <a:bodyPr/>
          <a:lstStyle/>
          <a:p>
            <a:r>
              <a:rPr lang="en-US" altLang="en-US">
                <a:latin typeface="Helvetica" panose="020B0604020202020204" pitchFamily="34" charset="0"/>
              </a:rPr>
              <a:t>Binary Tree Example</a:t>
            </a:r>
          </a:p>
        </p:txBody>
      </p:sp>
      <p:sp>
        <p:nvSpPr>
          <p:cNvPr id="131076" name="Rectangle 3"/>
          <p:cNvSpPr>
            <a:spLocks noGrp="1" noChangeArrowheads="1"/>
          </p:cNvSpPr>
          <p:nvPr>
            <p:ph type="body" idx="1"/>
          </p:nvPr>
        </p:nvSpPr>
        <p:spPr>
          <a:xfrm>
            <a:off x="455613" y="1600200"/>
            <a:ext cx="4344987" cy="4495800"/>
          </a:xfrm>
        </p:spPr>
        <p:txBody>
          <a:bodyPr/>
          <a:lstStyle/>
          <a:p>
            <a:pPr>
              <a:lnSpc>
                <a:spcPct val="90000"/>
              </a:lnSpc>
              <a:buFontTx/>
              <a:buNone/>
            </a:pPr>
            <a:r>
              <a:rPr lang="en-US" altLang="en-US" dirty="0">
                <a:latin typeface="Helvetica" panose="020B0604020202020204" pitchFamily="34" charset="0"/>
              </a:rPr>
              <a:t>Notation: </a:t>
            </a:r>
            <a:r>
              <a:rPr lang="en-US" altLang="en-US" u="sng" dirty="0">
                <a:latin typeface="Helvetica" panose="020B0604020202020204" pitchFamily="34" charset="0"/>
              </a:rPr>
              <a:t>Node</a:t>
            </a:r>
            <a:r>
              <a:rPr lang="en-US" altLang="en-US" dirty="0">
                <a:latin typeface="Helvetica" panose="020B0604020202020204" pitchFamily="34" charset="0"/>
              </a:rPr>
              <a:t>, </a:t>
            </a:r>
            <a:r>
              <a:rPr lang="en-US" altLang="en-US" u="sng" dirty="0">
                <a:latin typeface="Helvetica" panose="020B0604020202020204" pitchFamily="34" charset="0"/>
              </a:rPr>
              <a:t>children</a:t>
            </a:r>
            <a:r>
              <a:rPr lang="en-US" altLang="en-US" dirty="0">
                <a:latin typeface="Helvetica" panose="020B0604020202020204" pitchFamily="34" charset="0"/>
              </a:rPr>
              <a:t>, </a:t>
            </a:r>
            <a:r>
              <a:rPr lang="en-US" altLang="en-US" u="sng" dirty="0">
                <a:latin typeface="Helvetica" panose="020B0604020202020204" pitchFamily="34" charset="0"/>
              </a:rPr>
              <a:t>edge</a:t>
            </a:r>
            <a:r>
              <a:rPr lang="en-US" altLang="en-US" dirty="0">
                <a:latin typeface="Helvetica" panose="020B0604020202020204" pitchFamily="34" charset="0"/>
              </a:rPr>
              <a:t>, </a:t>
            </a:r>
            <a:r>
              <a:rPr lang="en-US" altLang="en-US" u="sng" dirty="0">
                <a:latin typeface="Helvetica" panose="020B0604020202020204" pitchFamily="34" charset="0"/>
              </a:rPr>
              <a:t>parent</a:t>
            </a:r>
            <a:r>
              <a:rPr lang="en-US" altLang="en-US" dirty="0">
                <a:latin typeface="Helvetica" panose="020B0604020202020204" pitchFamily="34" charset="0"/>
              </a:rPr>
              <a:t>, </a:t>
            </a:r>
            <a:r>
              <a:rPr lang="en-US" altLang="en-US" u="sng" dirty="0">
                <a:latin typeface="Helvetica" panose="020B0604020202020204" pitchFamily="34" charset="0"/>
              </a:rPr>
              <a:t>ancestor</a:t>
            </a:r>
            <a:r>
              <a:rPr lang="ar-SA" altLang="en-US" u="sng" dirty="0">
                <a:latin typeface="Helvetica" panose="020B0604020202020204" pitchFamily="34" charset="0"/>
              </a:rPr>
              <a:t>سلف</a:t>
            </a:r>
            <a:r>
              <a:rPr lang="en-US" altLang="en-US" dirty="0">
                <a:latin typeface="Helvetica" panose="020B0604020202020204" pitchFamily="34" charset="0"/>
              </a:rPr>
              <a:t>, </a:t>
            </a:r>
            <a:r>
              <a:rPr lang="en-US" altLang="en-US" u="sng" dirty="0">
                <a:latin typeface="Helvetica" panose="020B0604020202020204" pitchFamily="34" charset="0"/>
              </a:rPr>
              <a:t>descendant</a:t>
            </a:r>
            <a:r>
              <a:rPr lang="ar-JO" altLang="en-US" u="sng" dirty="0">
                <a:latin typeface="Helvetica" panose="020B0604020202020204" pitchFamily="34" charset="0"/>
              </a:rPr>
              <a:t>احفاد</a:t>
            </a:r>
            <a:r>
              <a:rPr lang="en-US" altLang="en-US" dirty="0">
                <a:latin typeface="Helvetica" panose="020B0604020202020204" pitchFamily="34" charset="0"/>
              </a:rPr>
              <a:t>, </a:t>
            </a:r>
            <a:r>
              <a:rPr lang="en-US" altLang="en-US" u="sng" dirty="0">
                <a:latin typeface="Helvetica" panose="020B0604020202020204" pitchFamily="34" charset="0"/>
              </a:rPr>
              <a:t>path</a:t>
            </a:r>
            <a:r>
              <a:rPr lang="en-US" altLang="en-US" dirty="0">
                <a:latin typeface="Helvetica" panose="020B0604020202020204" pitchFamily="34" charset="0"/>
              </a:rPr>
              <a:t>, </a:t>
            </a:r>
            <a:r>
              <a:rPr lang="en-US" altLang="en-US" u="sng" dirty="0">
                <a:solidFill>
                  <a:srgbClr val="FF0000"/>
                </a:solidFill>
                <a:latin typeface="Helvetica" panose="020B0604020202020204" pitchFamily="34" charset="0"/>
              </a:rPr>
              <a:t>depth</a:t>
            </a:r>
            <a:r>
              <a:rPr lang="en-US" altLang="en-US" dirty="0">
                <a:latin typeface="Helvetica" panose="020B0604020202020204" pitchFamily="34" charset="0"/>
              </a:rPr>
              <a:t>, </a:t>
            </a:r>
            <a:r>
              <a:rPr lang="en-US" altLang="en-US" u="sng" dirty="0">
                <a:solidFill>
                  <a:srgbClr val="FF0000"/>
                </a:solidFill>
                <a:latin typeface="Helvetica" panose="020B0604020202020204" pitchFamily="34" charset="0"/>
              </a:rPr>
              <a:t>height</a:t>
            </a:r>
            <a:r>
              <a:rPr lang="en-US" altLang="en-US" dirty="0">
                <a:latin typeface="Helvetica" panose="020B0604020202020204" pitchFamily="34" charset="0"/>
              </a:rPr>
              <a:t>, </a:t>
            </a:r>
            <a:r>
              <a:rPr lang="en-US" altLang="en-US" u="sng" dirty="0">
                <a:latin typeface="Helvetica" panose="020B0604020202020204" pitchFamily="34" charset="0"/>
              </a:rPr>
              <a:t>level</a:t>
            </a:r>
            <a:r>
              <a:rPr lang="en-US" altLang="en-US" dirty="0">
                <a:latin typeface="Helvetica" panose="020B0604020202020204" pitchFamily="34" charset="0"/>
              </a:rPr>
              <a:t>, </a:t>
            </a:r>
            <a:r>
              <a:rPr lang="en-US" altLang="en-US" u="sng" dirty="0">
                <a:latin typeface="Helvetica" panose="020B0604020202020204" pitchFamily="34" charset="0"/>
              </a:rPr>
              <a:t>leaf node</a:t>
            </a:r>
            <a:r>
              <a:rPr lang="en-US" altLang="en-US" dirty="0">
                <a:latin typeface="Helvetica" panose="020B0604020202020204" pitchFamily="34" charset="0"/>
              </a:rPr>
              <a:t>, </a:t>
            </a:r>
            <a:r>
              <a:rPr lang="en-US" altLang="en-US" u="sng" dirty="0">
                <a:latin typeface="Helvetica" panose="020B0604020202020204" pitchFamily="34" charset="0"/>
              </a:rPr>
              <a:t>internal node</a:t>
            </a:r>
            <a:r>
              <a:rPr lang="en-US" altLang="en-US" dirty="0">
                <a:latin typeface="Helvetica" panose="020B0604020202020204" pitchFamily="34" charset="0"/>
              </a:rPr>
              <a:t>, </a:t>
            </a:r>
            <a:r>
              <a:rPr lang="en-US" altLang="en-US" u="sng" dirty="0">
                <a:latin typeface="Helvetica" panose="020B0604020202020204" pitchFamily="34" charset="0"/>
              </a:rPr>
              <a:t>subtree</a:t>
            </a:r>
            <a:r>
              <a:rPr lang="en-US" altLang="en-US" dirty="0">
                <a:latin typeface="Helvetica" panose="020B0604020202020204" pitchFamily="34" charset="0"/>
              </a:rPr>
              <a:t>.</a:t>
            </a:r>
          </a:p>
          <a:p>
            <a:pPr>
              <a:lnSpc>
                <a:spcPct val="90000"/>
              </a:lnSpc>
              <a:buFontTx/>
              <a:buNone/>
            </a:pPr>
            <a:endParaRPr lang="en-US" altLang="en-US" dirty="0">
              <a:latin typeface="Helvetica" panose="020B0604020202020204" pitchFamily="34" charset="0"/>
            </a:endParaRPr>
          </a:p>
        </p:txBody>
      </p:sp>
      <p:pic>
        <p:nvPicPr>
          <p:cNvPr id="131077" name="Picture 4" descr="BinExamp"/>
          <p:cNvPicPr>
            <a:picLocks noChangeAspect="1" noChangeArrowheads="1"/>
          </p:cNvPicPr>
          <p:nvPr/>
        </p:nvPicPr>
        <p:blipFill>
          <a:blip r:embed="rId3">
            <a:extLst>
              <a:ext uri="{28A0092B-C50C-407E-A947-70E740481C1C}">
                <a14:useLocalDpi xmlns:a14="http://schemas.microsoft.com/office/drawing/2010/main" val="0"/>
              </a:ext>
            </a:extLst>
          </a:blip>
          <a:srcRect l="4968" t="2606" r="3726" b="3909"/>
          <a:stretch>
            <a:fillRect/>
          </a:stretch>
        </p:blipFill>
        <p:spPr bwMode="auto">
          <a:xfrm>
            <a:off x="4724400" y="1752600"/>
            <a:ext cx="3962400" cy="3868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033373-DE69-F15B-F95D-F68AD4892CC8}"/>
            </a:ext>
          </a:extLst>
        </p:cNvPr>
        <p:cNvGrpSpPr/>
        <p:nvPr/>
      </p:nvGrpSpPr>
      <p:grpSpPr>
        <a:xfrm>
          <a:off x="0" y="0"/>
          <a:ext cx="0" cy="0"/>
          <a:chOff x="0" y="0"/>
          <a:chExt cx="0" cy="0"/>
        </a:xfrm>
      </p:grpSpPr>
      <p:sp>
        <p:nvSpPr>
          <p:cNvPr id="131074" name="Slide Number Placeholder 5">
            <a:extLst>
              <a:ext uri="{FF2B5EF4-FFF2-40B4-BE49-F238E27FC236}">
                <a16:creationId xmlns:a16="http://schemas.microsoft.com/office/drawing/2014/main" id="{4A39DF55-C08C-7EB8-07C4-02405E30923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FE87F9D8-DD6A-4E06-9483-B9750326331B}" type="slidenum">
              <a:rPr lang="en-US" altLang="en-US" sz="1400"/>
              <a:pPr eaLnBrk="1" hangingPunct="1"/>
              <a:t>3</a:t>
            </a:fld>
            <a:endParaRPr lang="en-US" altLang="en-US" sz="1400"/>
          </a:p>
        </p:txBody>
      </p:sp>
      <p:sp>
        <p:nvSpPr>
          <p:cNvPr id="131075" name="Rectangle 2">
            <a:extLst>
              <a:ext uri="{FF2B5EF4-FFF2-40B4-BE49-F238E27FC236}">
                <a16:creationId xmlns:a16="http://schemas.microsoft.com/office/drawing/2014/main" id="{82A0D843-0003-31EE-60B9-EB40B4B09112}"/>
              </a:ext>
            </a:extLst>
          </p:cNvPr>
          <p:cNvSpPr>
            <a:spLocks noGrp="1" noChangeArrowheads="1"/>
          </p:cNvSpPr>
          <p:nvPr>
            <p:ph type="title"/>
          </p:nvPr>
        </p:nvSpPr>
        <p:spPr>
          <a:xfrm>
            <a:off x="455613" y="365125"/>
            <a:ext cx="8226425" cy="914400"/>
          </a:xfrm>
        </p:spPr>
        <p:txBody>
          <a:bodyPr/>
          <a:lstStyle/>
          <a:p>
            <a:r>
              <a:rPr lang="en-US" altLang="en-US" dirty="0">
                <a:latin typeface="Helvetica" panose="020B0604020202020204" pitchFamily="34" charset="0"/>
              </a:rPr>
              <a:t>Binary Tree :</a:t>
            </a:r>
            <a:r>
              <a:rPr lang="en-US" altLang="en-US" sz="4400" u="sng" dirty="0">
                <a:solidFill>
                  <a:srgbClr val="FF0000"/>
                </a:solidFill>
                <a:latin typeface="Helvetica" panose="020B0604020202020204" pitchFamily="34" charset="0"/>
              </a:rPr>
              <a:t>depth</a:t>
            </a:r>
            <a:endParaRPr lang="en-US" altLang="en-US" dirty="0">
              <a:latin typeface="Helvetica" panose="020B0604020202020204" pitchFamily="34" charset="0"/>
            </a:endParaRPr>
          </a:p>
        </p:txBody>
      </p:sp>
      <p:sp>
        <p:nvSpPr>
          <p:cNvPr id="131076" name="Rectangle 3">
            <a:extLst>
              <a:ext uri="{FF2B5EF4-FFF2-40B4-BE49-F238E27FC236}">
                <a16:creationId xmlns:a16="http://schemas.microsoft.com/office/drawing/2014/main" id="{B78FE5A2-9D81-3FAA-9D9A-390B4D706F20}"/>
              </a:ext>
            </a:extLst>
          </p:cNvPr>
          <p:cNvSpPr>
            <a:spLocks noGrp="1" noChangeArrowheads="1"/>
          </p:cNvSpPr>
          <p:nvPr>
            <p:ph type="body" idx="1"/>
          </p:nvPr>
        </p:nvSpPr>
        <p:spPr>
          <a:xfrm>
            <a:off x="152400" y="1066800"/>
            <a:ext cx="5410199" cy="4495800"/>
          </a:xfrm>
        </p:spPr>
        <p:txBody>
          <a:bodyPr/>
          <a:lstStyle/>
          <a:p>
            <a:pPr>
              <a:lnSpc>
                <a:spcPct val="90000"/>
              </a:lnSpc>
              <a:buFontTx/>
              <a:buNone/>
            </a:pPr>
            <a:r>
              <a:rPr lang="en-US" sz="2800" b="0" i="0" dirty="0">
                <a:solidFill>
                  <a:srgbClr val="111111"/>
                </a:solidFill>
                <a:effectLst/>
                <a:highlight>
                  <a:srgbClr val="C0C0C0"/>
                </a:highlight>
                <a:latin typeface="+mj-lt"/>
              </a:rPr>
              <a:t>In a tree, </a:t>
            </a:r>
            <a:r>
              <a:rPr lang="en-US" sz="2800" b="1" i="0" dirty="0">
                <a:solidFill>
                  <a:srgbClr val="111111"/>
                </a:solidFill>
                <a:effectLst/>
                <a:highlight>
                  <a:srgbClr val="C0C0C0"/>
                </a:highlight>
                <a:latin typeface="+mj-lt"/>
              </a:rPr>
              <a:t>the number of edges from the root node to a particular node</a:t>
            </a:r>
            <a:r>
              <a:rPr lang="en-US" sz="2800" b="0" i="0" dirty="0">
                <a:solidFill>
                  <a:srgbClr val="111111"/>
                </a:solidFill>
                <a:effectLst/>
                <a:highlight>
                  <a:srgbClr val="C0C0C0"/>
                </a:highlight>
                <a:latin typeface="+mj-lt"/>
              </a:rPr>
              <a:t> is called the </a:t>
            </a:r>
            <a:r>
              <a:rPr lang="en-US" sz="2800" b="0" i="0" dirty="0">
                <a:solidFill>
                  <a:srgbClr val="FF0000"/>
                </a:solidFill>
                <a:effectLst/>
                <a:highlight>
                  <a:srgbClr val="C0C0C0"/>
                </a:highlight>
                <a:latin typeface="+mj-lt"/>
              </a:rPr>
              <a:t>depth of the node</a:t>
            </a:r>
            <a:r>
              <a:rPr lang="en-US" sz="2800" b="0" i="0" dirty="0">
                <a:solidFill>
                  <a:srgbClr val="111111"/>
                </a:solidFill>
                <a:effectLst/>
                <a:highlight>
                  <a:srgbClr val="C0C0C0"/>
                </a:highlight>
                <a:latin typeface="+mj-lt"/>
              </a:rPr>
              <a:t>. </a:t>
            </a:r>
          </a:p>
          <a:p>
            <a:pPr>
              <a:lnSpc>
                <a:spcPct val="90000"/>
              </a:lnSpc>
              <a:buFontTx/>
              <a:buNone/>
            </a:pPr>
            <a:r>
              <a:rPr lang="en-US" sz="2800" b="0" i="0" dirty="0">
                <a:solidFill>
                  <a:srgbClr val="111111"/>
                </a:solidFill>
                <a:effectLst/>
                <a:highlight>
                  <a:srgbClr val="C0C0C0"/>
                </a:highlight>
                <a:latin typeface="+mj-lt"/>
              </a:rPr>
              <a:t>In the tree, the number of edges from the root node to the leaf node in the longest path is known as "</a:t>
            </a:r>
            <a:r>
              <a:rPr lang="en-US" sz="2800" b="0" i="0" dirty="0">
                <a:solidFill>
                  <a:srgbClr val="FF0000"/>
                </a:solidFill>
                <a:effectLst/>
                <a:highlight>
                  <a:srgbClr val="C0C0C0"/>
                </a:highlight>
                <a:latin typeface="+mj-lt"/>
              </a:rPr>
              <a:t>Depth of Tree</a:t>
            </a:r>
            <a:r>
              <a:rPr lang="en-US" sz="2800" b="0" i="0" dirty="0">
                <a:solidFill>
                  <a:srgbClr val="111111"/>
                </a:solidFill>
                <a:effectLst/>
                <a:highlight>
                  <a:srgbClr val="C0C0C0"/>
                </a:highlight>
                <a:latin typeface="+mj-lt"/>
              </a:rPr>
              <a:t>". </a:t>
            </a:r>
          </a:p>
          <a:p>
            <a:pPr>
              <a:lnSpc>
                <a:spcPct val="90000"/>
              </a:lnSpc>
              <a:buFontTx/>
              <a:buNone/>
            </a:pPr>
            <a:r>
              <a:rPr lang="en-US" sz="2800" b="0" i="0" dirty="0">
                <a:solidFill>
                  <a:srgbClr val="111111"/>
                </a:solidFill>
                <a:effectLst/>
                <a:highlight>
                  <a:srgbClr val="C0C0C0"/>
                </a:highlight>
                <a:latin typeface="+mj-lt"/>
              </a:rPr>
              <a:t>In the tree data structures, the depth of the root node is 0.</a:t>
            </a:r>
            <a:r>
              <a:rPr lang="en-US" altLang="en-US" sz="2800" dirty="0">
                <a:highlight>
                  <a:srgbClr val="C0C0C0"/>
                </a:highlight>
                <a:latin typeface="+mj-lt"/>
              </a:rPr>
              <a:t>.</a:t>
            </a:r>
          </a:p>
          <a:p>
            <a:pPr>
              <a:lnSpc>
                <a:spcPct val="90000"/>
              </a:lnSpc>
              <a:buFontTx/>
              <a:buNone/>
            </a:pPr>
            <a:r>
              <a:rPr lang="en-US" altLang="en-US" sz="2800" dirty="0">
                <a:solidFill>
                  <a:srgbClr val="FF0000"/>
                </a:solidFill>
                <a:highlight>
                  <a:srgbClr val="C0C0C0"/>
                </a:highlight>
                <a:latin typeface="+mj-lt"/>
              </a:rPr>
              <a:t>A</a:t>
            </a:r>
            <a:r>
              <a:rPr lang="en-US" altLang="en-US" sz="2800" dirty="0">
                <a:solidFill>
                  <a:srgbClr val="111111"/>
                </a:solidFill>
                <a:highlight>
                  <a:srgbClr val="C0C0C0"/>
                </a:highlight>
                <a:latin typeface="+mj-lt"/>
              </a:rPr>
              <a:t> has depth 0.</a:t>
            </a:r>
          </a:p>
          <a:p>
            <a:pPr>
              <a:lnSpc>
                <a:spcPct val="90000"/>
              </a:lnSpc>
              <a:buFontTx/>
              <a:buNone/>
            </a:pPr>
            <a:r>
              <a:rPr lang="en-US" altLang="en-US" sz="2800" dirty="0">
                <a:solidFill>
                  <a:srgbClr val="111111"/>
                </a:solidFill>
                <a:highlight>
                  <a:srgbClr val="C0C0C0"/>
                </a:highlight>
                <a:latin typeface="+mj-lt"/>
              </a:rPr>
              <a:t>C has depth 1.</a:t>
            </a:r>
          </a:p>
          <a:p>
            <a:pPr>
              <a:lnSpc>
                <a:spcPct val="90000"/>
              </a:lnSpc>
              <a:buFontTx/>
              <a:buNone/>
            </a:pPr>
            <a:r>
              <a:rPr lang="en-US" altLang="en-US" sz="2800" dirty="0">
                <a:solidFill>
                  <a:srgbClr val="111111"/>
                </a:solidFill>
                <a:highlight>
                  <a:srgbClr val="C0C0C0"/>
                </a:highlight>
                <a:latin typeface="+mj-lt"/>
              </a:rPr>
              <a:t>I has depth is 3.</a:t>
            </a:r>
          </a:p>
          <a:p>
            <a:pPr>
              <a:lnSpc>
                <a:spcPct val="90000"/>
              </a:lnSpc>
              <a:buFontTx/>
              <a:buNone/>
            </a:pPr>
            <a:endParaRPr lang="en-US" altLang="en-US" sz="2400" dirty="0">
              <a:latin typeface="Helvetica" panose="020B0604020202020204" pitchFamily="34" charset="0"/>
            </a:endParaRPr>
          </a:p>
        </p:txBody>
      </p:sp>
      <p:pic>
        <p:nvPicPr>
          <p:cNvPr id="131077" name="Picture 4" descr="BinExamp">
            <a:extLst>
              <a:ext uri="{FF2B5EF4-FFF2-40B4-BE49-F238E27FC236}">
                <a16:creationId xmlns:a16="http://schemas.microsoft.com/office/drawing/2014/main" id="{4AE22756-FFD4-11DD-9C55-0AC9E2C0DE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4968" t="2606" r="3726" b="3909"/>
          <a:stretch>
            <a:fillRect/>
          </a:stretch>
        </p:blipFill>
        <p:spPr bwMode="auto">
          <a:xfrm>
            <a:off x="5562599" y="1494631"/>
            <a:ext cx="3429000" cy="29249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278965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1934B-C784-26F6-497A-E8A0C2E421F6}"/>
            </a:ext>
          </a:extLst>
        </p:cNvPr>
        <p:cNvGrpSpPr/>
        <p:nvPr/>
      </p:nvGrpSpPr>
      <p:grpSpPr>
        <a:xfrm>
          <a:off x="0" y="0"/>
          <a:ext cx="0" cy="0"/>
          <a:chOff x="0" y="0"/>
          <a:chExt cx="0" cy="0"/>
        </a:xfrm>
      </p:grpSpPr>
      <p:sp>
        <p:nvSpPr>
          <p:cNvPr id="131074" name="Slide Number Placeholder 5">
            <a:extLst>
              <a:ext uri="{FF2B5EF4-FFF2-40B4-BE49-F238E27FC236}">
                <a16:creationId xmlns:a16="http://schemas.microsoft.com/office/drawing/2014/main" id="{E3775808-9021-F2A8-BFA6-7E6354E2281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FE87F9D8-DD6A-4E06-9483-B9750326331B}" type="slidenum">
              <a:rPr lang="en-US" altLang="en-US" sz="1400"/>
              <a:pPr eaLnBrk="1" hangingPunct="1"/>
              <a:t>4</a:t>
            </a:fld>
            <a:endParaRPr lang="en-US" altLang="en-US" sz="1400"/>
          </a:p>
        </p:txBody>
      </p:sp>
      <p:sp>
        <p:nvSpPr>
          <p:cNvPr id="131075" name="Rectangle 2">
            <a:extLst>
              <a:ext uri="{FF2B5EF4-FFF2-40B4-BE49-F238E27FC236}">
                <a16:creationId xmlns:a16="http://schemas.microsoft.com/office/drawing/2014/main" id="{8BE9EE2F-C9B5-6E00-CCFA-8211132F9730}"/>
              </a:ext>
            </a:extLst>
          </p:cNvPr>
          <p:cNvSpPr>
            <a:spLocks noGrp="1" noChangeArrowheads="1"/>
          </p:cNvSpPr>
          <p:nvPr>
            <p:ph type="title"/>
          </p:nvPr>
        </p:nvSpPr>
        <p:spPr>
          <a:xfrm>
            <a:off x="455613" y="365125"/>
            <a:ext cx="8226425" cy="914400"/>
          </a:xfrm>
        </p:spPr>
        <p:txBody>
          <a:bodyPr/>
          <a:lstStyle/>
          <a:p>
            <a:r>
              <a:rPr lang="en-US" altLang="en-US" dirty="0">
                <a:latin typeface="Helvetica" panose="020B0604020202020204" pitchFamily="34" charset="0"/>
              </a:rPr>
              <a:t>Binary Tree :</a:t>
            </a:r>
            <a:r>
              <a:rPr lang="en-US" altLang="en-US" sz="4400" u="sng" dirty="0">
                <a:solidFill>
                  <a:srgbClr val="FF0000"/>
                </a:solidFill>
                <a:latin typeface="Helvetica" panose="020B0604020202020204" pitchFamily="34" charset="0"/>
              </a:rPr>
              <a:t>Hight</a:t>
            </a:r>
            <a:endParaRPr lang="en-US" altLang="en-US" dirty="0">
              <a:latin typeface="Helvetica" panose="020B0604020202020204" pitchFamily="34" charset="0"/>
            </a:endParaRPr>
          </a:p>
        </p:txBody>
      </p:sp>
      <p:sp>
        <p:nvSpPr>
          <p:cNvPr id="131076" name="Rectangle 3">
            <a:extLst>
              <a:ext uri="{FF2B5EF4-FFF2-40B4-BE49-F238E27FC236}">
                <a16:creationId xmlns:a16="http://schemas.microsoft.com/office/drawing/2014/main" id="{303978AB-0013-65C2-AA74-DCA7AC4DD430}"/>
              </a:ext>
            </a:extLst>
          </p:cNvPr>
          <p:cNvSpPr>
            <a:spLocks noGrp="1" noChangeArrowheads="1"/>
          </p:cNvSpPr>
          <p:nvPr>
            <p:ph type="body" idx="1"/>
          </p:nvPr>
        </p:nvSpPr>
        <p:spPr>
          <a:xfrm>
            <a:off x="152400" y="1066800"/>
            <a:ext cx="5410199" cy="5638800"/>
          </a:xfrm>
        </p:spPr>
        <p:txBody>
          <a:bodyPr/>
          <a:lstStyle/>
          <a:p>
            <a:pPr>
              <a:lnSpc>
                <a:spcPct val="90000"/>
              </a:lnSpc>
              <a:buFontTx/>
              <a:buNone/>
            </a:pPr>
            <a:r>
              <a:rPr lang="en-US" sz="2800" b="1" dirty="0">
                <a:latin typeface="+mj-lt"/>
              </a:rPr>
              <a:t>The </a:t>
            </a:r>
            <a:r>
              <a:rPr lang="en-US" sz="2800" b="1" dirty="0">
                <a:solidFill>
                  <a:srgbClr val="FF0000"/>
                </a:solidFill>
                <a:latin typeface="+mj-lt"/>
              </a:rPr>
              <a:t>height</a:t>
            </a:r>
            <a:r>
              <a:rPr lang="en-US" sz="2800" b="1" dirty="0">
                <a:latin typeface="+mj-lt"/>
              </a:rPr>
              <a:t> of a node is the number of edges on </a:t>
            </a:r>
            <a:r>
              <a:rPr lang="en-US" sz="2800" b="1" u="sng" dirty="0">
                <a:latin typeface="+mj-lt"/>
              </a:rPr>
              <a:t>the longest path from the node to a leaf</a:t>
            </a:r>
            <a:r>
              <a:rPr lang="en-US" sz="2800" b="1" dirty="0">
                <a:latin typeface="+mj-lt"/>
              </a:rPr>
              <a:t>.</a:t>
            </a:r>
          </a:p>
          <a:p>
            <a:pPr>
              <a:lnSpc>
                <a:spcPct val="90000"/>
              </a:lnSpc>
              <a:buFontTx/>
              <a:buNone/>
            </a:pPr>
            <a:r>
              <a:rPr lang="en-US" sz="2800" b="1" dirty="0">
                <a:latin typeface="+mj-lt"/>
              </a:rPr>
              <a:t>A leaf node will have a height of 0. </a:t>
            </a:r>
          </a:p>
          <a:p>
            <a:pPr>
              <a:lnSpc>
                <a:spcPct val="90000"/>
              </a:lnSpc>
              <a:buFontTx/>
              <a:buNone/>
            </a:pPr>
            <a:r>
              <a:rPr lang="en-US" altLang="en-US" sz="2800" b="1" dirty="0">
                <a:latin typeface="+mj-lt"/>
              </a:rPr>
              <a:t>A has Hight  3.</a:t>
            </a:r>
          </a:p>
          <a:p>
            <a:pPr>
              <a:lnSpc>
                <a:spcPct val="90000"/>
              </a:lnSpc>
              <a:buFontTx/>
              <a:buNone/>
            </a:pPr>
            <a:r>
              <a:rPr lang="en-US" altLang="en-US" sz="2800" b="1" dirty="0">
                <a:latin typeface="+mj-lt"/>
              </a:rPr>
              <a:t>C has </a:t>
            </a:r>
            <a:r>
              <a:rPr lang="en-US" altLang="en-US" sz="2800" b="1" dirty="0" err="1">
                <a:latin typeface="+mj-lt"/>
              </a:rPr>
              <a:t>hight</a:t>
            </a:r>
            <a:r>
              <a:rPr lang="en-US" altLang="en-US" sz="2800" b="1" dirty="0">
                <a:latin typeface="+mj-lt"/>
              </a:rPr>
              <a:t> 2.</a:t>
            </a:r>
          </a:p>
          <a:p>
            <a:pPr>
              <a:lnSpc>
                <a:spcPct val="90000"/>
              </a:lnSpc>
              <a:buFontTx/>
              <a:buNone/>
            </a:pPr>
            <a:r>
              <a:rPr lang="en-US" altLang="en-US" sz="2800" b="1" dirty="0">
                <a:latin typeface="+mj-lt"/>
              </a:rPr>
              <a:t>I has </a:t>
            </a:r>
            <a:r>
              <a:rPr lang="en-US" altLang="en-US" sz="2800" b="1" dirty="0" err="1">
                <a:latin typeface="+mj-lt"/>
              </a:rPr>
              <a:t>hight</a:t>
            </a:r>
            <a:r>
              <a:rPr lang="en-US" altLang="en-US" sz="2800" b="1" dirty="0">
                <a:latin typeface="+mj-lt"/>
              </a:rPr>
              <a:t> is 0.</a:t>
            </a:r>
          </a:p>
          <a:p>
            <a:pPr>
              <a:lnSpc>
                <a:spcPct val="90000"/>
              </a:lnSpc>
              <a:buFontTx/>
              <a:buNone/>
            </a:pPr>
            <a:r>
              <a:rPr lang="en-US" altLang="en-US" sz="2800" b="1" dirty="0">
                <a:latin typeface="+mj-lt"/>
              </a:rPr>
              <a:t>The height of the tree is the number of edges in the tree from the root to the deepest node plus 1.</a:t>
            </a:r>
          </a:p>
          <a:p>
            <a:pPr>
              <a:lnSpc>
                <a:spcPct val="90000"/>
              </a:lnSpc>
              <a:buFontTx/>
              <a:buNone/>
            </a:pPr>
            <a:r>
              <a:rPr lang="en-US" altLang="en-US" sz="2800" b="1" dirty="0">
                <a:latin typeface="+mj-lt"/>
              </a:rPr>
              <a:t>The height of the tree is 3+1=4</a:t>
            </a:r>
          </a:p>
          <a:p>
            <a:pPr>
              <a:lnSpc>
                <a:spcPct val="90000"/>
              </a:lnSpc>
              <a:buFontTx/>
              <a:buNone/>
            </a:pPr>
            <a:endParaRPr lang="en-US" altLang="en-US" sz="2800" dirty="0">
              <a:solidFill>
                <a:srgbClr val="111111"/>
              </a:solidFill>
              <a:latin typeface="+mj-lt"/>
            </a:endParaRPr>
          </a:p>
          <a:p>
            <a:pPr>
              <a:lnSpc>
                <a:spcPct val="90000"/>
              </a:lnSpc>
              <a:buFontTx/>
              <a:buNone/>
            </a:pPr>
            <a:endParaRPr lang="en-US" altLang="en-US" sz="2800" dirty="0">
              <a:solidFill>
                <a:srgbClr val="111111"/>
              </a:solidFill>
              <a:latin typeface="+mj-lt"/>
            </a:endParaRPr>
          </a:p>
          <a:p>
            <a:pPr>
              <a:lnSpc>
                <a:spcPct val="90000"/>
              </a:lnSpc>
              <a:buFontTx/>
              <a:buNone/>
            </a:pPr>
            <a:endParaRPr lang="en-US" altLang="en-US" sz="2400" dirty="0">
              <a:latin typeface="Helvetica" panose="020B0604020202020204" pitchFamily="34" charset="0"/>
            </a:endParaRPr>
          </a:p>
        </p:txBody>
      </p:sp>
      <p:pic>
        <p:nvPicPr>
          <p:cNvPr id="131077" name="Picture 4" descr="BinExamp">
            <a:extLst>
              <a:ext uri="{FF2B5EF4-FFF2-40B4-BE49-F238E27FC236}">
                <a16:creationId xmlns:a16="http://schemas.microsoft.com/office/drawing/2014/main" id="{F790EADA-ED15-D4C7-31F5-10B5AB2727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4968" t="2606" r="3726" b="3909"/>
          <a:stretch>
            <a:fillRect/>
          </a:stretch>
        </p:blipFill>
        <p:spPr bwMode="auto">
          <a:xfrm>
            <a:off x="5562599" y="1494631"/>
            <a:ext cx="3429000" cy="29249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489819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22AF2E-B8E9-90D8-5780-CEC65E753048}"/>
            </a:ext>
          </a:extLst>
        </p:cNvPr>
        <p:cNvGrpSpPr/>
        <p:nvPr/>
      </p:nvGrpSpPr>
      <p:grpSpPr>
        <a:xfrm>
          <a:off x="0" y="0"/>
          <a:ext cx="0" cy="0"/>
          <a:chOff x="0" y="0"/>
          <a:chExt cx="0" cy="0"/>
        </a:xfrm>
      </p:grpSpPr>
      <p:sp>
        <p:nvSpPr>
          <p:cNvPr id="131074" name="Slide Number Placeholder 5">
            <a:extLst>
              <a:ext uri="{FF2B5EF4-FFF2-40B4-BE49-F238E27FC236}">
                <a16:creationId xmlns:a16="http://schemas.microsoft.com/office/drawing/2014/main" id="{F1ED7793-A333-7E11-F54C-F9B88EDA8AD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FE87F9D8-DD6A-4E06-9483-B9750326331B}" type="slidenum">
              <a:rPr lang="en-US" altLang="en-US" sz="1400"/>
              <a:pPr eaLnBrk="1" hangingPunct="1"/>
              <a:t>5</a:t>
            </a:fld>
            <a:endParaRPr lang="en-US" altLang="en-US" sz="1400"/>
          </a:p>
        </p:txBody>
      </p:sp>
      <p:sp>
        <p:nvSpPr>
          <p:cNvPr id="131075" name="Rectangle 2">
            <a:extLst>
              <a:ext uri="{FF2B5EF4-FFF2-40B4-BE49-F238E27FC236}">
                <a16:creationId xmlns:a16="http://schemas.microsoft.com/office/drawing/2014/main" id="{13313D7A-EF32-F013-A9AB-C8D990429FC7}"/>
              </a:ext>
            </a:extLst>
          </p:cNvPr>
          <p:cNvSpPr>
            <a:spLocks noGrp="1" noChangeArrowheads="1"/>
          </p:cNvSpPr>
          <p:nvPr>
            <p:ph type="title"/>
          </p:nvPr>
        </p:nvSpPr>
        <p:spPr>
          <a:xfrm>
            <a:off x="455613" y="365125"/>
            <a:ext cx="8226425" cy="914400"/>
          </a:xfrm>
        </p:spPr>
        <p:txBody>
          <a:bodyPr/>
          <a:lstStyle/>
          <a:p>
            <a:r>
              <a:rPr lang="en-US" altLang="en-US" dirty="0">
                <a:latin typeface="Helvetica" panose="020B0604020202020204" pitchFamily="34" charset="0"/>
              </a:rPr>
              <a:t>Binary Tree :</a:t>
            </a:r>
            <a:r>
              <a:rPr lang="en-US" altLang="en-US" sz="4400" u="sng" dirty="0">
                <a:solidFill>
                  <a:srgbClr val="FF0000"/>
                </a:solidFill>
                <a:latin typeface="Helvetica" panose="020B0604020202020204" pitchFamily="34" charset="0"/>
              </a:rPr>
              <a:t>level</a:t>
            </a:r>
            <a:endParaRPr lang="en-US" altLang="en-US" dirty="0">
              <a:latin typeface="Helvetica" panose="020B0604020202020204" pitchFamily="34" charset="0"/>
            </a:endParaRPr>
          </a:p>
        </p:txBody>
      </p:sp>
      <p:sp>
        <p:nvSpPr>
          <p:cNvPr id="131076" name="Rectangle 3">
            <a:extLst>
              <a:ext uri="{FF2B5EF4-FFF2-40B4-BE49-F238E27FC236}">
                <a16:creationId xmlns:a16="http://schemas.microsoft.com/office/drawing/2014/main" id="{02BB32FF-8612-33D3-9C39-4BF8B2B89EE2}"/>
              </a:ext>
            </a:extLst>
          </p:cNvPr>
          <p:cNvSpPr>
            <a:spLocks noGrp="1" noChangeArrowheads="1"/>
          </p:cNvSpPr>
          <p:nvPr>
            <p:ph type="body" idx="1"/>
          </p:nvPr>
        </p:nvSpPr>
        <p:spPr>
          <a:xfrm>
            <a:off x="152400" y="1066800"/>
            <a:ext cx="5410199" cy="5638800"/>
          </a:xfrm>
        </p:spPr>
        <p:txBody>
          <a:bodyPr/>
          <a:lstStyle/>
          <a:p>
            <a:pPr>
              <a:lnSpc>
                <a:spcPct val="90000"/>
              </a:lnSpc>
              <a:buFontTx/>
              <a:buNone/>
            </a:pPr>
            <a:r>
              <a:rPr lang="en-US" sz="2800" dirty="0">
                <a:solidFill>
                  <a:srgbClr val="FF0000"/>
                </a:solidFill>
                <a:latin typeface="+mj-lt"/>
              </a:rPr>
              <a:t> </a:t>
            </a:r>
            <a:r>
              <a:rPr lang="en-US" sz="2800" dirty="0">
                <a:latin typeface="+mj-lt"/>
              </a:rPr>
              <a:t>All nodes of depth d are at </a:t>
            </a:r>
            <a:r>
              <a:rPr lang="en-US" sz="2800" dirty="0">
                <a:solidFill>
                  <a:srgbClr val="FF0000"/>
                </a:solidFill>
                <a:latin typeface="+mj-lt"/>
              </a:rPr>
              <a:t>level</a:t>
            </a:r>
            <a:r>
              <a:rPr lang="en-US" sz="2800" dirty="0">
                <a:latin typeface="+mj-lt"/>
              </a:rPr>
              <a:t> d in the tree. </a:t>
            </a:r>
          </a:p>
          <a:p>
            <a:pPr>
              <a:lnSpc>
                <a:spcPct val="90000"/>
              </a:lnSpc>
              <a:buFontTx/>
              <a:buNone/>
            </a:pPr>
            <a:r>
              <a:rPr lang="en-US" sz="2800" dirty="0">
                <a:latin typeface="+mj-lt"/>
              </a:rPr>
              <a:t>The root is the only node at level 0, and its depth is 0. </a:t>
            </a:r>
          </a:p>
          <a:p>
            <a:pPr>
              <a:lnSpc>
                <a:spcPct val="90000"/>
              </a:lnSpc>
              <a:buFontTx/>
              <a:buNone/>
            </a:pPr>
            <a:endParaRPr lang="en-US" sz="2800" dirty="0">
              <a:latin typeface="+mj-lt"/>
            </a:endParaRPr>
          </a:p>
          <a:p>
            <a:pPr>
              <a:lnSpc>
                <a:spcPct val="90000"/>
              </a:lnSpc>
              <a:buFontTx/>
              <a:buNone/>
            </a:pPr>
            <a:r>
              <a:rPr lang="en-US" sz="2800" dirty="0">
                <a:solidFill>
                  <a:srgbClr val="FF0000"/>
                </a:solidFill>
                <a:latin typeface="+mj-lt"/>
              </a:rPr>
              <a:t>A  leaf node </a:t>
            </a:r>
            <a:r>
              <a:rPr lang="en-US" sz="2800" dirty="0">
                <a:latin typeface="+mj-lt"/>
              </a:rPr>
              <a:t>is any node that has two empty children.</a:t>
            </a:r>
          </a:p>
          <a:p>
            <a:pPr>
              <a:lnSpc>
                <a:spcPct val="90000"/>
              </a:lnSpc>
              <a:buFontTx/>
              <a:buNone/>
            </a:pPr>
            <a:r>
              <a:rPr lang="en-US" sz="2800" dirty="0">
                <a:solidFill>
                  <a:srgbClr val="FF0000"/>
                </a:solidFill>
                <a:latin typeface="+mj-lt"/>
              </a:rPr>
              <a:t>An internal </a:t>
            </a:r>
            <a:r>
              <a:rPr lang="en-US" sz="2800" dirty="0">
                <a:latin typeface="+mj-lt"/>
              </a:rPr>
              <a:t>node is any node</a:t>
            </a:r>
          </a:p>
          <a:p>
            <a:pPr>
              <a:lnSpc>
                <a:spcPct val="90000"/>
              </a:lnSpc>
              <a:buFontTx/>
              <a:buNone/>
            </a:pPr>
            <a:r>
              <a:rPr lang="en-US" sz="2800" dirty="0">
                <a:latin typeface="+mj-lt"/>
              </a:rPr>
              <a:t> that has at least one non-empty child.</a:t>
            </a:r>
            <a:endParaRPr lang="en-US" altLang="en-US" sz="2800" dirty="0">
              <a:latin typeface="+mj-lt"/>
            </a:endParaRPr>
          </a:p>
          <a:p>
            <a:pPr>
              <a:lnSpc>
                <a:spcPct val="90000"/>
              </a:lnSpc>
              <a:buFontTx/>
              <a:buNone/>
            </a:pPr>
            <a:endParaRPr lang="en-US" altLang="en-US" sz="2800" dirty="0">
              <a:latin typeface="+mj-lt"/>
            </a:endParaRPr>
          </a:p>
          <a:p>
            <a:pPr>
              <a:lnSpc>
                <a:spcPct val="90000"/>
              </a:lnSpc>
              <a:buFontTx/>
              <a:buNone/>
            </a:pPr>
            <a:endParaRPr lang="en-US" altLang="en-US" sz="2400" dirty="0">
              <a:latin typeface="Helvetica" panose="020B0604020202020204" pitchFamily="34" charset="0"/>
            </a:endParaRPr>
          </a:p>
        </p:txBody>
      </p:sp>
      <p:pic>
        <p:nvPicPr>
          <p:cNvPr id="131077" name="Picture 4" descr="BinExamp">
            <a:extLst>
              <a:ext uri="{FF2B5EF4-FFF2-40B4-BE49-F238E27FC236}">
                <a16:creationId xmlns:a16="http://schemas.microsoft.com/office/drawing/2014/main" id="{2352043F-AFC4-0D4D-0922-D293DA8440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4968" t="2606" r="3726" b="3909"/>
          <a:stretch>
            <a:fillRect/>
          </a:stretch>
        </p:blipFill>
        <p:spPr bwMode="auto">
          <a:xfrm>
            <a:off x="5562599" y="1494631"/>
            <a:ext cx="3429000" cy="29249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622300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8F9D1EA4-68E8-4DB4-959C-39B66B16D64F}" type="slidenum">
              <a:rPr lang="en-US" altLang="en-US" sz="1400"/>
              <a:pPr eaLnBrk="1" hangingPunct="1"/>
              <a:t>6</a:t>
            </a:fld>
            <a:endParaRPr lang="en-US" altLang="en-US" sz="1400"/>
          </a:p>
        </p:txBody>
      </p:sp>
      <p:sp>
        <p:nvSpPr>
          <p:cNvPr id="132099" name="Rectangle 2"/>
          <p:cNvSpPr>
            <a:spLocks noGrp="1" noChangeArrowheads="1"/>
          </p:cNvSpPr>
          <p:nvPr>
            <p:ph type="title"/>
          </p:nvPr>
        </p:nvSpPr>
        <p:spPr>
          <a:xfrm>
            <a:off x="455613" y="365125"/>
            <a:ext cx="8226425" cy="914400"/>
          </a:xfrm>
        </p:spPr>
        <p:txBody>
          <a:bodyPr/>
          <a:lstStyle/>
          <a:p>
            <a:r>
              <a:rPr lang="en-US" altLang="en-US">
                <a:latin typeface="Helvetica" panose="020B0604020202020204" pitchFamily="34" charset="0"/>
              </a:rPr>
              <a:t>Full and Complete Binary Trees</a:t>
            </a:r>
          </a:p>
        </p:txBody>
      </p:sp>
      <p:sp>
        <p:nvSpPr>
          <p:cNvPr id="132100" name="Rectangle 3"/>
          <p:cNvSpPr>
            <a:spLocks noGrp="1" noChangeArrowheads="1"/>
          </p:cNvSpPr>
          <p:nvPr>
            <p:ph type="body" idx="1"/>
          </p:nvPr>
        </p:nvSpPr>
        <p:spPr>
          <a:xfrm>
            <a:off x="381000" y="1600200"/>
            <a:ext cx="8534400" cy="4572000"/>
          </a:xfrm>
        </p:spPr>
        <p:txBody>
          <a:bodyPr/>
          <a:lstStyle/>
          <a:p>
            <a:pPr>
              <a:lnSpc>
                <a:spcPct val="90000"/>
              </a:lnSpc>
              <a:buFontTx/>
              <a:buNone/>
            </a:pPr>
            <a:r>
              <a:rPr lang="en-US" altLang="en-US" u="sng" dirty="0">
                <a:latin typeface="Helvetica" panose="020B0604020202020204" pitchFamily="34" charset="0"/>
              </a:rPr>
              <a:t>Full</a:t>
            </a:r>
            <a:r>
              <a:rPr lang="en-US" altLang="en-US" dirty="0">
                <a:latin typeface="Helvetica" panose="020B0604020202020204" pitchFamily="34" charset="0"/>
              </a:rPr>
              <a:t> binary tree: </a:t>
            </a:r>
            <a:r>
              <a:rPr lang="en-US" altLang="en-US" sz="2800" dirty="0">
                <a:latin typeface="Helvetica" panose="020B0604020202020204" pitchFamily="34" charset="0"/>
              </a:rPr>
              <a:t>Each node is either a leaf or internal node with exactly two non-empty children.</a:t>
            </a:r>
          </a:p>
          <a:p>
            <a:pPr>
              <a:lnSpc>
                <a:spcPct val="20000"/>
              </a:lnSpc>
              <a:buFontTx/>
              <a:buNone/>
            </a:pPr>
            <a:endParaRPr lang="en-US" altLang="en-US" sz="2800" dirty="0">
              <a:latin typeface="Helvetica" panose="020B0604020202020204" pitchFamily="34" charset="0"/>
            </a:endParaRPr>
          </a:p>
          <a:p>
            <a:pPr>
              <a:lnSpc>
                <a:spcPct val="90000"/>
              </a:lnSpc>
              <a:buFontTx/>
              <a:buNone/>
            </a:pPr>
            <a:r>
              <a:rPr lang="en-US" altLang="en-US" u="sng" dirty="0">
                <a:latin typeface="Helvetica" panose="020B0604020202020204" pitchFamily="34" charset="0"/>
              </a:rPr>
              <a:t>Complete</a:t>
            </a:r>
            <a:r>
              <a:rPr lang="en-US" altLang="en-US" dirty="0">
                <a:latin typeface="Helvetica" panose="020B0604020202020204" pitchFamily="34" charset="0"/>
              </a:rPr>
              <a:t> binary tree: </a:t>
            </a:r>
            <a:r>
              <a:rPr lang="en-US" altLang="en-US" sz="2800" dirty="0">
                <a:latin typeface="Helvetica" panose="020B0604020202020204" pitchFamily="34" charset="0"/>
              </a:rPr>
              <a:t>If the height of the tree is </a:t>
            </a:r>
            <a:r>
              <a:rPr lang="en-US" altLang="en-US" sz="2800" i="1" dirty="0">
                <a:latin typeface="Helvetica" panose="020B0604020202020204" pitchFamily="34" charset="0"/>
              </a:rPr>
              <a:t>d</a:t>
            </a:r>
            <a:r>
              <a:rPr lang="en-US" altLang="en-US" sz="2800" dirty="0">
                <a:latin typeface="Helvetica" panose="020B0604020202020204" pitchFamily="34" charset="0"/>
              </a:rPr>
              <a:t>, then all leaves except possibly level </a:t>
            </a:r>
            <a:r>
              <a:rPr lang="en-US" altLang="en-US" sz="2800" i="1" dirty="0">
                <a:latin typeface="Helvetica" panose="020B0604020202020204" pitchFamily="34" charset="0"/>
              </a:rPr>
              <a:t>d</a:t>
            </a:r>
            <a:r>
              <a:rPr lang="en-US" altLang="en-US" sz="2800" dirty="0">
                <a:latin typeface="Helvetica" panose="020B0604020202020204" pitchFamily="34" charset="0"/>
              </a:rPr>
              <a:t> are completely full.  The bottom level has all nodes to the left side.</a:t>
            </a:r>
          </a:p>
        </p:txBody>
      </p:sp>
      <p:pic>
        <p:nvPicPr>
          <p:cNvPr id="132101" name="Picture 4" descr="FullComp"/>
          <p:cNvPicPr>
            <a:picLocks noChangeAspect="1" noChangeArrowheads="1"/>
          </p:cNvPicPr>
          <p:nvPr/>
        </p:nvPicPr>
        <p:blipFill>
          <a:blip r:embed="rId3">
            <a:extLst>
              <a:ext uri="{28A0092B-C50C-407E-A947-70E740481C1C}">
                <a14:useLocalDpi xmlns:a14="http://schemas.microsoft.com/office/drawing/2010/main" val="0"/>
              </a:ext>
            </a:extLst>
          </a:blip>
          <a:srcRect l="1158" r="3473" b="2127"/>
          <a:stretch>
            <a:fillRect/>
          </a:stretch>
        </p:blipFill>
        <p:spPr bwMode="auto">
          <a:xfrm>
            <a:off x="1225550" y="4454525"/>
            <a:ext cx="6813550" cy="190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1743069E-5551-4EFE-8A60-92B92AA56D64}" type="slidenum">
              <a:rPr lang="en-US" altLang="en-US" sz="1400"/>
              <a:pPr eaLnBrk="1" hangingPunct="1"/>
              <a:t>7</a:t>
            </a:fld>
            <a:endParaRPr lang="en-US" altLang="en-US" sz="1400"/>
          </a:p>
        </p:txBody>
      </p:sp>
      <p:sp>
        <p:nvSpPr>
          <p:cNvPr id="133123" name="Rectangle 2"/>
          <p:cNvSpPr>
            <a:spLocks noGrp="1" noChangeArrowheads="1"/>
          </p:cNvSpPr>
          <p:nvPr>
            <p:ph type="title"/>
          </p:nvPr>
        </p:nvSpPr>
        <p:spPr>
          <a:xfrm>
            <a:off x="455613" y="365125"/>
            <a:ext cx="8226425" cy="914400"/>
          </a:xfrm>
        </p:spPr>
        <p:txBody>
          <a:bodyPr/>
          <a:lstStyle/>
          <a:p>
            <a:r>
              <a:rPr lang="en-US" altLang="en-US">
                <a:latin typeface="Helvetica" panose="020B0604020202020204" pitchFamily="34" charset="0"/>
              </a:rPr>
              <a:t>Full Binary Tree Theorem (1)</a:t>
            </a:r>
          </a:p>
        </p:txBody>
      </p:sp>
      <p:sp>
        <p:nvSpPr>
          <p:cNvPr id="133124" name="Rectangle 3"/>
          <p:cNvSpPr>
            <a:spLocks noGrp="1" noChangeArrowheads="1"/>
          </p:cNvSpPr>
          <p:nvPr>
            <p:ph type="body" idx="1"/>
          </p:nvPr>
        </p:nvSpPr>
        <p:spPr>
          <a:xfrm>
            <a:off x="455613" y="1600200"/>
            <a:ext cx="8226425" cy="4572000"/>
          </a:xfrm>
        </p:spPr>
        <p:txBody>
          <a:bodyPr/>
          <a:lstStyle/>
          <a:p>
            <a:pPr>
              <a:buFontTx/>
              <a:buNone/>
            </a:pPr>
            <a:r>
              <a:rPr lang="en-US" altLang="en-US" sz="2800" b="1">
                <a:latin typeface="Helvetica" panose="020B0604020202020204" pitchFamily="34" charset="0"/>
              </a:rPr>
              <a:t>Theorem</a:t>
            </a:r>
            <a:r>
              <a:rPr lang="en-US" altLang="en-US" sz="2800">
                <a:latin typeface="Helvetica" panose="020B0604020202020204" pitchFamily="34" charset="0"/>
              </a:rPr>
              <a:t>: The number of leaves in a non-empty full binary tree is one more than the number of internal nodes.</a:t>
            </a:r>
          </a:p>
          <a:p>
            <a:pPr>
              <a:lnSpc>
                <a:spcPct val="10000"/>
              </a:lnSpc>
              <a:buFontTx/>
              <a:buNone/>
            </a:pPr>
            <a:endParaRPr lang="en-US" altLang="en-US" sz="2800">
              <a:latin typeface="Helvetica" panose="020B0604020202020204" pitchFamily="34" charset="0"/>
            </a:endParaRPr>
          </a:p>
          <a:p>
            <a:pPr>
              <a:buFontTx/>
              <a:buNone/>
            </a:pPr>
            <a:r>
              <a:rPr lang="en-US" altLang="en-US" sz="2800" b="1">
                <a:latin typeface="Helvetica" panose="020B0604020202020204" pitchFamily="34" charset="0"/>
              </a:rPr>
              <a:t>Proof</a:t>
            </a:r>
            <a:r>
              <a:rPr lang="en-US" altLang="en-US" sz="2800">
                <a:latin typeface="Helvetica" panose="020B0604020202020204" pitchFamily="34" charset="0"/>
              </a:rPr>
              <a:t> (by Mathematical Induction):</a:t>
            </a:r>
          </a:p>
          <a:p>
            <a:pPr>
              <a:lnSpc>
                <a:spcPct val="20000"/>
              </a:lnSpc>
              <a:buFontTx/>
              <a:buNone/>
            </a:pPr>
            <a:endParaRPr lang="en-US" altLang="en-US" sz="2800">
              <a:latin typeface="Helvetica" panose="020B0604020202020204" pitchFamily="34" charset="0"/>
            </a:endParaRPr>
          </a:p>
          <a:p>
            <a:pPr>
              <a:buFontTx/>
              <a:buNone/>
            </a:pPr>
            <a:r>
              <a:rPr lang="en-US" altLang="en-US" sz="2800" b="1">
                <a:latin typeface="Helvetica" panose="020B0604020202020204" pitchFamily="34" charset="0"/>
              </a:rPr>
              <a:t>Base case</a:t>
            </a:r>
            <a:r>
              <a:rPr lang="en-US" altLang="en-US" sz="2800">
                <a:latin typeface="Helvetica" panose="020B0604020202020204" pitchFamily="34" charset="0"/>
              </a:rPr>
              <a:t>: </a:t>
            </a:r>
            <a:r>
              <a:rPr lang="en-US" altLang="en-US" sz="2400">
                <a:latin typeface="Helvetica" panose="020B0604020202020204" pitchFamily="34" charset="0"/>
              </a:rPr>
              <a:t>A full binary tree with 1 internal node must have two leaf nodes.</a:t>
            </a:r>
          </a:p>
          <a:p>
            <a:pPr>
              <a:lnSpc>
                <a:spcPct val="10000"/>
              </a:lnSpc>
              <a:buFontTx/>
              <a:buNone/>
            </a:pPr>
            <a:endParaRPr lang="en-US" altLang="en-US" sz="2400">
              <a:latin typeface="Helvetica" panose="020B0604020202020204" pitchFamily="34" charset="0"/>
            </a:endParaRPr>
          </a:p>
          <a:p>
            <a:pPr>
              <a:buFontTx/>
              <a:buNone/>
            </a:pPr>
            <a:r>
              <a:rPr lang="en-US" altLang="en-US" sz="2800" b="1">
                <a:latin typeface="Helvetica" panose="020B0604020202020204" pitchFamily="34" charset="0"/>
              </a:rPr>
              <a:t>Induction Hypothesis</a:t>
            </a:r>
            <a:r>
              <a:rPr lang="en-US" altLang="en-US" sz="2800">
                <a:latin typeface="Helvetica" panose="020B0604020202020204" pitchFamily="34" charset="0"/>
              </a:rPr>
              <a:t>: </a:t>
            </a:r>
            <a:r>
              <a:rPr lang="en-US" altLang="en-US" sz="2400">
                <a:latin typeface="Helvetica" panose="020B0604020202020204" pitchFamily="34" charset="0"/>
              </a:rPr>
              <a:t>Assume any full binary tree </a:t>
            </a:r>
            <a:r>
              <a:rPr lang="en-US" altLang="en-US" sz="2400" b="1">
                <a:latin typeface="Helvetica" panose="020B0604020202020204" pitchFamily="34" charset="0"/>
              </a:rPr>
              <a:t>T</a:t>
            </a:r>
            <a:r>
              <a:rPr lang="en-US" altLang="en-US" sz="2400">
                <a:latin typeface="Helvetica" panose="020B0604020202020204" pitchFamily="34" charset="0"/>
              </a:rPr>
              <a:t> containing </a:t>
            </a:r>
            <a:r>
              <a:rPr lang="en-US" altLang="en-US" sz="2400" i="1">
                <a:latin typeface="Helvetica" panose="020B0604020202020204" pitchFamily="34" charset="0"/>
              </a:rPr>
              <a:t>n</a:t>
            </a:r>
            <a:r>
              <a:rPr lang="en-US" altLang="en-US" sz="2400">
                <a:latin typeface="Helvetica" panose="020B0604020202020204" pitchFamily="34" charset="0"/>
              </a:rPr>
              <a:t>-1 internal nodes has </a:t>
            </a:r>
            <a:r>
              <a:rPr lang="en-US" altLang="en-US" sz="2400" i="1">
                <a:latin typeface="Helvetica" panose="020B0604020202020204" pitchFamily="34" charset="0"/>
              </a:rPr>
              <a:t>n</a:t>
            </a:r>
            <a:r>
              <a:rPr lang="en-US" altLang="en-US" sz="2400">
                <a:latin typeface="Helvetica" panose="020B0604020202020204" pitchFamily="34" charset="0"/>
              </a:rPr>
              <a:t> leaves.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9488397-960F-4169-9BE0-2AD2B2549D6C}" type="slidenum">
              <a:rPr lang="en-US" altLang="en-US" sz="1400"/>
              <a:pPr eaLnBrk="1" hangingPunct="1"/>
              <a:t>8</a:t>
            </a:fld>
            <a:endParaRPr lang="en-US" altLang="en-US" sz="1400"/>
          </a:p>
        </p:txBody>
      </p:sp>
      <p:sp>
        <p:nvSpPr>
          <p:cNvPr id="135171" name="Rectangle 2"/>
          <p:cNvSpPr>
            <a:spLocks noGrp="1" noChangeArrowheads="1"/>
          </p:cNvSpPr>
          <p:nvPr>
            <p:ph type="title"/>
          </p:nvPr>
        </p:nvSpPr>
        <p:spPr>
          <a:xfrm>
            <a:off x="455613" y="365125"/>
            <a:ext cx="8226425" cy="914400"/>
          </a:xfrm>
        </p:spPr>
        <p:txBody>
          <a:bodyPr/>
          <a:lstStyle/>
          <a:p>
            <a:r>
              <a:rPr lang="en-US" altLang="en-US" dirty="0">
                <a:latin typeface="Helvetica" panose="020B0604020202020204" pitchFamily="34" charset="0"/>
              </a:rPr>
              <a:t>Full Binary Tree Corollary</a:t>
            </a:r>
            <a:r>
              <a:rPr lang="ar-JO" altLang="en-US" dirty="0">
                <a:latin typeface="Helvetica" panose="020B0604020202020204" pitchFamily="34" charset="0"/>
              </a:rPr>
              <a:t>نتيجة طبيعية كاملة للشجرة الثنائية</a:t>
            </a:r>
            <a:endParaRPr lang="en-US" altLang="en-US" dirty="0">
              <a:latin typeface="Helvetica" panose="020B0604020202020204" pitchFamily="34" charset="0"/>
            </a:endParaRPr>
          </a:p>
        </p:txBody>
      </p:sp>
      <p:sp>
        <p:nvSpPr>
          <p:cNvPr id="135172" name="Rectangle 3"/>
          <p:cNvSpPr>
            <a:spLocks noGrp="1" noChangeArrowheads="1"/>
          </p:cNvSpPr>
          <p:nvPr>
            <p:ph type="body" idx="1"/>
          </p:nvPr>
        </p:nvSpPr>
        <p:spPr>
          <a:xfrm>
            <a:off x="455613" y="1600200"/>
            <a:ext cx="8226425" cy="4572000"/>
          </a:xfrm>
        </p:spPr>
        <p:txBody>
          <a:bodyPr/>
          <a:lstStyle/>
          <a:p>
            <a:pPr>
              <a:lnSpc>
                <a:spcPct val="90000"/>
              </a:lnSpc>
              <a:buFontTx/>
              <a:buNone/>
            </a:pPr>
            <a:r>
              <a:rPr lang="en-US" altLang="en-US" b="1">
                <a:latin typeface="Helvetica" panose="020B0604020202020204" pitchFamily="34" charset="0"/>
              </a:rPr>
              <a:t>Theorem</a:t>
            </a:r>
            <a:r>
              <a:rPr lang="en-US" altLang="en-US">
                <a:latin typeface="Helvetica" panose="020B0604020202020204" pitchFamily="34" charset="0"/>
              </a:rPr>
              <a:t>: The number of null pointers in a non-empty tree is one more than the number of nodes in the tree.</a:t>
            </a:r>
          </a:p>
          <a:p>
            <a:pPr>
              <a:lnSpc>
                <a:spcPct val="90000"/>
              </a:lnSpc>
              <a:buFontTx/>
              <a:buNone/>
            </a:pPr>
            <a:endParaRPr lang="en-US" altLang="en-US" b="1">
              <a:latin typeface="Helvetica" panose="020B0604020202020204" pitchFamily="34" charset="0"/>
            </a:endParaRPr>
          </a:p>
          <a:p>
            <a:pPr>
              <a:lnSpc>
                <a:spcPct val="90000"/>
              </a:lnSpc>
              <a:buFontTx/>
              <a:buNone/>
            </a:pPr>
            <a:r>
              <a:rPr lang="en-US" altLang="en-US" b="1">
                <a:latin typeface="Helvetica" panose="020B0604020202020204" pitchFamily="34" charset="0"/>
              </a:rPr>
              <a:t>Proof</a:t>
            </a:r>
            <a:r>
              <a:rPr lang="en-US" altLang="en-US">
                <a:latin typeface="Helvetica" panose="020B0604020202020204" pitchFamily="34" charset="0"/>
              </a:rPr>
              <a:t>: Replace all null pointers with a pointer to an empty leaf node.  This is a full binary tree.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55C2E2-FAB5-86CC-EBEB-FFA40F4FDA57}"/>
              </a:ext>
            </a:extLst>
          </p:cNvPr>
          <p:cNvSpPr>
            <a:spLocks noGrp="1"/>
          </p:cNvSpPr>
          <p:nvPr>
            <p:ph type="title"/>
          </p:nvPr>
        </p:nvSpPr>
        <p:spPr>
          <a:xfrm>
            <a:off x="685800" y="190500"/>
            <a:ext cx="7772400" cy="1143000"/>
          </a:xfrm>
        </p:spPr>
        <p:txBody>
          <a:bodyPr/>
          <a:lstStyle/>
          <a:p>
            <a:r>
              <a:rPr lang="en-US" dirty="0"/>
              <a:t>Theorem 5.2</a:t>
            </a:r>
          </a:p>
        </p:txBody>
      </p:sp>
      <p:sp>
        <p:nvSpPr>
          <p:cNvPr id="3" name="Content Placeholder 2">
            <a:extLst>
              <a:ext uri="{FF2B5EF4-FFF2-40B4-BE49-F238E27FC236}">
                <a16:creationId xmlns:a16="http://schemas.microsoft.com/office/drawing/2014/main" id="{085B1FD1-91D7-7CFC-65AA-68BB3D64DC8A}"/>
              </a:ext>
            </a:extLst>
          </p:cNvPr>
          <p:cNvSpPr>
            <a:spLocks noGrp="1"/>
          </p:cNvSpPr>
          <p:nvPr>
            <p:ph idx="1"/>
          </p:nvPr>
        </p:nvSpPr>
        <p:spPr>
          <a:xfrm>
            <a:off x="680581" y="1371600"/>
            <a:ext cx="7772400" cy="4114800"/>
          </a:xfrm>
        </p:spPr>
        <p:txBody>
          <a:bodyPr/>
          <a:lstStyle/>
          <a:p>
            <a:r>
              <a:rPr lang="en-US" dirty="0"/>
              <a:t>Theorem 5.2 The number of empty subtrees in a non-empty binary tree is one more than the number of nodes in the tree</a:t>
            </a:r>
          </a:p>
        </p:txBody>
      </p:sp>
      <p:sp>
        <p:nvSpPr>
          <p:cNvPr id="4" name="Slide Number Placeholder 3">
            <a:extLst>
              <a:ext uri="{FF2B5EF4-FFF2-40B4-BE49-F238E27FC236}">
                <a16:creationId xmlns:a16="http://schemas.microsoft.com/office/drawing/2014/main" id="{10ECAC9B-2055-EA12-3A4A-DC77CFC725C1}"/>
              </a:ext>
            </a:extLst>
          </p:cNvPr>
          <p:cNvSpPr>
            <a:spLocks noGrp="1"/>
          </p:cNvSpPr>
          <p:nvPr>
            <p:ph type="sldNum" sz="quarter" idx="12"/>
          </p:nvPr>
        </p:nvSpPr>
        <p:spPr/>
        <p:txBody>
          <a:bodyPr/>
          <a:lstStyle/>
          <a:p>
            <a:fld id="{3D85E3EA-D059-46E9-9059-FFA99F7A1665}" type="slidenum">
              <a:rPr lang="en-US" altLang="en-US" smtClean="0"/>
              <a:pPr/>
              <a:t>9</a:t>
            </a:fld>
            <a:endParaRPr lang="en-US" altLang="en-US"/>
          </a:p>
        </p:txBody>
      </p:sp>
      <p:pic>
        <p:nvPicPr>
          <p:cNvPr id="5" name="Picture 4">
            <a:extLst>
              <a:ext uri="{FF2B5EF4-FFF2-40B4-BE49-F238E27FC236}">
                <a16:creationId xmlns:a16="http://schemas.microsoft.com/office/drawing/2014/main" id="{A047C942-E48D-FFB7-3178-6C865BE685BD}"/>
              </a:ext>
            </a:extLst>
          </p:cNvPr>
          <p:cNvPicPr>
            <a:picLocks noChangeAspect="1"/>
          </p:cNvPicPr>
          <p:nvPr/>
        </p:nvPicPr>
        <p:blipFill>
          <a:blip r:embed="rId2"/>
          <a:stretch>
            <a:fillRect/>
          </a:stretch>
        </p:blipFill>
        <p:spPr>
          <a:xfrm>
            <a:off x="4566781" y="3410211"/>
            <a:ext cx="3429000" cy="2362200"/>
          </a:xfrm>
          <a:prstGeom prst="rect">
            <a:avLst/>
          </a:prstGeom>
        </p:spPr>
      </p:pic>
    </p:spTree>
    <p:extLst>
      <p:ext uri="{BB962C8B-B14F-4D97-AF65-F5344CB8AC3E}">
        <p14:creationId xmlns:p14="http://schemas.microsoft.com/office/powerpoint/2010/main" val="37925440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C2F817D-DF5F-F0F0-E724-9109E773A5CA}"/>
              </a:ext>
            </a:extLst>
          </p:cNvPr>
          <p:cNvSpPr>
            <a:spLocks noGrp="1"/>
          </p:cNvSpPr>
          <p:nvPr>
            <p:ph type="ctrTitle"/>
          </p:nvPr>
        </p:nvSpPr>
        <p:spPr/>
        <p:txBody>
          <a:bodyPr/>
          <a:lstStyle/>
          <a:p>
            <a:r>
              <a:rPr lang="en-US" altLang="en-US" dirty="0">
                <a:latin typeface="Helvetica" panose="020B0604020202020204" pitchFamily="34" charset="0"/>
              </a:rPr>
              <a:t>Binary Tree Node Class</a:t>
            </a:r>
            <a:br>
              <a:rPr lang="en-US" altLang="en-US" dirty="0">
                <a:latin typeface="Helvetica" panose="020B0604020202020204" pitchFamily="34" charset="0"/>
              </a:rPr>
            </a:br>
            <a:endParaRPr lang="en-US" dirty="0"/>
          </a:p>
        </p:txBody>
      </p:sp>
      <p:sp>
        <p:nvSpPr>
          <p:cNvPr id="6" name="Subtitle 5">
            <a:extLst>
              <a:ext uri="{FF2B5EF4-FFF2-40B4-BE49-F238E27FC236}">
                <a16:creationId xmlns:a16="http://schemas.microsoft.com/office/drawing/2014/main" id="{AE6DC061-42B8-98C3-9FA8-41081CB7015E}"/>
              </a:ext>
            </a:extLst>
          </p:cNvPr>
          <p:cNvSpPr>
            <a:spLocks noGrp="1"/>
          </p:cNvSpPr>
          <p:nvPr>
            <p:ph type="subTitle" idx="1"/>
          </p:nvPr>
        </p:nvSpPr>
        <p:spPr/>
        <p:txBody>
          <a:bodyPr/>
          <a:lstStyle/>
          <a:p>
            <a:r>
              <a:rPr lang="en-US" altLang="en-US" dirty="0">
                <a:latin typeface="Helvetica" panose="020B0604020202020204" pitchFamily="34" charset="0"/>
              </a:rPr>
              <a:t>ADT</a:t>
            </a:r>
            <a:endParaRPr lang="en-US" dirty="0"/>
          </a:p>
        </p:txBody>
      </p:sp>
      <p:sp>
        <p:nvSpPr>
          <p:cNvPr id="4" name="Slide Number Placeholder 3">
            <a:extLst>
              <a:ext uri="{FF2B5EF4-FFF2-40B4-BE49-F238E27FC236}">
                <a16:creationId xmlns:a16="http://schemas.microsoft.com/office/drawing/2014/main" id="{CDF2E658-101F-2F78-E8D0-FD9A49046821}"/>
              </a:ext>
            </a:extLst>
          </p:cNvPr>
          <p:cNvSpPr>
            <a:spLocks noGrp="1"/>
          </p:cNvSpPr>
          <p:nvPr>
            <p:ph type="sldNum" sz="quarter" idx="12"/>
          </p:nvPr>
        </p:nvSpPr>
        <p:spPr/>
        <p:txBody>
          <a:bodyPr/>
          <a:lstStyle/>
          <a:p>
            <a:fld id="{3D85E3EA-D059-46E9-9059-FFA99F7A1665}" type="slidenum">
              <a:rPr lang="en-US" altLang="en-US" smtClean="0"/>
              <a:pPr/>
              <a:t>10</a:t>
            </a:fld>
            <a:endParaRPr lang="en-US" altLang="en-US"/>
          </a:p>
        </p:txBody>
      </p:sp>
    </p:spTree>
    <p:extLst>
      <p:ext uri="{BB962C8B-B14F-4D97-AF65-F5344CB8AC3E}">
        <p14:creationId xmlns:p14="http://schemas.microsoft.com/office/powerpoint/2010/main" val="25829644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924A1A6B-4CA0-48A7-B7E6-84A501BE1F74}" type="slidenum">
              <a:rPr lang="en-US" altLang="en-US" sz="1400"/>
              <a:pPr eaLnBrk="1" hangingPunct="1"/>
              <a:t>11</a:t>
            </a:fld>
            <a:endParaRPr lang="en-US" altLang="en-US" sz="1400"/>
          </a:p>
        </p:txBody>
      </p:sp>
      <p:sp>
        <p:nvSpPr>
          <p:cNvPr id="136195" name="Rectangle 2"/>
          <p:cNvSpPr>
            <a:spLocks noGrp="1" noChangeArrowheads="1"/>
          </p:cNvSpPr>
          <p:nvPr>
            <p:ph type="title"/>
          </p:nvPr>
        </p:nvSpPr>
        <p:spPr>
          <a:xfrm>
            <a:off x="455613" y="365125"/>
            <a:ext cx="8226425" cy="914400"/>
          </a:xfrm>
        </p:spPr>
        <p:txBody>
          <a:bodyPr/>
          <a:lstStyle/>
          <a:p>
            <a:r>
              <a:rPr lang="en-US" altLang="en-US" dirty="0">
                <a:latin typeface="Helvetica" panose="020B0604020202020204" pitchFamily="34" charset="0"/>
              </a:rPr>
              <a:t>Binary Tree Node ADT</a:t>
            </a:r>
          </a:p>
        </p:txBody>
      </p:sp>
      <p:sp>
        <p:nvSpPr>
          <p:cNvPr id="136196" name="Rectangle 3"/>
          <p:cNvSpPr>
            <a:spLocks noGrp="1" noChangeArrowheads="1"/>
          </p:cNvSpPr>
          <p:nvPr>
            <p:ph type="body" idx="1"/>
          </p:nvPr>
        </p:nvSpPr>
        <p:spPr>
          <a:xfrm>
            <a:off x="455613" y="1600200"/>
            <a:ext cx="8226425" cy="4572000"/>
          </a:xfrm>
        </p:spPr>
        <p:txBody>
          <a:bodyPr/>
          <a:lstStyle/>
          <a:p>
            <a:pPr>
              <a:lnSpc>
                <a:spcPct val="60000"/>
              </a:lnSpc>
              <a:buFontTx/>
              <a:buNone/>
            </a:pPr>
            <a:r>
              <a:rPr lang="en-US" altLang="en-US" sz="2400" b="1">
                <a:latin typeface="Courier New" panose="02070309020205020404" pitchFamily="49" charset="0"/>
              </a:rPr>
              <a:t>/** ADT for binary tree nodes */</a:t>
            </a:r>
          </a:p>
          <a:p>
            <a:pPr>
              <a:lnSpc>
                <a:spcPct val="60000"/>
              </a:lnSpc>
              <a:buFontTx/>
              <a:buNone/>
            </a:pPr>
            <a:r>
              <a:rPr lang="en-US" altLang="en-US" sz="2400" b="1">
                <a:latin typeface="Courier New" panose="02070309020205020404" pitchFamily="49" charset="0"/>
              </a:rPr>
              <a:t>public interface BinNode&lt;E&gt; {</a:t>
            </a:r>
          </a:p>
          <a:p>
            <a:pPr>
              <a:lnSpc>
                <a:spcPct val="60000"/>
              </a:lnSpc>
              <a:buFontTx/>
              <a:buNone/>
            </a:pPr>
            <a:r>
              <a:rPr lang="en-US" altLang="en-US" sz="2400" b="1">
                <a:latin typeface="Courier New" panose="02070309020205020404" pitchFamily="49" charset="0"/>
              </a:rPr>
              <a:t>  /** Return and set the element value */</a:t>
            </a:r>
          </a:p>
          <a:p>
            <a:pPr>
              <a:lnSpc>
                <a:spcPct val="60000"/>
              </a:lnSpc>
              <a:buFontTx/>
              <a:buNone/>
            </a:pPr>
            <a:r>
              <a:rPr lang="en-US" altLang="en-US" sz="2400" b="1">
                <a:latin typeface="Courier New" panose="02070309020205020404" pitchFamily="49" charset="0"/>
              </a:rPr>
              <a:t>  public E element();</a:t>
            </a:r>
          </a:p>
          <a:p>
            <a:pPr>
              <a:lnSpc>
                <a:spcPct val="60000"/>
              </a:lnSpc>
              <a:buFontTx/>
              <a:buNone/>
            </a:pPr>
            <a:r>
              <a:rPr lang="en-US" altLang="en-US" sz="2400" b="1">
                <a:latin typeface="Courier New" panose="02070309020205020404" pitchFamily="49" charset="0"/>
              </a:rPr>
              <a:t>  public E setElement(E v);</a:t>
            </a:r>
          </a:p>
          <a:p>
            <a:pPr>
              <a:lnSpc>
                <a:spcPct val="60000"/>
              </a:lnSpc>
              <a:buFontTx/>
              <a:buNone/>
            </a:pPr>
            <a:endParaRPr lang="en-US" altLang="en-US" sz="2400" b="1">
              <a:latin typeface="Courier New" panose="02070309020205020404" pitchFamily="49" charset="0"/>
            </a:endParaRPr>
          </a:p>
          <a:p>
            <a:pPr>
              <a:lnSpc>
                <a:spcPct val="60000"/>
              </a:lnSpc>
              <a:buFontTx/>
              <a:buNone/>
            </a:pPr>
            <a:r>
              <a:rPr lang="en-US" altLang="en-US" sz="2400" b="1">
                <a:latin typeface="Courier New" panose="02070309020205020404" pitchFamily="49" charset="0"/>
              </a:rPr>
              <a:t>  /** Return the left child */</a:t>
            </a:r>
          </a:p>
          <a:p>
            <a:pPr>
              <a:lnSpc>
                <a:spcPct val="60000"/>
              </a:lnSpc>
              <a:buFontTx/>
              <a:buNone/>
            </a:pPr>
            <a:r>
              <a:rPr lang="en-US" altLang="en-US" sz="2400" b="1">
                <a:latin typeface="Courier New" panose="02070309020205020404" pitchFamily="49" charset="0"/>
              </a:rPr>
              <a:t>  public BinNode&lt;E&gt; left();</a:t>
            </a:r>
          </a:p>
          <a:p>
            <a:pPr>
              <a:lnSpc>
                <a:spcPct val="60000"/>
              </a:lnSpc>
              <a:buFontTx/>
              <a:buNone/>
            </a:pPr>
            <a:endParaRPr lang="en-US" altLang="en-US" sz="2400" b="1">
              <a:latin typeface="Courier New" panose="02070309020205020404" pitchFamily="49" charset="0"/>
            </a:endParaRPr>
          </a:p>
          <a:p>
            <a:pPr>
              <a:lnSpc>
                <a:spcPct val="60000"/>
              </a:lnSpc>
              <a:buFontTx/>
              <a:buNone/>
            </a:pPr>
            <a:r>
              <a:rPr lang="en-US" altLang="en-US" sz="2400" b="1">
                <a:latin typeface="Courier New" panose="02070309020205020404" pitchFamily="49" charset="0"/>
              </a:rPr>
              <a:t>  /** Return the right child */</a:t>
            </a:r>
          </a:p>
          <a:p>
            <a:pPr>
              <a:lnSpc>
                <a:spcPct val="60000"/>
              </a:lnSpc>
              <a:buFontTx/>
              <a:buNone/>
            </a:pPr>
            <a:r>
              <a:rPr lang="en-US" altLang="en-US" sz="2400" b="1">
                <a:latin typeface="Courier New" panose="02070309020205020404" pitchFamily="49" charset="0"/>
              </a:rPr>
              <a:t>  public BinNode&lt;E&gt; right();</a:t>
            </a:r>
          </a:p>
          <a:p>
            <a:pPr>
              <a:lnSpc>
                <a:spcPct val="60000"/>
              </a:lnSpc>
              <a:buFontTx/>
              <a:buNone/>
            </a:pPr>
            <a:endParaRPr lang="en-US" altLang="en-US" sz="2400" b="1">
              <a:latin typeface="Courier New" panose="02070309020205020404" pitchFamily="49" charset="0"/>
            </a:endParaRPr>
          </a:p>
          <a:p>
            <a:pPr>
              <a:lnSpc>
                <a:spcPct val="60000"/>
              </a:lnSpc>
              <a:buFontTx/>
              <a:buNone/>
            </a:pPr>
            <a:r>
              <a:rPr lang="en-US" altLang="en-US" sz="2400" b="1">
                <a:latin typeface="Courier New" panose="02070309020205020404" pitchFamily="49" charset="0"/>
              </a:rPr>
              <a:t>  /** Return true if this is a leaf node */</a:t>
            </a:r>
          </a:p>
          <a:p>
            <a:pPr>
              <a:lnSpc>
                <a:spcPct val="60000"/>
              </a:lnSpc>
              <a:buFontTx/>
              <a:buNone/>
            </a:pPr>
            <a:r>
              <a:rPr lang="en-US" altLang="en-US" sz="2400" b="1">
                <a:latin typeface="Courier New" panose="02070309020205020404" pitchFamily="49" charset="0"/>
              </a:rPr>
              <a:t>  public boolean isLeaf();</a:t>
            </a:r>
          </a:p>
          <a:p>
            <a:pPr>
              <a:lnSpc>
                <a:spcPct val="60000"/>
              </a:lnSpc>
              <a:buFontTx/>
              <a:buNone/>
            </a:pPr>
            <a:r>
              <a:rPr lang="en-US" altLang="en-US" sz="2400" b="1">
                <a:latin typeface="Courier New" panose="02070309020205020404" pitchFamily="49" charset="0"/>
              </a:rPr>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94256AFF-F173-486F-8637-4E8180D1AB59}" type="slidenum">
              <a:rPr lang="en-US" altLang="en-US" sz="1400"/>
              <a:pPr eaLnBrk="1" hangingPunct="1"/>
              <a:t>12</a:t>
            </a:fld>
            <a:endParaRPr lang="en-US" altLang="en-US" sz="1400"/>
          </a:p>
        </p:txBody>
      </p:sp>
      <p:sp>
        <p:nvSpPr>
          <p:cNvPr id="137219" name="Rectangle 2"/>
          <p:cNvSpPr>
            <a:spLocks noGrp="1" noChangeArrowheads="1"/>
          </p:cNvSpPr>
          <p:nvPr>
            <p:ph type="title"/>
          </p:nvPr>
        </p:nvSpPr>
        <p:spPr>
          <a:xfrm>
            <a:off x="455613" y="365125"/>
            <a:ext cx="8226425" cy="914400"/>
          </a:xfrm>
        </p:spPr>
        <p:txBody>
          <a:bodyPr/>
          <a:lstStyle/>
          <a:p>
            <a:r>
              <a:rPr lang="en-US" altLang="en-US">
                <a:latin typeface="Helvetica" panose="020B0604020202020204" pitchFamily="34" charset="0"/>
              </a:rPr>
              <a:t>Traversals (1)</a:t>
            </a:r>
          </a:p>
        </p:txBody>
      </p:sp>
      <p:sp>
        <p:nvSpPr>
          <p:cNvPr id="137220" name="Rectangle 3"/>
          <p:cNvSpPr>
            <a:spLocks noGrp="1" noChangeArrowheads="1"/>
          </p:cNvSpPr>
          <p:nvPr>
            <p:ph type="body" idx="1"/>
          </p:nvPr>
        </p:nvSpPr>
        <p:spPr>
          <a:xfrm>
            <a:off x="455613" y="1600200"/>
            <a:ext cx="8226425" cy="4572000"/>
          </a:xfrm>
        </p:spPr>
        <p:txBody>
          <a:bodyPr/>
          <a:lstStyle/>
          <a:p>
            <a:pPr>
              <a:lnSpc>
                <a:spcPct val="90000"/>
              </a:lnSpc>
              <a:buFontTx/>
              <a:buNone/>
            </a:pPr>
            <a:r>
              <a:rPr lang="en-US" altLang="en-US" sz="3600" dirty="0">
                <a:latin typeface="Helvetica" panose="020B0604020202020204" pitchFamily="34" charset="0"/>
              </a:rPr>
              <a:t>Any process for visiting the nodes in some order is called a </a:t>
            </a:r>
            <a:r>
              <a:rPr lang="en-US" altLang="en-US" sz="3600" u="sng" dirty="0">
                <a:latin typeface="Helvetica" panose="020B0604020202020204" pitchFamily="34" charset="0"/>
              </a:rPr>
              <a:t>traversal</a:t>
            </a:r>
            <a:r>
              <a:rPr lang="en-US" altLang="en-US" sz="3600" dirty="0">
                <a:latin typeface="Helvetica" panose="020B0604020202020204" pitchFamily="34" charset="0"/>
              </a:rPr>
              <a:t>.</a:t>
            </a:r>
          </a:p>
          <a:p>
            <a:pPr>
              <a:lnSpc>
                <a:spcPct val="30000"/>
              </a:lnSpc>
              <a:buFontTx/>
              <a:buNone/>
            </a:pPr>
            <a:endParaRPr lang="en-US" altLang="en-US" sz="3600" dirty="0">
              <a:latin typeface="Helvetica" panose="020B0604020202020204" pitchFamily="34" charset="0"/>
            </a:endParaRPr>
          </a:p>
          <a:p>
            <a:pPr>
              <a:lnSpc>
                <a:spcPct val="90000"/>
              </a:lnSpc>
              <a:buFontTx/>
              <a:buNone/>
            </a:pPr>
            <a:r>
              <a:rPr lang="en-US" altLang="en-US" sz="3600" dirty="0">
                <a:latin typeface="Helvetica" panose="020B0604020202020204" pitchFamily="34" charset="0"/>
              </a:rPr>
              <a:t>Any traversal that lists every node in the tree exactly once is called an </a:t>
            </a:r>
            <a:r>
              <a:rPr lang="en-US" altLang="en-US" sz="3600" u="sng" dirty="0">
                <a:latin typeface="Helvetica" panose="020B0604020202020204" pitchFamily="34" charset="0"/>
              </a:rPr>
              <a:t>enumeration</a:t>
            </a:r>
            <a:r>
              <a:rPr lang="en-US" altLang="en-US" sz="3600" dirty="0">
                <a:latin typeface="Helvetica" panose="020B0604020202020204" pitchFamily="34" charset="0"/>
              </a:rPr>
              <a:t> of the tree’s nodes.</a:t>
            </a:r>
          </a:p>
          <a:p>
            <a:pPr>
              <a:lnSpc>
                <a:spcPct val="10000"/>
              </a:lnSpc>
              <a:buFontTx/>
              <a:buNone/>
            </a:pPr>
            <a:endParaRPr lang="en-US" altLang="en-US" sz="3600" dirty="0">
              <a:latin typeface="Helvetica" panose="020B0604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3CDC066B-43E4-4A71-A75D-27C528887EC6}" type="slidenum">
              <a:rPr lang="en-US" altLang="en-US" sz="1400"/>
              <a:pPr eaLnBrk="1" hangingPunct="1"/>
              <a:t>13</a:t>
            </a:fld>
            <a:endParaRPr lang="en-US" altLang="en-US" sz="1400"/>
          </a:p>
        </p:txBody>
      </p:sp>
      <p:sp>
        <p:nvSpPr>
          <p:cNvPr id="138243" name="Rectangle 2"/>
          <p:cNvSpPr>
            <a:spLocks noGrp="1" noChangeArrowheads="1"/>
          </p:cNvSpPr>
          <p:nvPr>
            <p:ph type="title"/>
          </p:nvPr>
        </p:nvSpPr>
        <p:spPr>
          <a:xfrm>
            <a:off x="455613" y="365125"/>
            <a:ext cx="8226425" cy="914400"/>
          </a:xfrm>
        </p:spPr>
        <p:txBody>
          <a:bodyPr/>
          <a:lstStyle/>
          <a:p>
            <a:r>
              <a:rPr lang="en-US" altLang="en-US">
                <a:latin typeface="Helvetica" panose="020B0604020202020204" pitchFamily="34" charset="0"/>
              </a:rPr>
              <a:t>Traversals (2)</a:t>
            </a:r>
          </a:p>
        </p:txBody>
      </p:sp>
      <p:sp>
        <p:nvSpPr>
          <p:cNvPr id="138244" name="Rectangle 3"/>
          <p:cNvSpPr>
            <a:spLocks noGrp="1" noChangeArrowheads="1"/>
          </p:cNvSpPr>
          <p:nvPr>
            <p:ph type="body" idx="1"/>
          </p:nvPr>
        </p:nvSpPr>
        <p:spPr>
          <a:xfrm>
            <a:off x="455613" y="1600200"/>
            <a:ext cx="8226425" cy="4572000"/>
          </a:xfrm>
        </p:spPr>
        <p:txBody>
          <a:bodyPr/>
          <a:lstStyle/>
          <a:p>
            <a:pPr>
              <a:lnSpc>
                <a:spcPct val="90000"/>
              </a:lnSpc>
            </a:pPr>
            <a:r>
              <a:rPr lang="en-US" altLang="en-US" dirty="0">
                <a:solidFill>
                  <a:srgbClr val="FF0000"/>
                </a:solidFill>
                <a:latin typeface="Helvetica" panose="020B0604020202020204" pitchFamily="34" charset="0"/>
              </a:rPr>
              <a:t>Preorder traversal</a:t>
            </a:r>
            <a:r>
              <a:rPr lang="en-US" altLang="en-US" dirty="0">
                <a:latin typeface="Helvetica" panose="020B0604020202020204" pitchFamily="34" charset="0"/>
              </a:rPr>
              <a:t>: Visit each node before visiting its children.</a:t>
            </a:r>
          </a:p>
          <a:p>
            <a:pPr>
              <a:lnSpc>
                <a:spcPct val="90000"/>
              </a:lnSpc>
            </a:pPr>
            <a:r>
              <a:rPr lang="en-US" altLang="en-US" dirty="0" err="1">
                <a:solidFill>
                  <a:srgbClr val="FF0000"/>
                </a:solidFill>
                <a:latin typeface="Helvetica" panose="020B0604020202020204" pitchFamily="34" charset="0"/>
              </a:rPr>
              <a:t>Postorder</a:t>
            </a:r>
            <a:r>
              <a:rPr lang="en-US" altLang="en-US" dirty="0">
                <a:solidFill>
                  <a:srgbClr val="FF0000"/>
                </a:solidFill>
                <a:latin typeface="Helvetica" panose="020B0604020202020204" pitchFamily="34" charset="0"/>
              </a:rPr>
              <a:t> traversal</a:t>
            </a:r>
            <a:r>
              <a:rPr lang="en-US" altLang="en-US" dirty="0">
                <a:latin typeface="Helvetica" panose="020B0604020202020204" pitchFamily="34" charset="0"/>
              </a:rPr>
              <a:t>: Visit each node after visiting its children.</a:t>
            </a:r>
          </a:p>
          <a:p>
            <a:pPr>
              <a:lnSpc>
                <a:spcPct val="90000"/>
              </a:lnSpc>
            </a:pPr>
            <a:r>
              <a:rPr lang="en-US" altLang="en-US" dirty="0" err="1">
                <a:solidFill>
                  <a:srgbClr val="FF0000"/>
                </a:solidFill>
                <a:latin typeface="Helvetica" panose="020B0604020202020204" pitchFamily="34" charset="0"/>
              </a:rPr>
              <a:t>Inorder</a:t>
            </a:r>
            <a:r>
              <a:rPr lang="en-US" altLang="en-US" dirty="0">
                <a:solidFill>
                  <a:srgbClr val="FF0000"/>
                </a:solidFill>
                <a:latin typeface="Helvetica" panose="020B0604020202020204" pitchFamily="34" charset="0"/>
              </a:rPr>
              <a:t> traversal</a:t>
            </a:r>
            <a:r>
              <a:rPr lang="en-US" altLang="en-US" dirty="0">
                <a:latin typeface="Helvetica" panose="020B0604020202020204" pitchFamily="34" charset="0"/>
              </a:rPr>
              <a:t>: Visit the left subtree, then the node, then the right subtree.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3280619B-B186-4B6C-8646-8D9E4C6588BA}" type="slidenum">
              <a:rPr lang="en-US" altLang="en-US" sz="1400"/>
              <a:pPr eaLnBrk="1" hangingPunct="1"/>
              <a:t>14</a:t>
            </a:fld>
            <a:endParaRPr lang="en-US" altLang="en-US" sz="1400"/>
          </a:p>
        </p:txBody>
      </p:sp>
      <p:sp>
        <p:nvSpPr>
          <p:cNvPr id="139267" name="Rectangle 2"/>
          <p:cNvSpPr>
            <a:spLocks noGrp="1" noChangeArrowheads="1"/>
          </p:cNvSpPr>
          <p:nvPr>
            <p:ph type="title"/>
          </p:nvPr>
        </p:nvSpPr>
        <p:spPr>
          <a:xfrm>
            <a:off x="455613" y="365125"/>
            <a:ext cx="8226425" cy="914400"/>
          </a:xfrm>
        </p:spPr>
        <p:txBody>
          <a:bodyPr/>
          <a:lstStyle/>
          <a:p>
            <a:r>
              <a:rPr lang="en-US" altLang="en-US">
                <a:latin typeface="Helvetica" panose="020B0604020202020204" pitchFamily="34" charset="0"/>
              </a:rPr>
              <a:t>Traversals (3)</a:t>
            </a:r>
          </a:p>
        </p:txBody>
      </p:sp>
      <p:sp>
        <p:nvSpPr>
          <p:cNvPr id="139268" name="Rectangle 3"/>
          <p:cNvSpPr>
            <a:spLocks noGrp="1" noChangeArrowheads="1"/>
          </p:cNvSpPr>
          <p:nvPr>
            <p:ph type="body" idx="1"/>
          </p:nvPr>
        </p:nvSpPr>
        <p:spPr>
          <a:xfrm>
            <a:off x="152400" y="1600200"/>
            <a:ext cx="8991600" cy="4572000"/>
          </a:xfrm>
        </p:spPr>
        <p:txBody>
          <a:bodyPr/>
          <a:lstStyle/>
          <a:p>
            <a:pPr>
              <a:lnSpc>
                <a:spcPct val="60000"/>
              </a:lnSpc>
              <a:buFontTx/>
              <a:buNone/>
            </a:pPr>
            <a:r>
              <a:rPr lang="en-US" altLang="en-US" sz="2400" b="1">
                <a:latin typeface="Courier New" panose="02070309020205020404" pitchFamily="49" charset="0"/>
              </a:rPr>
              <a:t>/** @param rt The root of the subtree */</a:t>
            </a:r>
          </a:p>
          <a:p>
            <a:pPr>
              <a:lnSpc>
                <a:spcPct val="60000"/>
              </a:lnSpc>
              <a:buFontTx/>
              <a:buNone/>
            </a:pPr>
            <a:r>
              <a:rPr lang="en-US" altLang="en-US" sz="2400" b="1">
                <a:latin typeface="Courier New" panose="02070309020205020404" pitchFamily="49" charset="0"/>
              </a:rPr>
              <a:t>void preorder(BinNode rt)</a:t>
            </a:r>
          </a:p>
          <a:p>
            <a:pPr>
              <a:lnSpc>
                <a:spcPct val="60000"/>
              </a:lnSpc>
              <a:buFontTx/>
              <a:buNone/>
            </a:pPr>
            <a:r>
              <a:rPr lang="en-US" altLang="en-US" sz="2400" b="1">
                <a:latin typeface="Courier New" panose="02070309020205020404" pitchFamily="49" charset="0"/>
              </a:rPr>
              <a:t>{</a:t>
            </a:r>
          </a:p>
          <a:p>
            <a:pPr>
              <a:lnSpc>
                <a:spcPct val="60000"/>
              </a:lnSpc>
              <a:buFontTx/>
              <a:buNone/>
            </a:pPr>
            <a:r>
              <a:rPr lang="en-US" altLang="en-US" sz="2400" b="1">
                <a:latin typeface="Courier New" panose="02070309020205020404" pitchFamily="49" charset="0"/>
              </a:rPr>
              <a:t>  if (rt == null) return; // Empty subtree</a:t>
            </a:r>
          </a:p>
          <a:p>
            <a:pPr>
              <a:lnSpc>
                <a:spcPct val="60000"/>
              </a:lnSpc>
              <a:buFontTx/>
              <a:buNone/>
            </a:pPr>
            <a:r>
              <a:rPr lang="en-US" altLang="en-US" sz="2400" b="1">
                <a:latin typeface="Courier New" panose="02070309020205020404" pitchFamily="49" charset="0"/>
              </a:rPr>
              <a:t>  visit(rt);</a:t>
            </a:r>
          </a:p>
          <a:p>
            <a:pPr>
              <a:lnSpc>
                <a:spcPct val="60000"/>
              </a:lnSpc>
              <a:buFontTx/>
              <a:buNone/>
            </a:pPr>
            <a:r>
              <a:rPr lang="en-US" altLang="en-US" sz="2400" b="1">
                <a:latin typeface="Courier New" panose="02070309020205020404" pitchFamily="49" charset="0"/>
              </a:rPr>
              <a:t>  preorder(rt.left());</a:t>
            </a:r>
          </a:p>
          <a:p>
            <a:pPr>
              <a:lnSpc>
                <a:spcPct val="60000"/>
              </a:lnSpc>
              <a:buFontTx/>
              <a:buNone/>
            </a:pPr>
            <a:r>
              <a:rPr lang="en-US" altLang="en-US" sz="2400" b="1">
                <a:latin typeface="Courier New" panose="02070309020205020404" pitchFamily="49" charset="0"/>
              </a:rPr>
              <a:t>  preorder(rt.right());</a:t>
            </a:r>
          </a:p>
          <a:p>
            <a:pPr>
              <a:lnSpc>
                <a:spcPct val="60000"/>
              </a:lnSpc>
              <a:buFontTx/>
              <a:buNone/>
            </a:pPr>
            <a:r>
              <a:rPr lang="en-US" altLang="en-US" sz="2400" b="1">
                <a:latin typeface="Courier New" panose="02070309020205020404" pitchFamily="49" charset="0"/>
              </a:rPr>
              <a:t>}</a:t>
            </a:r>
          </a:p>
          <a:p>
            <a:pPr>
              <a:lnSpc>
                <a:spcPct val="60000"/>
              </a:lnSpc>
              <a:buFontTx/>
              <a:buNone/>
            </a:pPr>
            <a:endParaRPr lang="en-US" altLang="en-US" sz="2400" b="1">
              <a:latin typeface="Courier New" panose="02070309020205020404" pitchFamily="49" charset="0"/>
            </a:endParaRPr>
          </a:p>
          <a:p>
            <a:pPr>
              <a:lnSpc>
                <a:spcPct val="60000"/>
              </a:lnSpc>
              <a:buFontTx/>
              <a:buNone/>
            </a:pPr>
            <a:r>
              <a:rPr lang="en-US" altLang="en-US" sz="2400" b="1">
                <a:latin typeface="Courier New" panose="02070309020205020404" pitchFamily="49" charset="0"/>
              </a:rPr>
              <a:t>// This implementation is error prone</a:t>
            </a:r>
          </a:p>
          <a:p>
            <a:pPr>
              <a:lnSpc>
                <a:spcPct val="60000"/>
              </a:lnSpc>
              <a:buFontTx/>
              <a:buNone/>
            </a:pPr>
            <a:r>
              <a:rPr lang="en-US" altLang="en-US" sz="2400" b="1">
                <a:latin typeface="Courier New" panose="02070309020205020404" pitchFamily="49" charset="0"/>
              </a:rPr>
              <a:t>void preorder(BinNode rt) // Not so good</a:t>
            </a:r>
          </a:p>
          <a:p>
            <a:pPr>
              <a:lnSpc>
                <a:spcPct val="60000"/>
              </a:lnSpc>
              <a:buFontTx/>
              <a:buNone/>
            </a:pPr>
            <a:r>
              <a:rPr lang="en-US" altLang="en-US" sz="2400" b="1">
                <a:latin typeface="Courier New" panose="02070309020205020404" pitchFamily="49" charset="0"/>
              </a:rPr>
              <a:t>{</a:t>
            </a:r>
          </a:p>
          <a:p>
            <a:pPr>
              <a:lnSpc>
                <a:spcPct val="60000"/>
              </a:lnSpc>
              <a:buFontTx/>
              <a:buNone/>
            </a:pPr>
            <a:r>
              <a:rPr lang="en-US" altLang="en-US" sz="2400" b="1">
                <a:latin typeface="Courier New" panose="02070309020205020404" pitchFamily="49" charset="0"/>
              </a:rPr>
              <a:t>  visit(rt);</a:t>
            </a:r>
          </a:p>
          <a:p>
            <a:pPr>
              <a:lnSpc>
                <a:spcPct val="60000"/>
              </a:lnSpc>
              <a:buFontTx/>
              <a:buNone/>
            </a:pPr>
            <a:r>
              <a:rPr lang="en-US" altLang="en-US" sz="2400" b="1">
                <a:latin typeface="Courier New" panose="02070309020205020404" pitchFamily="49" charset="0"/>
              </a:rPr>
              <a:t>  if (rt.left() != null)  preorder2(rt.left());</a:t>
            </a:r>
          </a:p>
          <a:p>
            <a:pPr>
              <a:lnSpc>
                <a:spcPct val="60000"/>
              </a:lnSpc>
              <a:buFontTx/>
              <a:buNone/>
            </a:pPr>
            <a:r>
              <a:rPr lang="en-US" altLang="en-US" sz="2400" b="1">
                <a:latin typeface="Courier New" panose="02070309020205020404" pitchFamily="49" charset="0"/>
              </a:rPr>
              <a:t>  if (rt.right() != null) preorder2(rt.right());</a:t>
            </a:r>
          </a:p>
          <a:p>
            <a:pPr>
              <a:lnSpc>
                <a:spcPct val="60000"/>
              </a:lnSpc>
              <a:buFontTx/>
              <a:buNone/>
            </a:pPr>
            <a:r>
              <a:rPr lang="en-US" altLang="en-US" sz="2400" b="1">
                <a:latin typeface="Courier New" panose="02070309020205020404" pitchFamily="49" charset="0"/>
              </a:rPr>
              <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24834A65-A36F-4A70-9169-C275B110F4CD}" type="slidenum">
              <a:rPr lang="en-US" altLang="en-US" sz="1400"/>
              <a:pPr eaLnBrk="1" hangingPunct="1"/>
              <a:t>15</a:t>
            </a:fld>
            <a:endParaRPr lang="en-US" altLang="en-US" sz="1400"/>
          </a:p>
        </p:txBody>
      </p:sp>
      <p:sp>
        <p:nvSpPr>
          <p:cNvPr id="140291" name="Rectangle 2"/>
          <p:cNvSpPr>
            <a:spLocks noGrp="1" noChangeArrowheads="1"/>
          </p:cNvSpPr>
          <p:nvPr>
            <p:ph type="title"/>
          </p:nvPr>
        </p:nvSpPr>
        <p:spPr>
          <a:xfrm>
            <a:off x="455613" y="365125"/>
            <a:ext cx="8226425" cy="914400"/>
          </a:xfrm>
        </p:spPr>
        <p:txBody>
          <a:bodyPr/>
          <a:lstStyle/>
          <a:p>
            <a:r>
              <a:rPr lang="en-US" altLang="en-US">
                <a:latin typeface="Helvetica" panose="020B0604020202020204" pitchFamily="34" charset="0"/>
              </a:rPr>
              <a:t>Recursion Examples</a:t>
            </a:r>
          </a:p>
        </p:txBody>
      </p:sp>
      <p:sp>
        <p:nvSpPr>
          <p:cNvPr id="140292" name="Rectangle 3"/>
          <p:cNvSpPr>
            <a:spLocks noGrp="1" noChangeArrowheads="1"/>
          </p:cNvSpPr>
          <p:nvPr>
            <p:ph type="body" idx="1"/>
          </p:nvPr>
        </p:nvSpPr>
        <p:spPr>
          <a:xfrm>
            <a:off x="304800" y="1600200"/>
            <a:ext cx="8839200" cy="4572000"/>
          </a:xfrm>
        </p:spPr>
        <p:txBody>
          <a:bodyPr/>
          <a:lstStyle/>
          <a:p>
            <a:pPr>
              <a:lnSpc>
                <a:spcPct val="60000"/>
              </a:lnSpc>
              <a:buFontTx/>
              <a:buNone/>
            </a:pPr>
            <a:r>
              <a:rPr lang="en-US" altLang="en-US" sz="2400" b="1" dirty="0">
                <a:latin typeface="Courier New" panose="02070309020205020404" pitchFamily="49" charset="0"/>
              </a:rPr>
              <a:t>int count(</a:t>
            </a:r>
            <a:r>
              <a:rPr lang="en-US" altLang="en-US" sz="2400" b="1" dirty="0" err="1">
                <a:latin typeface="Courier New" panose="02070309020205020404" pitchFamily="49" charset="0"/>
              </a:rPr>
              <a:t>BinNode</a:t>
            </a:r>
            <a:r>
              <a:rPr lang="en-US" altLang="en-US" sz="2400" b="1" dirty="0">
                <a:latin typeface="Courier New" panose="02070309020205020404" pitchFamily="49" charset="0"/>
              </a:rPr>
              <a:t> rt) {</a:t>
            </a:r>
          </a:p>
          <a:p>
            <a:pPr>
              <a:lnSpc>
                <a:spcPct val="60000"/>
              </a:lnSpc>
              <a:buFontTx/>
              <a:buNone/>
            </a:pPr>
            <a:r>
              <a:rPr lang="en-US" altLang="en-US" sz="2400" b="1" dirty="0">
                <a:latin typeface="Courier New" panose="02070309020205020404" pitchFamily="49" charset="0"/>
              </a:rPr>
              <a:t>  if (rt == null) return 0;</a:t>
            </a:r>
          </a:p>
          <a:p>
            <a:pPr>
              <a:lnSpc>
                <a:spcPct val="60000"/>
              </a:lnSpc>
              <a:buFontTx/>
              <a:buNone/>
            </a:pPr>
            <a:r>
              <a:rPr lang="en-US" altLang="en-US" sz="2400" b="1" dirty="0">
                <a:latin typeface="Courier New" panose="02070309020205020404" pitchFamily="49" charset="0"/>
              </a:rPr>
              <a:t>  return 1 + count(</a:t>
            </a:r>
            <a:r>
              <a:rPr lang="en-US" altLang="en-US" sz="2400" b="1" dirty="0" err="1">
                <a:latin typeface="Courier New" panose="02070309020205020404" pitchFamily="49" charset="0"/>
              </a:rPr>
              <a:t>rt.left</a:t>
            </a:r>
            <a:r>
              <a:rPr lang="en-US" altLang="en-US" sz="2400" b="1" dirty="0">
                <a:latin typeface="Courier New" panose="02070309020205020404" pitchFamily="49" charset="0"/>
              </a:rPr>
              <a:t>()) + </a:t>
            </a:r>
          </a:p>
          <a:p>
            <a:pPr>
              <a:lnSpc>
                <a:spcPct val="60000"/>
              </a:lnSpc>
              <a:buFontTx/>
              <a:buNone/>
            </a:pPr>
            <a:r>
              <a:rPr lang="en-US" altLang="en-US" sz="2400" b="1" dirty="0">
                <a:latin typeface="Courier New" panose="02070309020205020404" pitchFamily="49" charset="0"/>
              </a:rPr>
              <a:t>             count(</a:t>
            </a:r>
            <a:r>
              <a:rPr lang="en-US" altLang="en-US" sz="2400" b="1" dirty="0" err="1">
                <a:latin typeface="Courier New" panose="02070309020205020404" pitchFamily="49" charset="0"/>
              </a:rPr>
              <a:t>rt.right</a:t>
            </a:r>
            <a:r>
              <a:rPr lang="en-US" altLang="en-US" sz="2400" b="1" dirty="0">
                <a:latin typeface="Courier New" panose="02070309020205020404" pitchFamily="49" charset="0"/>
              </a:rPr>
              <a:t>());</a:t>
            </a:r>
          </a:p>
          <a:p>
            <a:pPr>
              <a:lnSpc>
                <a:spcPct val="60000"/>
              </a:lnSpc>
              <a:buFontTx/>
              <a:buNone/>
            </a:pPr>
            <a:r>
              <a:rPr lang="en-US" altLang="en-US" sz="2400" b="1" dirty="0">
                <a:latin typeface="Courier New" panose="02070309020205020404" pitchFamily="49" charset="0"/>
              </a:rPr>
              <a:t>}</a:t>
            </a:r>
          </a:p>
          <a:p>
            <a:pPr>
              <a:lnSpc>
                <a:spcPct val="60000"/>
              </a:lnSpc>
              <a:buFontTx/>
              <a:buNone/>
            </a:pPr>
            <a:endParaRPr lang="en-US" altLang="en-US" sz="2400" b="1" dirty="0">
              <a:latin typeface="Courier New" panose="02070309020205020404" pitchFamily="49" charset="0"/>
            </a:endParaRPr>
          </a:p>
          <a:p>
            <a:pPr>
              <a:lnSpc>
                <a:spcPct val="60000"/>
              </a:lnSpc>
              <a:buFontTx/>
              <a:buNone/>
            </a:pPr>
            <a:r>
              <a:rPr lang="en-US" altLang="en-US" sz="2400" b="1" dirty="0">
                <a:latin typeface="Courier New" panose="02070309020205020404" pitchFamily="49" charset="0"/>
              </a:rPr>
              <a:t> </a:t>
            </a:r>
          </a:p>
          <a:p>
            <a:pPr>
              <a:lnSpc>
                <a:spcPct val="60000"/>
              </a:lnSpc>
              <a:buFontTx/>
              <a:buNone/>
            </a:pPr>
            <a:endParaRPr lang="en-US" altLang="en-US" sz="2400" dirty="0">
              <a:latin typeface="Courier New" panose="02070309020205020404" pitchFamily="49"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0F9503-DFC1-3002-19CF-28249FAAD067}"/>
            </a:ext>
          </a:extLst>
        </p:cNvPr>
        <p:cNvGrpSpPr/>
        <p:nvPr/>
      </p:nvGrpSpPr>
      <p:grpSpPr>
        <a:xfrm>
          <a:off x="0" y="0"/>
          <a:ext cx="0" cy="0"/>
          <a:chOff x="0" y="0"/>
          <a:chExt cx="0" cy="0"/>
        </a:xfrm>
      </p:grpSpPr>
      <p:sp>
        <p:nvSpPr>
          <p:cNvPr id="140290" name="Slide Number Placeholder 5">
            <a:extLst>
              <a:ext uri="{FF2B5EF4-FFF2-40B4-BE49-F238E27FC236}">
                <a16:creationId xmlns:a16="http://schemas.microsoft.com/office/drawing/2014/main" id="{949A4B60-C541-DA0E-0133-D285DCF64FC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24834A65-A36F-4A70-9169-C275B110F4CD}" type="slidenum">
              <a:rPr lang="en-US" altLang="en-US" sz="1400"/>
              <a:pPr eaLnBrk="1" hangingPunct="1"/>
              <a:t>16</a:t>
            </a:fld>
            <a:endParaRPr lang="en-US" altLang="en-US" sz="1400"/>
          </a:p>
        </p:txBody>
      </p:sp>
      <p:sp>
        <p:nvSpPr>
          <p:cNvPr id="140291" name="Rectangle 2">
            <a:extLst>
              <a:ext uri="{FF2B5EF4-FFF2-40B4-BE49-F238E27FC236}">
                <a16:creationId xmlns:a16="http://schemas.microsoft.com/office/drawing/2014/main" id="{EED1B344-DBCE-67D5-5E13-BED1F83AE3B0}"/>
              </a:ext>
            </a:extLst>
          </p:cNvPr>
          <p:cNvSpPr>
            <a:spLocks noGrp="1" noChangeArrowheads="1"/>
          </p:cNvSpPr>
          <p:nvPr>
            <p:ph type="title"/>
          </p:nvPr>
        </p:nvSpPr>
        <p:spPr>
          <a:xfrm>
            <a:off x="458787" y="0"/>
            <a:ext cx="8226425" cy="914400"/>
          </a:xfrm>
        </p:spPr>
        <p:txBody>
          <a:bodyPr/>
          <a:lstStyle/>
          <a:p>
            <a:r>
              <a:rPr lang="en-US" altLang="en-US" dirty="0">
                <a:latin typeface="Helvetica" panose="020B0604020202020204" pitchFamily="34" charset="0"/>
              </a:rPr>
              <a:t>Recursion Examples</a:t>
            </a:r>
          </a:p>
        </p:txBody>
      </p:sp>
      <p:sp>
        <p:nvSpPr>
          <p:cNvPr id="140292" name="Rectangle 3">
            <a:extLst>
              <a:ext uri="{FF2B5EF4-FFF2-40B4-BE49-F238E27FC236}">
                <a16:creationId xmlns:a16="http://schemas.microsoft.com/office/drawing/2014/main" id="{6394CE4C-A03B-F5C5-6F0A-4FF17A9D2A68}"/>
              </a:ext>
            </a:extLst>
          </p:cNvPr>
          <p:cNvSpPr>
            <a:spLocks noGrp="1" noChangeArrowheads="1"/>
          </p:cNvSpPr>
          <p:nvPr>
            <p:ph type="body" idx="1"/>
          </p:nvPr>
        </p:nvSpPr>
        <p:spPr>
          <a:xfrm>
            <a:off x="304800" y="1600199"/>
            <a:ext cx="8839200" cy="4892675"/>
          </a:xfrm>
        </p:spPr>
        <p:txBody>
          <a:bodyPr/>
          <a:lstStyle/>
          <a:p>
            <a:pPr>
              <a:lnSpc>
                <a:spcPct val="60000"/>
              </a:lnSpc>
              <a:buFontTx/>
              <a:buNone/>
            </a:pPr>
            <a:r>
              <a:rPr lang="en-US" altLang="en-US" sz="2400" b="1" dirty="0">
                <a:latin typeface="Courier New" panose="02070309020205020404" pitchFamily="49" charset="0"/>
              </a:rPr>
              <a:t> </a:t>
            </a:r>
          </a:p>
          <a:p>
            <a:pPr>
              <a:lnSpc>
                <a:spcPct val="60000"/>
              </a:lnSpc>
              <a:buFontTx/>
              <a:buNone/>
            </a:pPr>
            <a:endParaRPr lang="en-US" altLang="en-US" sz="2400" b="1" dirty="0">
              <a:latin typeface="Courier New" panose="02070309020205020404" pitchFamily="49" charset="0"/>
            </a:endParaRPr>
          </a:p>
          <a:p>
            <a:pPr>
              <a:lnSpc>
                <a:spcPct val="60000"/>
              </a:lnSpc>
              <a:buFontTx/>
              <a:buNone/>
            </a:pPr>
            <a:endParaRPr lang="en-US" altLang="en-US" sz="2400" b="1" dirty="0">
              <a:latin typeface="Courier New" panose="02070309020205020404" pitchFamily="49" charset="0"/>
            </a:endParaRPr>
          </a:p>
          <a:p>
            <a:pPr>
              <a:lnSpc>
                <a:spcPct val="60000"/>
              </a:lnSpc>
              <a:buFontTx/>
              <a:buNone/>
            </a:pPr>
            <a:endParaRPr lang="en-US" altLang="en-US" sz="2400" b="1" dirty="0">
              <a:latin typeface="Courier New" panose="02070309020205020404" pitchFamily="49" charset="0"/>
            </a:endParaRPr>
          </a:p>
          <a:p>
            <a:pPr>
              <a:lnSpc>
                <a:spcPct val="60000"/>
              </a:lnSpc>
              <a:buFontTx/>
              <a:buNone/>
            </a:pPr>
            <a:endParaRPr lang="en-US" altLang="en-US" sz="2400" b="1" dirty="0">
              <a:latin typeface="Courier New" panose="02070309020205020404" pitchFamily="49" charset="0"/>
            </a:endParaRPr>
          </a:p>
          <a:p>
            <a:pPr>
              <a:lnSpc>
                <a:spcPct val="60000"/>
              </a:lnSpc>
              <a:buFontTx/>
              <a:buNone/>
            </a:pPr>
            <a:endParaRPr lang="en-US" altLang="en-US" sz="2400" b="1" dirty="0">
              <a:latin typeface="Courier New" panose="02070309020205020404" pitchFamily="49" charset="0"/>
            </a:endParaRPr>
          </a:p>
          <a:p>
            <a:pPr>
              <a:lnSpc>
                <a:spcPct val="60000"/>
              </a:lnSpc>
              <a:buFontTx/>
              <a:buNone/>
            </a:pPr>
            <a:endParaRPr lang="en-US" altLang="en-US" sz="2400" b="1" dirty="0">
              <a:latin typeface="Courier New" panose="02070309020205020404" pitchFamily="49" charset="0"/>
            </a:endParaRPr>
          </a:p>
          <a:p>
            <a:pPr>
              <a:lnSpc>
                <a:spcPct val="60000"/>
              </a:lnSpc>
              <a:buFontTx/>
              <a:buNone/>
            </a:pPr>
            <a:r>
              <a:rPr lang="en-US" altLang="en-US" sz="2400" b="1" dirty="0" err="1">
                <a:latin typeface="Courier New" panose="02070309020205020404" pitchFamily="49" charset="0"/>
              </a:rPr>
              <a:t>boolean</a:t>
            </a:r>
            <a:r>
              <a:rPr lang="en-US" altLang="en-US" sz="2400" b="1" dirty="0">
                <a:latin typeface="Courier New" panose="02070309020205020404" pitchFamily="49" charset="0"/>
              </a:rPr>
              <a:t> </a:t>
            </a:r>
            <a:r>
              <a:rPr lang="en-US" altLang="en-US" sz="2400" b="1" dirty="0" err="1">
                <a:latin typeface="Courier New" panose="02070309020205020404" pitchFamily="49" charset="0"/>
              </a:rPr>
              <a:t>checkBST</a:t>
            </a:r>
            <a:r>
              <a:rPr lang="en-US" altLang="en-US" sz="2400" b="1" dirty="0">
                <a:latin typeface="Courier New" panose="02070309020205020404" pitchFamily="49" charset="0"/>
              </a:rPr>
              <a:t>(</a:t>
            </a:r>
            <a:r>
              <a:rPr lang="en-US" altLang="en-US" sz="2400" b="1" dirty="0" err="1">
                <a:latin typeface="Courier New" panose="02070309020205020404" pitchFamily="49" charset="0"/>
              </a:rPr>
              <a:t>BinNode</a:t>
            </a:r>
            <a:r>
              <a:rPr lang="en-US" altLang="en-US" sz="2400" b="1" dirty="0">
                <a:latin typeface="Courier New" panose="02070309020205020404" pitchFamily="49" charset="0"/>
              </a:rPr>
              <a:t>&lt;Integer&gt; rt,</a:t>
            </a:r>
          </a:p>
          <a:p>
            <a:pPr>
              <a:lnSpc>
                <a:spcPct val="60000"/>
              </a:lnSpc>
              <a:buFontTx/>
              <a:buNone/>
            </a:pPr>
            <a:r>
              <a:rPr lang="en-US" altLang="en-US" sz="2400" b="1" dirty="0">
                <a:latin typeface="Courier New" panose="02070309020205020404" pitchFamily="49" charset="0"/>
              </a:rPr>
              <a:t>                 Integer low, Integer high) {</a:t>
            </a:r>
          </a:p>
          <a:p>
            <a:pPr>
              <a:lnSpc>
                <a:spcPct val="60000"/>
              </a:lnSpc>
              <a:buFontTx/>
              <a:buNone/>
            </a:pPr>
            <a:r>
              <a:rPr lang="en-US" altLang="en-US" sz="2400" b="1" dirty="0">
                <a:latin typeface="Courier New" panose="02070309020205020404" pitchFamily="49" charset="0"/>
              </a:rPr>
              <a:t>  if (rt == null) return true;</a:t>
            </a:r>
          </a:p>
          <a:p>
            <a:pPr>
              <a:lnSpc>
                <a:spcPct val="60000"/>
              </a:lnSpc>
              <a:buFontTx/>
              <a:buNone/>
            </a:pPr>
            <a:r>
              <a:rPr lang="en-US" altLang="en-US" sz="2400" b="1" dirty="0">
                <a:latin typeface="Courier New" panose="02070309020205020404" pitchFamily="49" charset="0"/>
              </a:rPr>
              <a:t>  Integer </a:t>
            </a:r>
            <a:r>
              <a:rPr lang="en-US" altLang="en-US" sz="2400" b="1" dirty="0" err="1">
                <a:latin typeface="Courier New" panose="02070309020205020404" pitchFamily="49" charset="0"/>
              </a:rPr>
              <a:t>rootkey</a:t>
            </a:r>
            <a:r>
              <a:rPr lang="en-US" altLang="en-US" sz="2400" b="1" dirty="0">
                <a:latin typeface="Courier New" panose="02070309020205020404" pitchFamily="49" charset="0"/>
              </a:rPr>
              <a:t> = </a:t>
            </a:r>
            <a:r>
              <a:rPr lang="en-US" altLang="en-US" sz="2400" b="1" dirty="0" err="1">
                <a:latin typeface="Courier New" panose="02070309020205020404" pitchFamily="49" charset="0"/>
              </a:rPr>
              <a:t>rt.key</a:t>
            </a:r>
            <a:r>
              <a:rPr lang="en-US" altLang="en-US" sz="2400" b="1" dirty="0">
                <a:latin typeface="Courier New" panose="02070309020205020404" pitchFamily="49" charset="0"/>
              </a:rPr>
              <a:t>();</a:t>
            </a:r>
          </a:p>
          <a:p>
            <a:pPr>
              <a:lnSpc>
                <a:spcPct val="60000"/>
              </a:lnSpc>
              <a:buFontTx/>
              <a:buNone/>
            </a:pPr>
            <a:r>
              <a:rPr lang="en-US" altLang="en-US" sz="2400" b="1" dirty="0">
                <a:latin typeface="Courier New" panose="02070309020205020404" pitchFamily="49" charset="0"/>
              </a:rPr>
              <a:t>  if ((</a:t>
            </a:r>
            <a:r>
              <a:rPr lang="en-US" altLang="en-US" sz="2400" b="1" dirty="0" err="1">
                <a:latin typeface="Courier New" panose="02070309020205020404" pitchFamily="49" charset="0"/>
              </a:rPr>
              <a:t>rootkey</a:t>
            </a:r>
            <a:r>
              <a:rPr lang="en-US" altLang="en-US" sz="2400" b="1" dirty="0">
                <a:latin typeface="Courier New" panose="02070309020205020404" pitchFamily="49" charset="0"/>
              </a:rPr>
              <a:t> &lt; low) || (</a:t>
            </a:r>
            <a:r>
              <a:rPr lang="en-US" altLang="en-US" sz="2400" b="1" dirty="0" err="1">
                <a:latin typeface="Courier New" panose="02070309020205020404" pitchFamily="49" charset="0"/>
              </a:rPr>
              <a:t>rootkey</a:t>
            </a:r>
            <a:r>
              <a:rPr lang="en-US" altLang="en-US" sz="2400" b="1" dirty="0">
                <a:latin typeface="Courier New" panose="02070309020205020404" pitchFamily="49" charset="0"/>
              </a:rPr>
              <a:t> &gt; high))</a:t>
            </a:r>
          </a:p>
          <a:p>
            <a:pPr>
              <a:lnSpc>
                <a:spcPct val="60000"/>
              </a:lnSpc>
              <a:buFontTx/>
              <a:buNone/>
            </a:pPr>
            <a:r>
              <a:rPr lang="en-US" altLang="en-US" sz="2400" b="1" dirty="0">
                <a:latin typeface="Courier New" panose="02070309020205020404" pitchFamily="49" charset="0"/>
              </a:rPr>
              <a:t>    return false; // Out of range</a:t>
            </a:r>
          </a:p>
          <a:p>
            <a:pPr>
              <a:lnSpc>
                <a:spcPct val="60000"/>
              </a:lnSpc>
              <a:buFontTx/>
              <a:buNone/>
            </a:pPr>
            <a:r>
              <a:rPr lang="en-US" altLang="en-US" sz="2400" b="1" dirty="0">
                <a:latin typeface="Courier New" panose="02070309020205020404" pitchFamily="49" charset="0"/>
              </a:rPr>
              <a:t>  if (!</a:t>
            </a:r>
            <a:r>
              <a:rPr lang="en-US" altLang="en-US" sz="2400" b="1" dirty="0" err="1">
                <a:latin typeface="Courier New" panose="02070309020205020404" pitchFamily="49" charset="0"/>
              </a:rPr>
              <a:t>checkBST</a:t>
            </a:r>
            <a:r>
              <a:rPr lang="en-US" altLang="en-US" sz="2400" b="1" dirty="0">
                <a:latin typeface="Courier New" panose="02070309020205020404" pitchFamily="49" charset="0"/>
              </a:rPr>
              <a:t>(</a:t>
            </a:r>
            <a:r>
              <a:rPr lang="en-US" altLang="en-US" sz="2400" b="1" dirty="0" err="1">
                <a:latin typeface="Courier New" panose="02070309020205020404" pitchFamily="49" charset="0"/>
              </a:rPr>
              <a:t>rt.left</a:t>
            </a:r>
            <a:r>
              <a:rPr lang="en-US" altLang="en-US" sz="2400" b="1" dirty="0">
                <a:latin typeface="Courier New" panose="02070309020205020404" pitchFamily="49" charset="0"/>
              </a:rPr>
              <a:t>(), low, </a:t>
            </a:r>
            <a:r>
              <a:rPr lang="en-US" altLang="en-US" sz="2400" b="1" dirty="0" err="1">
                <a:latin typeface="Courier New" panose="02070309020205020404" pitchFamily="49" charset="0"/>
              </a:rPr>
              <a:t>rootkey</a:t>
            </a:r>
            <a:r>
              <a:rPr lang="en-US" altLang="en-US" sz="2400" b="1" dirty="0">
                <a:latin typeface="Courier New" panose="02070309020205020404" pitchFamily="49" charset="0"/>
              </a:rPr>
              <a:t>))</a:t>
            </a:r>
          </a:p>
          <a:p>
            <a:pPr>
              <a:lnSpc>
                <a:spcPct val="60000"/>
              </a:lnSpc>
              <a:buFontTx/>
              <a:buNone/>
            </a:pPr>
            <a:r>
              <a:rPr lang="en-US" altLang="en-US" sz="2400" b="1" dirty="0">
                <a:latin typeface="Courier New" panose="02070309020205020404" pitchFamily="49" charset="0"/>
              </a:rPr>
              <a:t>    return false; // Left side failed</a:t>
            </a:r>
          </a:p>
          <a:p>
            <a:pPr>
              <a:lnSpc>
                <a:spcPct val="60000"/>
              </a:lnSpc>
              <a:buFontTx/>
              <a:buNone/>
            </a:pPr>
            <a:r>
              <a:rPr lang="en-US" altLang="en-US" sz="2400" b="1" dirty="0">
                <a:latin typeface="Courier New" panose="02070309020205020404" pitchFamily="49" charset="0"/>
              </a:rPr>
              <a:t>  return </a:t>
            </a:r>
            <a:r>
              <a:rPr lang="en-US" altLang="en-US" sz="2400" b="1" dirty="0" err="1">
                <a:latin typeface="Courier New" panose="02070309020205020404" pitchFamily="49" charset="0"/>
              </a:rPr>
              <a:t>checkBST</a:t>
            </a:r>
            <a:r>
              <a:rPr lang="en-US" altLang="en-US" sz="2400" b="1" dirty="0">
                <a:latin typeface="Courier New" panose="02070309020205020404" pitchFamily="49" charset="0"/>
              </a:rPr>
              <a:t>(</a:t>
            </a:r>
            <a:r>
              <a:rPr lang="en-US" altLang="en-US" sz="2400" b="1" dirty="0" err="1">
                <a:latin typeface="Courier New" panose="02070309020205020404" pitchFamily="49" charset="0"/>
              </a:rPr>
              <a:t>rt.right</a:t>
            </a:r>
            <a:r>
              <a:rPr lang="en-US" altLang="en-US" sz="2400" b="1" dirty="0">
                <a:latin typeface="Courier New" panose="02070309020205020404" pitchFamily="49" charset="0"/>
              </a:rPr>
              <a:t>(), </a:t>
            </a:r>
            <a:r>
              <a:rPr lang="en-US" altLang="en-US" sz="2400" b="1" dirty="0" err="1">
                <a:latin typeface="Courier New" panose="02070309020205020404" pitchFamily="49" charset="0"/>
              </a:rPr>
              <a:t>rootkey</a:t>
            </a:r>
            <a:r>
              <a:rPr lang="en-US" altLang="en-US" sz="2400" b="1" dirty="0">
                <a:latin typeface="Courier New" panose="02070309020205020404" pitchFamily="49" charset="0"/>
              </a:rPr>
              <a:t>, high);</a:t>
            </a:r>
          </a:p>
          <a:p>
            <a:pPr>
              <a:lnSpc>
                <a:spcPct val="60000"/>
              </a:lnSpc>
              <a:buFontTx/>
              <a:buNone/>
            </a:pPr>
            <a:r>
              <a:rPr lang="en-US" altLang="en-US" sz="2400" b="1" dirty="0">
                <a:latin typeface="Courier New" panose="02070309020205020404" pitchFamily="49" charset="0"/>
              </a:rPr>
              <a:t>}</a:t>
            </a:r>
          </a:p>
          <a:p>
            <a:pPr>
              <a:lnSpc>
                <a:spcPct val="60000"/>
              </a:lnSpc>
              <a:buFontTx/>
              <a:buNone/>
            </a:pPr>
            <a:endParaRPr lang="en-US" altLang="en-US" sz="2400" dirty="0">
              <a:latin typeface="Courier New" panose="02070309020205020404" pitchFamily="49" charset="0"/>
            </a:endParaRPr>
          </a:p>
        </p:txBody>
      </p:sp>
      <p:pic>
        <p:nvPicPr>
          <p:cNvPr id="3" name="Picture 2">
            <a:extLst>
              <a:ext uri="{FF2B5EF4-FFF2-40B4-BE49-F238E27FC236}">
                <a16:creationId xmlns:a16="http://schemas.microsoft.com/office/drawing/2014/main" id="{5946E9ED-40DE-83C9-B4FD-CEF5A70EB3B0}"/>
              </a:ext>
            </a:extLst>
          </p:cNvPr>
          <p:cNvPicPr>
            <a:picLocks noChangeAspect="1"/>
          </p:cNvPicPr>
          <p:nvPr/>
        </p:nvPicPr>
        <p:blipFill>
          <a:blip r:embed="rId3"/>
          <a:stretch>
            <a:fillRect/>
          </a:stretch>
        </p:blipFill>
        <p:spPr>
          <a:xfrm>
            <a:off x="1676400" y="914400"/>
            <a:ext cx="5867400" cy="2514600"/>
          </a:xfrm>
          <a:prstGeom prst="rect">
            <a:avLst/>
          </a:prstGeom>
        </p:spPr>
      </p:pic>
    </p:spTree>
    <p:extLst>
      <p:ext uri="{BB962C8B-B14F-4D97-AF65-F5344CB8AC3E}">
        <p14:creationId xmlns:p14="http://schemas.microsoft.com/office/powerpoint/2010/main" val="32127405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F7600CE5-DC20-44E9-9674-7FEAB1117512}" type="slidenum">
              <a:rPr lang="en-US" altLang="en-US" sz="1400"/>
              <a:pPr eaLnBrk="1" hangingPunct="1"/>
              <a:t>17</a:t>
            </a:fld>
            <a:endParaRPr lang="en-US" altLang="en-US" sz="1400"/>
          </a:p>
        </p:txBody>
      </p:sp>
      <p:sp>
        <p:nvSpPr>
          <p:cNvPr id="141315" name="Rectangle 2"/>
          <p:cNvSpPr>
            <a:spLocks noGrp="1" noChangeArrowheads="1"/>
          </p:cNvSpPr>
          <p:nvPr>
            <p:ph type="title"/>
          </p:nvPr>
        </p:nvSpPr>
        <p:spPr>
          <a:xfrm>
            <a:off x="455613" y="365125"/>
            <a:ext cx="8226425" cy="914400"/>
          </a:xfrm>
        </p:spPr>
        <p:txBody>
          <a:bodyPr/>
          <a:lstStyle/>
          <a:p>
            <a:r>
              <a:rPr lang="en-US" altLang="en-US">
                <a:latin typeface="Helvetica" panose="020B0604020202020204" pitchFamily="34" charset="0"/>
              </a:rPr>
              <a:t>Binary Tree Implementation (1)</a:t>
            </a:r>
          </a:p>
        </p:txBody>
      </p:sp>
      <p:pic>
        <p:nvPicPr>
          <p:cNvPr id="141316" name="Picture 4" descr="BinLink"/>
          <p:cNvPicPr>
            <a:picLocks noChangeAspect="1" noChangeArrowheads="1"/>
          </p:cNvPicPr>
          <p:nvPr/>
        </p:nvPicPr>
        <p:blipFill>
          <a:blip r:embed="rId3">
            <a:extLst>
              <a:ext uri="{28A0092B-C50C-407E-A947-70E740481C1C}">
                <a14:useLocalDpi xmlns:a14="http://schemas.microsoft.com/office/drawing/2010/main" val="0"/>
              </a:ext>
            </a:extLst>
          </a:blip>
          <a:srcRect l="1181" r="3543" b="1195"/>
          <a:stretch>
            <a:fillRect/>
          </a:stretch>
        </p:blipFill>
        <p:spPr bwMode="auto">
          <a:xfrm>
            <a:off x="3276600" y="1447800"/>
            <a:ext cx="5791200" cy="421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9AA17E3F-3763-F3DE-2E7E-B78F0C02E41A}"/>
              </a:ext>
            </a:extLst>
          </p:cNvPr>
          <p:cNvSpPr txBox="1"/>
          <p:nvPr/>
        </p:nvSpPr>
        <p:spPr>
          <a:xfrm>
            <a:off x="70338" y="1740605"/>
            <a:ext cx="3358662" cy="4154984"/>
          </a:xfrm>
          <a:prstGeom prst="rect">
            <a:avLst/>
          </a:prstGeom>
          <a:noFill/>
        </p:spPr>
        <p:txBody>
          <a:bodyPr wrap="square">
            <a:spAutoFit/>
          </a:bodyPr>
          <a:lstStyle/>
          <a:p>
            <a:pPr algn="l"/>
            <a:r>
              <a:rPr lang="en-US" dirty="0"/>
              <a:t>Standard implementation.  </a:t>
            </a:r>
          </a:p>
          <a:p>
            <a:pPr algn="l"/>
            <a:endParaRPr lang="en-US" dirty="0"/>
          </a:p>
          <a:p>
            <a:pPr algn="l"/>
            <a:r>
              <a:rPr lang="en-US" dirty="0"/>
              <a:t>Leaf implementation is identical to internal node implementation, resulting in much wasted space due to null pointers.</a:t>
            </a:r>
          </a:p>
          <a:p>
            <a:pPr algn="l"/>
            <a:r>
              <a:rPr lang="en-US" dirty="0"/>
              <a:t> In fact, we know from the </a:t>
            </a:r>
            <a:r>
              <a:rPr lang="en-US" dirty="0">
                <a:solidFill>
                  <a:srgbClr val="FF0000"/>
                </a:solidFill>
              </a:rPr>
              <a:t>full binary tree </a:t>
            </a:r>
            <a:r>
              <a:rPr lang="en-US" dirty="0"/>
              <a:t>theorem that half of the pointers are null.</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3C061F5F-1F8F-4E7B-84A0-609EE1D64B85}" type="slidenum">
              <a:rPr lang="en-US" altLang="en-US" sz="1400"/>
              <a:pPr eaLnBrk="1" hangingPunct="1"/>
              <a:t>18</a:t>
            </a:fld>
            <a:endParaRPr lang="en-US" altLang="en-US" sz="1400"/>
          </a:p>
        </p:txBody>
      </p:sp>
      <p:sp>
        <p:nvSpPr>
          <p:cNvPr id="142339" name="Rectangle 2"/>
          <p:cNvSpPr>
            <a:spLocks noGrp="1" noChangeArrowheads="1"/>
          </p:cNvSpPr>
          <p:nvPr>
            <p:ph type="title"/>
          </p:nvPr>
        </p:nvSpPr>
        <p:spPr>
          <a:xfrm>
            <a:off x="455613" y="365125"/>
            <a:ext cx="8226425" cy="914400"/>
          </a:xfrm>
        </p:spPr>
        <p:txBody>
          <a:bodyPr/>
          <a:lstStyle/>
          <a:p>
            <a:r>
              <a:rPr lang="en-US" altLang="en-US">
                <a:latin typeface="Helvetica" panose="020B0604020202020204" pitchFamily="34" charset="0"/>
              </a:rPr>
              <a:t>Binary Tree Implementation (2)</a:t>
            </a:r>
          </a:p>
        </p:txBody>
      </p:sp>
      <p:pic>
        <p:nvPicPr>
          <p:cNvPr id="142340" name="Picture 4" descr="DiffNode.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200400" y="1516062"/>
            <a:ext cx="5667375"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BD6077C6-7734-8AEE-7BBC-284FA58A1A64}"/>
              </a:ext>
            </a:extLst>
          </p:cNvPr>
          <p:cNvSpPr txBox="1"/>
          <p:nvPr/>
        </p:nvSpPr>
        <p:spPr>
          <a:xfrm>
            <a:off x="0" y="1554540"/>
            <a:ext cx="2895600" cy="1569660"/>
          </a:xfrm>
          <a:prstGeom prst="rect">
            <a:avLst/>
          </a:prstGeom>
          <a:noFill/>
        </p:spPr>
        <p:txBody>
          <a:bodyPr wrap="square">
            <a:spAutoFit/>
          </a:bodyPr>
          <a:lstStyle/>
          <a:p>
            <a:r>
              <a:rPr lang="en-US" dirty="0">
                <a:solidFill>
                  <a:srgbClr val="FF0000"/>
                </a:solidFill>
                <a:highlight>
                  <a:srgbClr val="FFFF00"/>
                </a:highlight>
              </a:rPr>
              <a:t>Example of a tree with distinct internal and leaf node implementations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8B3ABB53-5417-4785-8A6F-E84D4FCF3A8A}" type="slidenum">
              <a:rPr lang="en-US" altLang="en-US" sz="1400"/>
              <a:pPr eaLnBrk="1" hangingPunct="1"/>
              <a:t>19</a:t>
            </a:fld>
            <a:endParaRPr lang="en-US" altLang="en-US" sz="1400"/>
          </a:p>
        </p:txBody>
      </p:sp>
      <p:sp>
        <p:nvSpPr>
          <p:cNvPr id="143363" name="Rectangle 2"/>
          <p:cNvSpPr>
            <a:spLocks noGrp="1" noChangeArrowheads="1"/>
          </p:cNvSpPr>
          <p:nvPr>
            <p:ph type="title"/>
          </p:nvPr>
        </p:nvSpPr>
        <p:spPr>
          <a:xfrm>
            <a:off x="455613" y="365125"/>
            <a:ext cx="8226425" cy="914400"/>
          </a:xfrm>
        </p:spPr>
        <p:txBody>
          <a:bodyPr/>
          <a:lstStyle/>
          <a:p>
            <a:r>
              <a:rPr lang="en-US" altLang="en-US">
                <a:latin typeface="Helvetica" panose="020B0604020202020204" pitchFamily="34" charset="0"/>
              </a:rPr>
              <a:t>Inheritance (1)</a:t>
            </a:r>
          </a:p>
        </p:txBody>
      </p:sp>
      <p:sp>
        <p:nvSpPr>
          <p:cNvPr id="143364" name="Rectangle 3"/>
          <p:cNvSpPr>
            <a:spLocks noGrp="1" noChangeArrowheads="1"/>
          </p:cNvSpPr>
          <p:nvPr>
            <p:ph type="body" idx="1"/>
          </p:nvPr>
        </p:nvSpPr>
        <p:spPr>
          <a:xfrm>
            <a:off x="455613" y="1600200"/>
            <a:ext cx="8226425" cy="4572000"/>
          </a:xfrm>
        </p:spPr>
        <p:txBody>
          <a:bodyPr/>
          <a:lstStyle/>
          <a:p>
            <a:pPr>
              <a:lnSpc>
                <a:spcPct val="50000"/>
              </a:lnSpc>
              <a:buFontTx/>
              <a:buNone/>
            </a:pPr>
            <a:r>
              <a:rPr lang="en-US" altLang="en-US" sz="2400" b="1" dirty="0">
                <a:latin typeface="Courier New" panose="02070309020205020404" pitchFamily="49" charset="0"/>
              </a:rPr>
              <a:t>/** Base class */</a:t>
            </a:r>
          </a:p>
          <a:p>
            <a:pPr>
              <a:lnSpc>
                <a:spcPct val="50000"/>
              </a:lnSpc>
              <a:buFontTx/>
              <a:buNone/>
            </a:pPr>
            <a:r>
              <a:rPr lang="en-US" altLang="en-US" sz="2400" b="1" dirty="0">
                <a:latin typeface="Courier New" panose="02070309020205020404" pitchFamily="49" charset="0"/>
              </a:rPr>
              <a:t>public interface </a:t>
            </a:r>
            <a:r>
              <a:rPr lang="en-US" altLang="en-US" sz="2400" b="1" dirty="0" err="1">
                <a:latin typeface="Courier New" panose="02070309020205020404" pitchFamily="49" charset="0"/>
              </a:rPr>
              <a:t>VarBinNode</a:t>
            </a:r>
            <a:r>
              <a:rPr lang="en-US" altLang="en-US" sz="2400" b="1" dirty="0">
                <a:latin typeface="Courier New" panose="02070309020205020404" pitchFamily="49" charset="0"/>
              </a:rPr>
              <a:t> {</a:t>
            </a:r>
          </a:p>
          <a:p>
            <a:pPr>
              <a:lnSpc>
                <a:spcPct val="50000"/>
              </a:lnSpc>
              <a:buFontTx/>
              <a:buNone/>
            </a:pPr>
            <a:r>
              <a:rPr lang="en-US" altLang="en-US" sz="2400" b="1" dirty="0">
                <a:latin typeface="Courier New" panose="02070309020205020404" pitchFamily="49" charset="0"/>
              </a:rPr>
              <a:t>  public </a:t>
            </a:r>
            <a:r>
              <a:rPr lang="en-US" altLang="en-US" sz="2400" b="1" dirty="0" err="1">
                <a:latin typeface="Courier New" panose="02070309020205020404" pitchFamily="49" charset="0"/>
              </a:rPr>
              <a:t>boolean</a:t>
            </a:r>
            <a:r>
              <a:rPr lang="en-US" altLang="en-US" sz="2400" b="1" dirty="0">
                <a:latin typeface="Courier New" panose="02070309020205020404" pitchFamily="49" charset="0"/>
              </a:rPr>
              <a:t> </a:t>
            </a:r>
            <a:r>
              <a:rPr lang="en-US" altLang="en-US" sz="2400" b="1" dirty="0" err="1">
                <a:latin typeface="Courier New" panose="02070309020205020404" pitchFamily="49" charset="0"/>
              </a:rPr>
              <a:t>isLeaf</a:t>
            </a:r>
            <a:r>
              <a:rPr lang="en-US" altLang="en-US" sz="2400" b="1" dirty="0">
                <a:latin typeface="Courier New" panose="02070309020205020404" pitchFamily="49" charset="0"/>
              </a:rPr>
              <a:t>();</a:t>
            </a:r>
          </a:p>
          <a:p>
            <a:pPr>
              <a:lnSpc>
                <a:spcPct val="50000"/>
              </a:lnSpc>
              <a:buFontTx/>
              <a:buNone/>
            </a:pPr>
            <a:r>
              <a:rPr lang="en-US" altLang="en-US" sz="2400" b="1" dirty="0">
                <a:latin typeface="Courier New" panose="02070309020205020404" pitchFamily="49" charset="0"/>
              </a:rPr>
              <a:t>}</a:t>
            </a:r>
          </a:p>
          <a:p>
            <a:pPr>
              <a:lnSpc>
                <a:spcPct val="50000"/>
              </a:lnSpc>
              <a:buFontTx/>
              <a:buNone/>
            </a:pPr>
            <a:endParaRPr lang="en-US" altLang="en-US" sz="2400" b="1" dirty="0">
              <a:latin typeface="Courier New" panose="02070309020205020404" pitchFamily="49" charset="0"/>
            </a:endParaRPr>
          </a:p>
          <a:p>
            <a:pPr>
              <a:lnSpc>
                <a:spcPct val="50000"/>
              </a:lnSpc>
              <a:buFontTx/>
              <a:buNone/>
            </a:pPr>
            <a:r>
              <a:rPr lang="en-US" altLang="en-US" sz="2400" b="1" dirty="0">
                <a:latin typeface="Courier New" panose="02070309020205020404" pitchFamily="49" charset="0"/>
              </a:rPr>
              <a:t>/** Leaf node */</a:t>
            </a:r>
          </a:p>
          <a:p>
            <a:pPr>
              <a:lnSpc>
                <a:spcPct val="50000"/>
              </a:lnSpc>
              <a:buFontTx/>
              <a:buNone/>
            </a:pPr>
            <a:r>
              <a:rPr lang="en-US" altLang="en-US" sz="2400" b="1" dirty="0">
                <a:latin typeface="Courier New" panose="02070309020205020404" pitchFamily="49" charset="0"/>
              </a:rPr>
              <a:t>class </a:t>
            </a:r>
            <a:r>
              <a:rPr lang="en-US" altLang="en-US" sz="2400" b="1" dirty="0" err="1">
                <a:solidFill>
                  <a:srgbClr val="FF0000"/>
                </a:solidFill>
                <a:highlight>
                  <a:srgbClr val="FFFF00"/>
                </a:highlight>
                <a:latin typeface="Courier New" panose="02070309020205020404" pitchFamily="49" charset="0"/>
              </a:rPr>
              <a:t>VarLeafNode</a:t>
            </a:r>
            <a:r>
              <a:rPr lang="en-US" altLang="en-US" sz="2400" b="1" dirty="0">
                <a:latin typeface="Courier New" panose="02070309020205020404" pitchFamily="49" charset="0"/>
              </a:rPr>
              <a:t> implements </a:t>
            </a:r>
            <a:r>
              <a:rPr lang="en-US" altLang="en-US" sz="2400" b="1" dirty="0" err="1">
                <a:latin typeface="Courier New" panose="02070309020205020404" pitchFamily="49" charset="0"/>
              </a:rPr>
              <a:t>VarBinNode</a:t>
            </a:r>
            <a:r>
              <a:rPr lang="en-US" altLang="en-US" sz="2400" b="1" dirty="0">
                <a:latin typeface="Courier New" panose="02070309020205020404" pitchFamily="49" charset="0"/>
              </a:rPr>
              <a:t> {</a:t>
            </a:r>
          </a:p>
          <a:p>
            <a:pPr>
              <a:lnSpc>
                <a:spcPct val="50000"/>
              </a:lnSpc>
              <a:buFontTx/>
              <a:buNone/>
            </a:pPr>
            <a:r>
              <a:rPr lang="en-US" altLang="en-US" sz="2400" b="1" dirty="0">
                <a:latin typeface="Courier New" panose="02070309020205020404" pitchFamily="49" charset="0"/>
              </a:rPr>
              <a:t>  private String operand;</a:t>
            </a:r>
          </a:p>
          <a:p>
            <a:pPr>
              <a:lnSpc>
                <a:spcPct val="50000"/>
              </a:lnSpc>
              <a:buFontTx/>
              <a:buNone/>
            </a:pPr>
            <a:r>
              <a:rPr lang="en-US" altLang="en-US" sz="2400" b="1" dirty="0">
                <a:latin typeface="Courier New" panose="02070309020205020404" pitchFamily="49" charset="0"/>
              </a:rPr>
              <a:t>  public </a:t>
            </a:r>
            <a:r>
              <a:rPr lang="en-US" altLang="en-US" sz="2400" b="1" dirty="0" err="1">
                <a:latin typeface="Courier New" panose="02070309020205020404" pitchFamily="49" charset="0"/>
              </a:rPr>
              <a:t>VarLeafNode</a:t>
            </a:r>
            <a:r>
              <a:rPr lang="en-US" altLang="en-US" sz="2400" b="1" dirty="0">
                <a:latin typeface="Courier New" panose="02070309020205020404" pitchFamily="49" charset="0"/>
              </a:rPr>
              <a:t>(String </a:t>
            </a:r>
            <a:r>
              <a:rPr lang="en-US" altLang="en-US" sz="2400" b="1" dirty="0" err="1">
                <a:latin typeface="Courier New" panose="02070309020205020404" pitchFamily="49" charset="0"/>
              </a:rPr>
              <a:t>val</a:t>
            </a:r>
            <a:r>
              <a:rPr lang="en-US" altLang="en-US" sz="2400" b="1" dirty="0">
                <a:latin typeface="Courier New" panose="02070309020205020404" pitchFamily="49" charset="0"/>
              </a:rPr>
              <a:t>)</a:t>
            </a:r>
          </a:p>
          <a:p>
            <a:pPr>
              <a:lnSpc>
                <a:spcPct val="50000"/>
              </a:lnSpc>
              <a:buFontTx/>
              <a:buNone/>
            </a:pPr>
            <a:r>
              <a:rPr lang="en-US" altLang="en-US" sz="2400" b="1" dirty="0">
                <a:latin typeface="Courier New" panose="02070309020205020404" pitchFamily="49" charset="0"/>
              </a:rPr>
              <a:t>    { operand = </a:t>
            </a:r>
            <a:r>
              <a:rPr lang="en-US" altLang="en-US" sz="2400" b="1" dirty="0" err="1">
                <a:latin typeface="Courier New" panose="02070309020205020404" pitchFamily="49" charset="0"/>
              </a:rPr>
              <a:t>val</a:t>
            </a:r>
            <a:r>
              <a:rPr lang="en-US" altLang="en-US" sz="2400" b="1" dirty="0">
                <a:latin typeface="Courier New" panose="02070309020205020404" pitchFamily="49" charset="0"/>
              </a:rPr>
              <a:t>; }</a:t>
            </a:r>
          </a:p>
          <a:p>
            <a:pPr>
              <a:lnSpc>
                <a:spcPct val="50000"/>
              </a:lnSpc>
              <a:buFontTx/>
              <a:buNone/>
            </a:pPr>
            <a:r>
              <a:rPr lang="en-US" altLang="en-US" sz="2400" b="1" dirty="0">
                <a:latin typeface="Courier New" panose="02070309020205020404" pitchFamily="49" charset="0"/>
              </a:rPr>
              <a:t>  public </a:t>
            </a:r>
            <a:r>
              <a:rPr lang="en-US" altLang="en-US" sz="2400" b="1" dirty="0" err="1">
                <a:latin typeface="Courier New" panose="02070309020205020404" pitchFamily="49" charset="0"/>
              </a:rPr>
              <a:t>boolean</a:t>
            </a:r>
            <a:r>
              <a:rPr lang="en-US" altLang="en-US" sz="2400" b="1" dirty="0">
                <a:latin typeface="Courier New" panose="02070309020205020404" pitchFamily="49" charset="0"/>
              </a:rPr>
              <a:t> </a:t>
            </a:r>
            <a:r>
              <a:rPr lang="en-US" altLang="en-US" sz="2400" b="1" dirty="0" err="1">
                <a:latin typeface="Courier New" panose="02070309020205020404" pitchFamily="49" charset="0"/>
              </a:rPr>
              <a:t>isLeaf</a:t>
            </a:r>
            <a:r>
              <a:rPr lang="en-US" altLang="en-US" sz="2400" b="1" dirty="0">
                <a:latin typeface="Courier New" panose="02070309020205020404" pitchFamily="49" charset="0"/>
              </a:rPr>
              <a:t>() { return true; }</a:t>
            </a:r>
          </a:p>
          <a:p>
            <a:pPr>
              <a:lnSpc>
                <a:spcPct val="50000"/>
              </a:lnSpc>
              <a:buFontTx/>
              <a:buNone/>
            </a:pPr>
            <a:r>
              <a:rPr lang="en-US" altLang="en-US" sz="2400" b="1" dirty="0">
                <a:latin typeface="Courier New" panose="02070309020205020404" pitchFamily="49" charset="0"/>
              </a:rPr>
              <a:t>  public String value() { return operand; }</a:t>
            </a:r>
          </a:p>
          <a:p>
            <a:pPr>
              <a:lnSpc>
                <a:spcPct val="50000"/>
              </a:lnSpc>
              <a:buFontTx/>
              <a:buNone/>
            </a:pPr>
            <a:r>
              <a:rPr lang="en-US" altLang="en-US" sz="2400" b="1" dirty="0">
                <a:latin typeface="Courier New" panose="02070309020205020404" pitchFamily="49" charset="0"/>
              </a:rPr>
              <a:t>};</a:t>
            </a:r>
          </a:p>
          <a:p>
            <a:pPr>
              <a:lnSpc>
                <a:spcPct val="50000"/>
              </a:lnSpc>
              <a:buFontTx/>
              <a:buNone/>
            </a:pPr>
            <a:endParaRPr lang="en-US" altLang="en-US" sz="2400" b="1" dirty="0">
              <a:latin typeface="Courier New" panose="02070309020205020404" pitchFamily="49"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4453620E-37F9-4EEC-AA0F-9D7981A4CE00}" type="slidenum">
              <a:rPr lang="en-US" altLang="en-US" sz="1400"/>
              <a:pPr eaLnBrk="1" hangingPunct="1"/>
              <a:t>20</a:t>
            </a:fld>
            <a:endParaRPr lang="en-US" altLang="en-US" sz="1400"/>
          </a:p>
        </p:txBody>
      </p:sp>
      <p:sp>
        <p:nvSpPr>
          <p:cNvPr id="144387" name="Rectangle 2"/>
          <p:cNvSpPr>
            <a:spLocks noGrp="1" noChangeArrowheads="1"/>
          </p:cNvSpPr>
          <p:nvPr>
            <p:ph type="title"/>
          </p:nvPr>
        </p:nvSpPr>
        <p:spPr>
          <a:xfrm>
            <a:off x="455613" y="365125"/>
            <a:ext cx="8226425" cy="914400"/>
          </a:xfrm>
        </p:spPr>
        <p:txBody>
          <a:bodyPr/>
          <a:lstStyle/>
          <a:p>
            <a:r>
              <a:rPr lang="en-US" altLang="en-US">
                <a:latin typeface="Helvetica" panose="020B0604020202020204" pitchFamily="34" charset="0"/>
              </a:rPr>
              <a:t>Inheritance (2)</a:t>
            </a:r>
          </a:p>
        </p:txBody>
      </p:sp>
      <p:sp>
        <p:nvSpPr>
          <p:cNvPr id="144388" name="Rectangle 3"/>
          <p:cNvSpPr>
            <a:spLocks noGrp="1" noChangeArrowheads="1"/>
          </p:cNvSpPr>
          <p:nvPr>
            <p:ph type="body" idx="1"/>
          </p:nvPr>
        </p:nvSpPr>
        <p:spPr>
          <a:xfrm>
            <a:off x="0" y="1600200"/>
            <a:ext cx="9144000" cy="4572000"/>
          </a:xfrm>
        </p:spPr>
        <p:txBody>
          <a:bodyPr/>
          <a:lstStyle/>
          <a:p>
            <a:pPr>
              <a:lnSpc>
                <a:spcPct val="50000"/>
              </a:lnSpc>
              <a:buFontTx/>
              <a:buNone/>
            </a:pPr>
            <a:endParaRPr lang="en-US" altLang="en-US" sz="2400" dirty="0">
              <a:latin typeface="Courier New" panose="02070309020205020404" pitchFamily="49" charset="0"/>
            </a:endParaRPr>
          </a:p>
          <a:p>
            <a:pPr>
              <a:lnSpc>
                <a:spcPct val="50000"/>
              </a:lnSpc>
              <a:buFontTx/>
              <a:buNone/>
            </a:pPr>
            <a:r>
              <a:rPr lang="en-US" altLang="en-US" sz="2400" b="1" dirty="0">
                <a:latin typeface="Courier New" panose="02070309020205020404" pitchFamily="49" charset="0"/>
              </a:rPr>
              <a:t>/** Internal node */</a:t>
            </a:r>
          </a:p>
          <a:p>
            <a:pPr>
              <a:lnSpc>
                <a:spcPct val="50000"/>
              </a:lnSpc>
              <a:buFontTx/>
              <a:buNone/>
            </a:pPr>
            <a:r>
              <a:rPr lang="en-US" altLang="en-US" sz="2400" b="1" dirty="0">
                <a:latin typeface="Courier New" panose="02070309020205020404" pitchFamily="49" charset="0"/>
              </a:rPr>
              <a:t>class </a:t>
            </a:r>
            <a:r>
              <a:rPr lang="en-US" altLang="en-US" sz="2400" b="1" dirty="0" err="1">
                <a:solidFill>
                  <a:srgbClr val="FF0000"/>
                </a:solidFill>
                <a:highlight>
                  <a:srgbClr val="FFFF00"/>
                </a:highlight>
                <a:latin typeface="Courier New" panose="02070309020205020404" pitchFamily="49" charset="0"/>
              </a:rPr>
              <a:t>VarIntlNode</a:t>
            </a:r>
            <a:r>
              <a:rPr lang="en-US" altLang="en-US" sz="2400" b="1" dirty="0">
                <a:latin typeface="Courier New" panose="02070309020205020404" pitchFamily="49" charset="0"/>
              </a:rPr>
              <a:t> implements </a:t>
            </a:r>
            <a:r>
              <a:rPr lang="en-US" altLang="en-US" sz="2400" b="1" dirty="0" err="1">
                <a:latin typeface="Courier New" panose="02070309020205020404" pitchFamily="49" charset="0"/>
              </a:rPr>
              <a:t>VarBinNode</a:t>
            </a:r>
            <a:r>
              <a:rPr lang="en-US" altLang="en-US" sz="2400" b="1" dirty="0">
                <a:latin typeface="Courier New" panose="02070309020205020404" pitchFamily="49" charset="0"/>
              </a:rPr>
              <a:t> {</a:t>
            </a:r>
          </a:p>
          <a:p>
            <a:pPr>
              <a:lnSpc>
                <a:spcPct val="50000"/>
              </a:lnSpc>
              <a:buFontTx/>
              <a:buNone/>
            </a:pPr>
            <a:r>
              <a:rPr lang="en-US" altLang="en-US" sz="2400" b="1" dirty="0">
                <a:latin typeface="Courier New" panose="02070309020205020404" pitchFamily="49" charset="0"/>
              </a:rPr>
              <a:t>  private </a:t>
            </a:r>
            <a:r>
              <a:rPr lang="en-US" altLang="en-US" sz="2400" b="1" dirty="0" err="1">
                <a:latin typeface="Courier New" panose="02070309020205020404" pitchFamily="49" charset="0"/>
              </a:rPr>
              <a:t>VarBinNode</a:t>
            </a:r>
            <a:r>
              <a:rPr lang="en-US" altLang="en-US" sz="2400" b="1" dirty="0">
                <a:latin typeface="Courier New" panose="02070309020205020404" pitchFamily="49" charset="0"/>
              </a:rPr>
              <a:t> left;</a:t>
            </a:r>
          </a:p>
          <a:p>
            <a:pPr>
              <a:lnSpc>
                <a:spcPct val="50000"/>
              </a:lnSpc>
              <a:buFontTx/>
              <a:buNone/>
            </a:pPr>
            <a:r>
              <a:rPr lang="en-US" altLang="en-US" sz="2400" b="1" dirty="0">
                <a:latin typeface="Courier New" panose="02070309020205020404" pitchFamily="49" charset="0"/>
              </a:rPr>
              <a:t>  private </a:t>
            </a:r>
            <a:r>
              <a:rPr lang="en-US" altLang="en-US" sz="2400" b="1" dirty="0" err="1">
                <a:latin typeface="Courier New" panose="02070309020205020404" pitchFamily="49" charset="0"/>
              </a:rPr>
              <a:t>VarBinNode</a:t>
            </a:r>
            <a:r>
              <a:rPr lang="en-US" altLang="en-US" sz="2400" b="1" dirty="0">
                <a:latin typeface="Courier New" panose="02070309020205020404" pitchFamily="49" charset="0"/>
              </a:rPr>
              <a:t> right;</a:t>
            </a:r>
          </a:p>
          <a:p>
            <a:pPr>
              <a:lnSpc>
                <a:spcPct val="50000"/>
              </a:lnSpc>
              <a:buFontTx/>
              <a:buNone/>
            </a:pPr>
            <a:r>
              <a:rPr lang="en-US" altLang="en-US" sz="2400" b="1" dirty="0">
                <a:latin typeface="Courier New" panose="02070309020205020404" pitchFamily="49" charset="0"/>
              </a:rPr>
              <a:t>  private Character operator;</a:t>
            </a:r>
          </a:p>
          <a:p>
            <a:pPr>
              <a:lnSpc>
                <a:spcPct val="50000"/>
              </a:lnSpc>
              <a:buFontTx/>
              <a:buNone/>
            </a:pPr>
            <a:endParaRPr lang="en-US" altLang="en-US" sz="2400" b="1" dirty="0">
              <a:latin typeface="Courier New" panose="02070309020205020404" pitchFamily="49" charset="0"/>
            </a:endParaRPr>
          </a:p>
          <a:p>
            <a:pPr>
              <a:lnSpc>
                <a:spcPct val="50000"/>
              </a:lnSpc>
              <a:buFontTx/>
              <a:buNone/>
            </a:pPr>
            <a:r>
              <a:rPr lang="en-US" altLang="en-US" sz="2400" b="1" dirty="0">
                <a:latin typeface="Courier New" panose="02070309020205020404" pitchFamily="49" charset="0"/>
              </a:rPr>
              <a:t>  public </a:t>
            </a:r>
            <a:r>
              <a:rPr lang="en-US" altLang="en-US" sz="2400" b="1" dirty="0" err="1">
                <a:solidFill>
                  <a:srgbClr val="FF0000"/>
                </a:solidFill>
                <a:latin typeface="Courier New" panose="02070309020205020404" pitchFamily="49" charset="0"/>
              </a:rPr>
              <a:t>VarIntlNode</a:t>
            </a:r>
            <a:r>
              <a:rPr lang="en-US" altLang="en-US" sz="2400" b="1" dirty="0">
                <a:latin typeface="Courier New" panose="02070309020205020404" pitchFamily="49" charset="0"/>
              </a:rPr>
              <a:t>(Character op,</a:t>
            </a:r>
          </a:p>
          <a:p>
            <a:pPr>
              <a:lnSpc>
                <a:spcPct val="50000"/>
              </a:lnSpc>
              <a:buFontTx/>
              <a:buNone/>
            </a:pPr>
            <a:r>
              <a:rPr lang="en-US" altLang="en-US" sz="2400" b="1" dirty="0">
                <a:latin typeface="Courier New" panose="02070309020205020404" pitchFamily="49" charset="0"/>
              </a:rPr>
              <a:t>                    </a:t>
            </a:r>
            <a:r>
              <a:rPr lang="en-US" altLang="en-US" sz="2400" b="1" dirty="0" err="1">
                <a:latin typeface="Courier New" panose="02070309020205020404" pitchFamily="49" charset="0"/>
              </a:rPr>
              <a:t>VarBinNode</a:t>
            </a:r>
            <a:r>
              <a:rPr lang="en-US" altLang="en-US" sz="2400" b="1" dirty="0">
                <a:latin typeface="Courier New" panose="02070309020205020404" pitchFamily="49" charset="0"/>
              </a:rPr>
              <a:t> l, </a:t>
            </a:r>
            <a:r>
              <a:rPr lang="en-US" altLang="en-US" sz="2400" b="1" dirty="0" err="1">
                <a:latin typeface="Courier New" panose="02070309020205020404" pitchFamily="49" charset="0"/>
              </a:rPr>
              <a:t>VarBinNode</a:t>
            </a:r>
            <a:r>
              <a:rPr lang="en-US" altLang="en-US" sz="2400" b="1" dirty="0">
                <a:latin typeface="Courier New" panose="02070309020205020404" pitchFamily="49" charset="0"/>
              </a:rPr>
              <a:t> r)</a:t>
            </a:r>
          </a:p>
          <a:p>
            <a:pPr>
              <a:lnSpc>
                <a:spcPct val="50000"/>
              </a:lnSpc>
              <a:buFontTx/>
              <a:buNone/>
            </a:pPr>
            <a:r>
              <a:rPr lang="en-US" altLang="en-US" sz="2400" b="1" dirty="0">
                <a:latin typeface="Courier New" panose="02070309020205020404" pitchFamily="49" charset="0"/>
              </a:rPr>
              <a:t>    { operator = op; left = l; right = r; }</a:t>
            </a:r>
          </a:p>
          <a:p>
            <a:pPr>
              <a:lnSpc>
                <a:spcPct val="50000"/>
              </a:lnSpc>
              <a:buFontTx/>
              <a:buNone/>
            </a:pPr>
            <a:r>
              <a:rPr lang="en-US" altLang="en-US" sz="2400" b="1" dirty="0">
                <a:latin typeface="Courier New" panose="02070309020205020404" pitchFamily="49" charset="0"/>
              </a:rPr>
              <a:t>  public </a:t>
            </a:r>
            <a:r>
              <a:rPr lang="en-US" altLang="en-US" sz="2400" b="1" dirty="0" err="1">
                <a:latin typeface="Courier New" panose="02070309020205020404" pitchFamily="49" charset="0"/>
              </a:rPr>
              <a:t>boolean</a:t>
            </a:r>
            <a:r>
              <a:rPr lang="en-US" altLang="en-US" sz="2400" b="1" dirty="0">
                <a:latin typeface="Courier New" panose="02070309020205020404" pitchFamily="49" charset="0"/>
              </a:rPr>
              <a:t> </a:t>
            </a:r>
            <a:r>
              <a:rPr lang="en-US" altLang="en-US" sz="2400" b="1" dirty="0" err="1">
                <a:latin typeface="Courier New" panose="02070309020205020404" pitchFamily="49" charset="0"/>
              </a:rPr>
              <a:t>isLeaf</a:t>
            </a:r>
            <a:r>
              <a:rPr lang="en-US" altLang="en-US" sz="2400" b="1" dirty="0">
                <a:latin typeface="Courier New" panose="02070309020205020404" pitchFamily="49" charset="0"/>
              </a:rPr>
              <a:t>() { return false; }</a:t>
            </a:r>
          </a:p>
          <a:p>
            <a:pPr>
              <a:lnSpc>
                <a:spcPct val="50000"/>
              </a:lnSpc>
              <a:buFontTx/>
              <a:buNone/>
            </a:pPr>
            <a:r>
              <a:rPr lang="en-US" altLang="en-US" sz="2400" b="1" dirty="0">
                <a:latin typeface="Courier New" panose="02070309020205020404" pitchFamily="49" charset="0"/>
              </a:rPr>
              <a:t>  public </a:t>
            </a:r>
            <a:r>
              <a:rPr lang="en-US" altLang="en-US" sz="2400" b="1" dirty="0" err="1">
                <a:latin typeface="Courier New" panose="02070309020205020404" pitchFamily="49" charset="0"/>
              </a:rPr>
              <a:t>VarBinNode</a:t>
            </a:r>
            <a:r>
              <a:rPr lang="en-US" altLang="en-US" sz="2400" b="1" dirty="0">
                <a:latin typeface="Courier New" panose="02070309020205020404" pitchFamily="49" charset="0"/>
              </a:rPr>
              <a:t> </a:t>
            </a:r>
            <a:r>
              <a:rPr lang="en-US" altLang="en-US" sz="2400" b="1" dirty="0" err="1">
                <a:latin typeface="Courier New" panose="02070309020205020404" pitchFamily="49" charset="0"/>
              </a:rPr>
              <a:t>leftchild</a:t>
            </a:r>
            <a:r>
              <a:rPr lang="en-US" altLang="en-US" sz="2400" b="1" dirty="0">
                <a:latin typeface="Courier New" panose="02070309020205020404" pitchFamily="49" charset="0"/>
              </a:rPr>
              <a:t>() { return left; }</a:t>
            </a:r>
          </a:p>
          <a:p>
            <a:pPr>
              <a:lnSpc>
                <a:spcPct val="50000"/>
              </a:lnSpc>
              <a:buFontTx/>
              <a:buNone/>
            </a:pPr>
            <a:r>
              <a:rPr lang="en-US" altLang="en-US" sz="2400" b="1" dirty="0">
                <a:latin typeface="Courier New" panose="02070309020205020404" pitchFamily="49" charset="0"/>
              </a:rPr>
              <a:t>  public </a:t>
            </a:r>
            <a:r>
              <a:rPr lang="en-US" altLang="en-US" sz="2400" b="1" dirty="0" err="1">
                <a:latin typeface="Courier New" panose="02070309020205020404" pitchFamily="49" charset="0"/>
              </a:rPr>
              <a:t>VarBinNode</a:t>
            </a:r>
            <a:r>
              <a:rPr lang="en-US" altLang="en-US" sz="2400" b="1" dirty="0">
                <a:latin typeface="Courier New" panose="02070309020205020404" pitchFamily="49" charset="0"/>
              </a:rPr>
              <a:t> </a:t>
            </a:r>
            <a:r>
              <a:rPr lang="en-US" altLang="en-US" sz="2400" b="1" dirty="0" err="1">
                <a:latin typeface="Courier New" panose="02070309020205020404" pitchFamily="49" charset="0"/>
              </a:rPr>
              <a:t>rightchild</a:t>
            </a:r>
            <a:r>
              <a:rPr lang="en-US" altLang="en-US" sz="2400" b="1" dirty="0">
                <a:latin typeface="Courier New" panose="02070309020205020404" pitchFamily="49" charset="0"/>
              </a:rPr>
              <a:t>(){ return right; }</a:t>
            </a:r>
          </a:p>
          <a:p>
            <a:pPr>
              <a:lnSpc>
                <a:spcPct val="50000"/>
              </a:lnSpc>
              <a:buFontTx/>
              <a:buNone/>
            </a:pPr>
            <a:r>
              <a:rPr lang="en-US" altLang="en-US" sz="2400" b="1" dirty="0">
                <a:latin typeface="Courier New" panose="02070309020205020404" pitchFamily="49" charset="0"/>
              </a:rPr>
              <a:t>  public Character value() { return operator; }</a:t>
            </a:r>
          </a:p>
          <a:p>
            <a:pPr>
              <a:lnSpc>
                <a:spcPct val="50000"/>
              </a:lnSpc>
              <a:buFontTx/>
              <a:buNone/>
            </a:pPr>
            <a:r>
              <a:rPr lang="en-US" altLang="en-US" sz="2400" b="1" dirty="0">
                <a:latin typeface="Courier New" panose="02070309020205020404" pitchFamily="49" charset="0"/>
              </a:rPr>
              <a:t>}</a:t>
            </a:r>
          </a:p>
          <a:p>
            <a:pPr>
              <a:lnSpc>
                <a:spcPct val="50000"/>
              </a:lnSpc>
              <a:buFontTx/>
              <a:buNone/>
            </a:pPr>
            <a:endParaRPr lang="en-US" altLang="en-US" sz="2400" b="1" dirty="0">
              <a:latin typeface="Courier New" panose="02070309020205020404" pitchFamily="49"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CA52521D-319A-4C35-9F78-56F0CDCD0AB8}" type="slidenum">
              <a:rPr lang="en-US" altLang="en-US" sz="1400"/>
              <a:pPr eaLnBrk="1" hangingPunct="1"/>
              <a:t>21</a:t>
            </a:fld>
            <a:endParaRPr lang="en-US" altLang="en-US" sz="1400"/>
          </a:p>
        </p:txBody>
      </p:sp>
      <p:sp>
        <p:nvSpPr>
          <p:cNvPr id="145411" name="Rectangle 2"/>
          <p:cNvSpPr>
            <a:spLocks noGrp="1" noChangeArrowheads="1"/>
          </p:cNvSpPr>
          <p:nvPr>
            <p:ph type="title"/>
          </p:nvPr>
        </p:nvSpPr>
        <p:spPr>
          <a:xfrm>
            <a:off x="455613" y="365125"/>
            <a:ext cx="8226425" cy="914400"/>
          </a:xfrm>
        </p:spPr>
        <p:txBody>
          <a:bodyPr/>
          <a:lstStyle/>
          <a:p>
            <a:r>
              <a:rPr lang="en-US" altLang="en-US">
                <a:latin typeface="Helvetica" panose="020B0604020202020204" pitchFamily="34" charset="0"/>
              </a:rPr>
              <a:t>Inheritance (3)</a:t>
            </a:r>
          </a:p>
        </p:txBody>
      </p:sp>
      <p:sp>
        <p:nvSpPr>
          <p:cNvPr id="145412" name="Rectangle 3"/>
          <p:cNvSpPr>
            <a:spLocks noGrp="1" noChangeArrowheads="1"/>
          </p:cNvSpPr>
          <p:nvPr>
            <p:ph type="body" idx="1"/>
          </p:nvPr>
        </p:nvSpPr>
        <p:spPr>
          <a:xfrm>
            <a:off x="0" y="1600200"/>
            <a:ext cx="9144000" cy="4572000"/>
          </a:xfrm>
        </p:spPr>
        <p:txBody>
          <a:bodyPr/>
          <a:lstStyle/>
          <a:p>
            <a:pPr>
              <a:lnSpc>
                <a:spcPct val="50000"/>
              </a:lnSpc>
              <a:buFontTx/>
              <a:buNone/>
            </a:pPr>
            <a:endParaRPr lang="en-US" altLang="en-US" sz="2400" dirty="0">
              <a:latin typeface="Courier New" panose="02070309020205020404" pitchFamily="49" charset="0"/>
            </a:endParaRPr>
          </a:p>
          <a:p>
            <a:pPr>
              <a:lnSpc>
                <a:spcPct val="50000"/>
              </a:lnSpc>
              <a:buFontTx/>
              <a:buNone/>
            </a:pPr>
            <a:r>
              <a:rPr lang="en-US" altLang="en-US" sz="2300" b="1" dirty="0">
                <a:latin typeface="Courier New" panose="02070309020205020404" pitchFamily="49" charset="0"/>
              </a:rPr>
              <a:t>/** Preorder traversal */</a:t>
            </a:r>
          </a:p>
          <a:p>
            <a:pPr>
              <a:lnSpc>
                <a:spcPct val="50000"/>
              </a:lnSpc>
              <a:buFontTx/>
              <a:buNone/>
            </a:pPr>
            <a:r>
              <a:rPr lang="en-US" altLang="en-US" sz="2300" b="1" dirty="0">
                <a:latin typeface="Courier New" panose="02070309020205020404" pitchFamily="49" charset="0"/>
              </a:rPr>
              <a:t>public static void traverse(</a:t>
            </a:r>
            <a:r>
              <a:rPr lang="en-US" altLang="en-US" sz="2300" b="1" dirty="0" err="1">
                <a:latin typeface="Courier New" panose="02070309020205020404" pitchFamily="49" charset="0"/>
              </a:rPr>
              <a:t>VarBinNode</a:t>
            </a:r>
            <a:r>
              <a:rPr lang="en-US" altLang="en-US" sz="2300" b="1" dirty="0">
                <a:latin typeface="Courier New" panose="02070309020205020404" pitchFamily="49" charset="0"/>
              </a:rPr>
              <a:t> rt) {</a:t>
            </a:r>
          </a:p>
          <a:p>
            <a:pPr>
              <a:lnSpc>
                <a:spcPct val="50000"/>
              </a:lnSpc>
              <a:buFontTx/>
              <a:buNone/>
            </a:pPr>
            <a:r>
              <a:rPr lang="en-US" altLang="en-US" sz="2300" b="1" dirty="0">
                <a:latin typeface="Courier New" panose="02070309020205020404" pitchFamily="49" charset="0"/>
              </a:rPr>
              <a:t>  if (rt == null) return;</a:t>
            </a:r>
          </a:p>
          <a:p>
            <a:pPr>
              <a:lnSpc>
                <a:spcPct val="50000"/>
              </a:lnSpc>
              <a:buFontTx/>
              <a:buNone/>
            </a:pPr>
            <a:r>
              <a:rPr lang="en-US" altLang="en-US" sz="2300" b="1" dirty="0">
                <a:latin typeface="Courier New" panose="02070309020205020404" pitchFamily="49" charset="0"/>
              </a:rPr>
              <a:t>  if (</a:t>
            </a:r>
            <a:r>
              <a:rPr lang="en-US" altLang="en-US" sz="2300" b="1" dirty="0" err="1">
                <a:latin typeface="Courier New" panose="02070309020205020404" pitchFamily="49" charset="0"/>
              </a:rPr>
              <a:t>rt.isLeaf</a:t>
            </a:r>
            <a:r>
              <a:rPr lang="en-US" altLang="en-US" sz="2300" b="1" dirty="0">
                <a:latin typeface="Courier New" panose="02070309020205020404" pitchFamily="49" charset="0"/>
              </a:rPr>
              <a:t>())// </a:t>
            </a:r>
            <a:r>
              <a:rPr lang="en-US" altLang="en-US" sz="2300" b="1" dirty="0">
                <a:solidFill>
                  <a:srgbClr val="FF0000"/>
                </a:solidFill>
                <a:latin typeface="Courier New" panose="02070309020205020404" pitchFamily="49" charset="0"/>
              </a:rPr>
              <a:t>base case</a:t>
            </a:r>
          </a:p>
          <a:p>
            <a:pPr>
              <a:lnSpc>
                <a:spcPct val="50000"/>
              </a:lnSpc>
              <a:buFontTx/>
              <a:buNone/>
            </a:pPr>
            <a:r>
              <a:rPr lang="en-US" altLang="en-US" sz="2300" b="1" dirty="0">
                <a:latin typeface="Courier New" panose="02070309020205020404" pitchFamily="49" charset="0"/>
              </a:rPr>
              <a:t>    </a:t>
            </a:r>
            <a:r>
              <a:rPr lang="en-US" altLang="en-US" sz="2300" b="1" dirty="0" err="1">
                <a:latin typeface="Courier New" panose="02070309020205020404" pitchFamily="49" charset="0"/>
              </a:rPr>
              <a:t>Visit.VisitLeafNode</a:t>
            </a:r>
            <a:r>
              <a:rPr lang="en-US" altLang="en-US" sz="2300" b="1" dirty="0">
                <a:latin typeface="Courier New" panose="02070309020205020404" pitchFamily="49" charset="0"/>
              </a:rPr>
              <a:t>(((</a:t>
            </a:r>
            <a:r>
              <a:rPr lang="en-US" altLang="en-US" sz="2300" b="1" dirty="0" err="1">
                <a:latin typeface="Courier New" panose="02070309020205020404" pitchFamily="49" charset="0"/>
              </a:rPr>
              <a:t>VarLeafNode</a:t>
            </a:r>
            <a:r>
              <a:rPr lang="en-US" altLang="en-US" sz="2300" b="1" dirty="0">
                <a:latin typeface="Courier New" panose="02070309020205020404" pitchFamily="49" charset="0"/>
              </a:rPr>
              <a:t>)rt).value());</a:t>
            </a:r>
          </a:p>
          <a:p>
            <a:pPr>
              <a:lnSpc>
                <a:spcPct val="50000"/>
              </a:lnSpc>
              <a:buFontTx/>
              <a:buNone/>
            </a:pPr>
            <a:r>
              <a:rPr lang="en-US" altLang="en-US" sz="2300" b="1" dirty="0">
                <a:latin typeface="Courier New" panose="02070309020205020404" pitchFamily="49" charset="0"/>
              </a:rPr>
              <a:t>  else {</a:t>
            </a:r>
          </a:p>
          <a:p>
            <a:pPr>
              <a:lnSpc>
                <a:spcPct val="50000"/>
              </a:lnSpc>
              <a:buFontTx/>
              <a:buNone/>
            </a:pPr>
            <a:r>
              <a:rPr lang="en-US" altLang="en-US" sz="2300" b="1" dirty="0">
                <a:latin typeface="Courier New" panose="02070309020205020404" pitchFamily="49" charset="0"/>
              </a:rPr>
              <a:t>    </a:t>
            </a:r>
            <a:r>
              <a:rPr lang="en-US" altLang="en-US" sz="2300" b="1" dirty="0" err="1">
                <a:latin typeface="Courier New" panose="02070309020205020404" pitchFamily="49" charset="0"/>
              </a:rPr>
              <a:t>Visit.VisitInternalNode</a:t>
            </a:r>
            <a:r>
              <a:rPr lang="en-US" altLang="en-US" sz="2300" b="1" dirty="0">
                <a:latin typeface="Courier New" panose="02070309020205020404" pitchFamily="49" charset="0"/>
              </a:rPr>
              <a:t>(</a:t>
            </a:r>
          </a:p>
          <a:p>
            <a:pPr>
              <a:lnSpc>
                <a:spcPct val="50000"/>
              </a:lnSpc>
              <a:buFontTx/>
              <a:buNone/>
            </a:pPr>
            <a:r>
              <a:rPr lang="en-US" altLang="en-US" sz="2300" b="1" dirty="0">
                <a:latin typeface="Courier New" panose="02070309020205020404" pitchFamily="49" charset="0"/>
              </a:rPr>
              <a:t>                     ((</a:t>
            </a:r>
            <a:r>
              <a:rPr lang="en-US" altLang="en-US" sz="2300" b="1" dirty="0" err="1">
                <a:latin typeface="Courier New" panose="02070309020205020404" pitchFamily="49" charset="0"/>
              </a:rPr>
              <a:t>VarIntlNode</a:t>
            </a:r>
            <a:r>
              <a:rPr lang="en-US" altLang="en-US" sz="2300" b="1" dirty="0">
                <a:latin typeface="Courier New" panose="02070309020205020404" pitchFamily="49" charset="0"/>
              </a:rPr>
              <a:t>)rt).value());</a:t>
            </a:r>
          </a:p>
          <a:p>
            <a:pPr>
              <a:lnSpc>
                <a:spcPct val="50000"/>
              </a:lnSpc>
              <a:buFontTx/>
              <a:buNone/>
            </a:pPr>
            <a:r>
              <a:rPr lang="en-US" altLang="en-US" sz="2300" b="1" dirty="0">
                <a:latin typeface="Courier New" panose="02070309020205020404" pitchFamily="49" charset="0"/>
              </a:rPr>
              <a:t>    traverse(((</a:t>
            </a:r>
            <a:r>
              <a:rPr lang="en-US" altLang="en-US" sz="2300" b="1" dirty="0" err="1">
                <a:latin typeface="Courier New" panose="02070309020205020404" pitchFamily="49" charset="0"/>
              </a:rPr>
              <a:t>VarIntlNode</a:t>
            </a:r>
            <a:r>
              <a:rPr lang="en-US" altLang="en-US" sz="2300" b="1" dirty="0">
                <a:latin typeface="Courier New" panose="02070309020205020404" pitchFamily="49" charset="0"/>
              </a:rPr>
              <a:t>)rt).</a:t>
            </a:r>
            <a:r>
              <a:rPr lang="en-US" altLang="en-US" sz="2300" b="1" dirty="0" err="1">
                <a:latin typeface="Courier New" panose="02070309020205020404" pitchFamily="49" charset="0"/>
              </a:rPr>
              <a:t>leftchild</a:t>
            </a:r>
            <a:r>
              <a:rPr lang="en-US" altLang="en-US" sz="2300" b="1" dirty="0">
                <a:latin typeface="Courier New" panose="02070309020205020404" pitchFamily="49" charset="0"/>
              </a:rPr>
              <a:t>());</a:t>
            </a:r>
          </a:p>
          <a:p>
            <a:pPr>
              <a:lnSpc>
                <a:spcPct val="50000"/>
              </a:lnSpc>
              <a:buFontTx/>
              <a:buNone/>
            </a:pPr>
            <a:r>
              <a:rPr lang="en-US" altLang="en-US" sz="2300" b="1" dirty="0">
                <a:latin typeface="Courier New" panose="02070309020205020404" pitchFamily="49" charset="0"/>
              </a:rPr>
              <a:t>    traverse(((</a:t>
            </a:r>
            <a:r>
              <a:rPr lang="en-US" altLang="en-US" sz="2300" b="1" dirty="0" err="1">
                <a:latin typeface="Courier New" panose="02070309020205020404" pitchFamily="49" charset="0"/>
              </a:rPr>
              <a:t>VarIntlNode</a:t>
            </a:r>
            <a:r>
              <a:rPr lang="en-US" altLang="en-US" sz="2300" b="1" dirty="0">
                <a:latin typeface="Courier New" panose="02070309020205020404" pitchFamily="49" charset="0"/>
              </a:rPr>
              <a:t>)rt).</a:t>
            </a:r>
            <a:r>
              <a:rPr lang="en-US" altLang="en-US" sz="2300" b="1" dirty="0" err="1">
                <a:latin typeface="Courier New" panose="02070309020205020404" pitchFamily="49" charset="0"/>
              </a:rPr>
              <a:t>rightchild</a:t>
            </a:r>
            <a:r>
              <a:rPr lang="en-US" altLang="en-US" sz="2300" b="1" dirty="0">
                <a:latin typeface="Courier New" panose="02070309020205020404" pitchFamily="49" charset="0"/>
              </a:rPr>
              <a:t>());</a:t>
            </a:r>
          </a:p>
          <a:p>
            <a:pPr>
              <a:lnSpc>
                <a:spcPct val="50000"/>
              </a:lnSpc>
              <a:buFontTx/>
              <a:buNone/>
            </a:pPr>
            <a:r>
              <a:rPr lang="en-US" altLang="en-US" sz="2300" b="1" dirty="0">
                <a:latin typeface="Courier New" panose="02070309020205020404" pitchFamily="49" charset="0"/>
              </a:rPr>
              <a:t>  }</a:t>
            </a:r>
          </a:p>
          <a:p>
            <a:pPr>
              <a:lnSpc>
                <a:spcPct val="50000"/>
              </a:lnSpc>
              <a:buFontTx/>
              <a:buNone/>
            </a:pPr>
            <a:r>
              <a:rPr lang="en-US" altLang="en-US" sz="2300" b="1" dirty="0">
                <a:latin typeface="Courier New" panose="02070309020205020404" pitchFamily="49" charset="0"/>
              </a:rPr>
              <a:t>}</a:t>
            </a:r>
          </a:p>
          <a:p>
            <a:pPr>
              <a:lnSpc>
                <a:spcPct val="50000"/>
              </a:lnSpc>
              <a:buFontTx/>
              <a:buNone/>
            </a:pPr>
            <a:endParaRPr lang="en-US" altLang="en-US" sz="2300" b="1" dirty="0">
              <a:latin typeface="Courier New" panose="02070309020205020404" pitchFamily="49"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6434" name="Title 1"/>
          <p:cNvSpPr>
            <a:spLocks noGrp="1"/>
          </p:cNvSpPr>
          <p:nvPr>
            <p:ph type="title"/>
          </p:nvPr>
        </p:nvSpPr>
        <p:spPr/>
        <p:txBody>
          <a:bodyPr/>
          <a:lstStyle/>
          <a:p>
            <a:r>
              <a:rPr lang="en-US" altLang="en-US">
                <a:latin typeface="Helvetica" panose="020B0604020202020204" pitchFamily="34" charset="0"/>
                <a:cs typeface="Helvetica" panose="020B0604020202020204" pitchFamily="34" charset="0"/>
              </a:rPr>
              <a:t>Design Patterns</a:t>
            </a:r>
          </a:p>
        </p:txBody>
      </p:sp>
      <p:sp>
        <p:nvSpPr>
          <p:cNvPr id="146435" name="Content Placeholder 2"/>
          <p:cNvSpPr>
            <a:spLocks noGrp="1"/>
          </p:cNvSpPr>
          <p:nvPr>
            <p:ph idx="1"/>
          </p:nvPr>
        </p:nvSpPr>
        <p:spPr/>
        <p:txBody>
          <a:bodyPr/>
          <a:lstStyle/>
          <a:p>
            <a:r>
              <a:rPr lang="en-US" altLang="en-US" dirty="0">
                <a:latin typeface="Helvetica" panose="020B0604020202020204" pitchFamily="34" charset="0"/>
                <a:cs typeface="Helvetica" panose="020B0604020202020204" pitchFamily="34" charset="0"/>
              </a:rPr>
              <a:t>Design patterns capture reusable pieces of design wisdom.</a:t>
            </a:r>
          </a:p>
          <a:p>
            <a:r>
              <a:rPr lang="en-US" altLang="en-US" dirty="0">
                <a:latin typeface="Helvetica" panose="020B0604020202020204" pitchFamily="34" charset="0"/>
                <a:cs typeface="Helvetica" panose="020B0604020202020204" pitchFamily="34" charset="0"/>
              </a:rPr>
              <a:t>Goals:</a:t>
            </a:r>
          </a:p>
          <a:p>
            <a:pPr lvl="1"/>
            <a:r>
              <a:rPr lang="en-US" altLang="en-US" dirty="0">
                <a:latin typeface="Helvetica" panose="020B0604020202020204" pitchFamily="34" charset="0"/>
                <a:cs typeface="Helvetica" panose="020B0604020202020204" pitchFamily="34" charset="0"/>
              </a:rPr>
              <a:t>Quickly communicate design wisdom to new designers</a:t>
            </a:r>
          </a:p>
          <a:p>
            <a:pPr lvl="1"/>
            <a:r>
              <a:rPr lang="en-US" altLang="en-US" dirty="0">
                <a:latin typeface="Helvetica" panose="020B0604020202020204" pitchFamily="34" charset="0"/>
                <a:cs typeface="Helvetica" panose="020B0604020202020204" pitchFamily="34" charset="0"/>
              </a:rPr>
              <a:t>Give a shared vocabulary to designers</a:t>
            </a:r>
          </a:p>
        </p:txBody>
      </p:sp>
      <p:sp>
        <p:nvSpPr>
          <p:cNvPr id="146436"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8B1EF890-2320-41B4-A06F-3AB059B6CCF4}" type="slidenum">
              <a:rPr lang="en-US" altLang="en-US" sz="1400"/>
              <a:pPr eaLnBrk="1" hangingPunct="1"/>
              <a:t>22</a:t>
            </a:fld>
            <a:endParaRPr lang="en-US" altLang="en-US" sz="14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9ACA3300-465A-4219-9AD3-AA7C17496A2E}" type="slidenum">
              <a:rPr lang="en-US" altLang="en-US" sz="1400"/>
              <a:pPr eaLnBrk="1" hangingPunct="1"/>
              <a:t>23</a:t>
            </a:fld>
            <a:endParaRPr lang="en-US" altLang="en-US" sz="1400"/>
          </a:p>
        </p:txBody>
      </p:sp>
      <p:sp>
        <p:nvSpPr>
          <p:cNvPr id="147459" name="Rectangle 2"/>
          <p:cNvSpPr>
            <a:spLocks noGrp="1" noChangeArrowheads="1"/>
          </p:cNvSpPr>
          <p:nvPr>
            <p:ph type="title"/>
          </p:nvPr>
        </p:nvSpPr>
        <p:spPr>
          <a:xfrm>
            <a:off x="455613" y="365125"/>
            <a:ext cx="8226425" cy="914400"/>
          </a:xfrm>
        </p:spPr>
        <p:txBody>
          <a:bodyPr/>
          <a:lstStyle/>
          <a:p>
            <a:r>
              <a:rPr lang="en-US" altLang="en-US">
                <a:latin typeface="Helvetica" panose="020B0604020202020204" pitchFamily="34" charset="0"/>
              </a:rPr>
              <a:t>Composite Design Pattern (1)</a:t>
            </a:r>
          </a:p>
        </p:txBody>
      </p:sp>
      <p:sp>
        <p:nvSpPr>
          <p:cNvPr id="147460" name="Rectangle 3"/>
          <p:cNvSpPr>
            <a:spLocks noGrp="1" noChangeArrowheads="1"/>
          </p:cNvSpPr>
          <p:nvPr>
            <p:ph type="body" idx="1"/>
          </p:nvPr>
        </p:nvSpPr>
        <p:spPr>
          <a:xfrm>
            <a:off x="152400" y="1600200"/>
            <a:ext cx="8991600" cy="4572000"/>
          </a:xfrm>
        </p:spPr>
        <p:txBody>
          <a:bodyPr/>
          <a:lstStyle/>
          <a:p>
            <a:pPr>
              <a:lnSpc>
                <a:spcPct val="50000"/>
              </a:lnSpc>
              <a:buFontTx/>
              <a:buNone/>
            </a:pPr>
            <a:endParaRPr lang="en-US" altLang="en-US" sz="2400">
              <a:latin typeface="Courier New" panose="02070309020205020404" pitchFamily="49" charset="0"/>
            </a:endParaRPr>
          </a:p>
          <a:p>
            <a:pPr>
              <a:lnSpc>
                <a:spcPct val="50000"/>
              </a:lnSpc>
              <a:buFontTx/>
              <a:buNone/>
            </a:pPr>
            <a:r>
              <a:rPr lang="en-US" altLang="en-US" sz="2400" b="1">
                <a:latin typeface="Courier New" panose="02070309020205020404" pitchFamily="49" charset="0"/>
              </a:rPr>
              <a:t>/* Base class: Composite */</a:t>
            </a:r>
          </a:p>
          <a:p>
            <a:pPr>
              <a:lnSpc>
                <a:spcPct val="50000"/>
              </a:lnSpc>
              <a:buFontTx/>
              <a:buNone/>
            </a:pPr>
            <a:r>
              <a:rPr lang="en-US" altLang="en-US" sz="2400" b="1">
                <a:latin typeface="Courier New" panose="02070309020205020404" pitchFamily="49" charset="0"/>
              </a:rPr>
              <a:t>public interface VarBinNode {</a:t>
            </a:r>
          </a:p>
          <a:p>
            <a:pPr>
              <a:lnSpc>
                <a:spcPct val="50000"/>
              </a:lnSpc>
              <a:buFontTx/>
              <a:buNone/>
            </a:pPr>
            <a:r>
              <a:rPr lang="en-US" altLang="en-US" sz="2400" b="1">
                <a:latin typeface="Courier New" panose="02070309020205020404" pitchFamily="49" charset="0"/>
              </a:rPr>
              <a:t>  public boolean isLeaf();</a:t>
            </a:r>
          </a:p>
          <a:p>
            <a:pPr>
              <a:lnSpc>
                <a:spcPct val="50000"/>
              </a:lnSpc>
              <a:buFontTx/>
              <a:buNone/>
            </a:pPr>
            <a:r>
              <a:rPr lang="en-US" altLang="en-US" sz="2400" b="1">
                <a:latin typeface="Courier New" panose="02070309020205020404" pitchFamily="49" charset="0"/>
              </a:rPr>
              <a:t>  public void traverse();</a:t>
            </a:r>
          </a:p>
          <a:p>
            <a:pPr>
              <a:lnSpc>
                <a:spcPct val="50000"/>
              </a:lnSpc>
              <a:buFontTx/>
              <a:buNone/>
            </a:pPr>
            <a:r>
              <a:rPr lang="en-US" altLang="en-US" sz="2400" b="1">
                <a:latin typeface="Courier New" panose="02070309020205020404" pitchFamily="49" charset="0"/>
              </a:rPr>
              <a:t>}</a:t>
            </a:r>
          </a:p>
          <a:p>
            <a:pPr>
              <a:lnSpc>
                <a:spcPct val="50000"/>
              </a:lnSpc>
              <a:buFontTx/>
              <a:buNone/>
            </a:pPr>
            <a:endParaRPr lang="en-US" altLang="en-US" sz="2400" b="1">
              <a:latin typeface="Courier New" panose="02070309020205020404" pitchFamily="49" charset="0"/>
            </a:endParaRPr>
          </a:p>
          <a:p>
            <a:pPr>
              <a:lnSpc>
                <a:spcPct val="50000"/>
              </a:lnSpc>
              <a:buFontTx/>
              <a:buNone/>
            </a:pPr>
            <a:r>
              <a:rPr lang="en-US" altLang="en-US" sz="2400" b="1">
                <a:latin typeface="Courier New" panose="02070309020205020404" pitchFamily="49" charset="0"/>
              </a:rPr>
              <a:t>/* Leaf node: Composite */</a:t>
            </a:r>
          </a:p>
          <a:p>
            <a:pPr>
              <a:lnSpc>
                <a:spcPct val="50000"/>
              </a:lnSpc>
              <a:buFontTx/>
              <a:buNone/>
            </a:pPr>
            <a:r>
              <a:rPr lang="en-US" altLang="en-US" sz="2400" b="1">
                <a:latin typeface="Courier New" panose="02070309020205020404" pitchFamily="49" charset="0"/>
              </a:rPr>
              <a:t>class VarLeafNode implements VarBinNode {</a:t>
            </a:r>
          </a:p>
          <a:p>
            <a:pPr>
              <a:lnSpc>
                <a:spcPct val="50000"/>
              </a:lnSpc>
              <a:buFontTx/>
              <a:buNone/>
            </a:pPr>
            <a:r>
              <a:rPr lang="en-US" altLang="en-US" sz="2400" b="1">
                <a:latin typeface="Courier New" panose="02070309020205020404" pitchFamily="49" charset="0"/>
              </a:rPr>
              <a:t>  private String operand;</a:t>
            </a:r>
          </a:p>
          <a:p>
            <a:pPr>
              <a:lnSpc>
                <a:spcPct val="50000"/>
              </a:lnSpc>
              <a:buFontTx/>
              <a:buNone/>
            </a:pPr>
            <a:endParaRPr lang="en-US" altLang="en-US" sz="2400" b="1">
              <a:latin typeface="Courier New" panose="02070309020205020404" pitchFamily="49" charset="0"/>
            </a:endParaRPr>
          </a:p>
          <a:p>
            <a:pPr>
              <a:lnSpc>
                <a:spcPct val="50000"/>
              </a:lnSpc>
              <a:buFontTx/>
              <a:buNone/>
            </a:pPr>
            <a:r>
              <a:rPr lang="en-US" altLang="en-US" sz="2400" b="1">
                <a:latin typeface="Courier New" panose="02070309020205020404" pitchFamily="49" charset="0"/>
              </a:rPr>
              <a:t>  public VarLeafNode(String val)</a:t>
            </a:r>
          </a:p>
          <a:p>
            <a:pPr>
              <a:lnSpc>
                <a:spcPct val="50000"/>
              </a:lnSpc>
              <a:buFontTx/>
              <a:buNone/>
            </a:pPr>
            <a:r>
              <a:rPr lang="en-US" altLang="en-US" sz="2400" b="1">
                <a:latin typeface="Courier New" panose="02070309020205020404" pitchFamily="49" charset="0"/>
              </a:rPr>
              <a:t>    { operand = val; }</a:t>
            </a:r>
          </a:p>
          <a:p>
            <a:pPr>
              <a:lnSpc>
                <a:spcPct val="50000"/>
              </a:lnSpc>
              <a:buFontTx/>
              <a:buNone/>
            </a:pPr>
            <a:r>
              <a:rPr lang="en-US" altLang="en-US" sz="2400" b="1">
                <a:latin typeface="Courier New" panose="02070309020205020404" pitchFamily="49" charset="0"/>
              </a:rPr>
              <a:t>  public boolean isLeaf() { return true; }</a:t>
            </a:r>
          </a:p>
          <a:p>
            <a:pPr>
              <a:lnSpc>
                <a:spcPct val="50000"/>
              </a:lnSpc>
              <a:buFontTx/>
              <a:buNone/>
            </a:pPr>
            <a:r>
              <a:rPr lang="en-US" altLang="en-US" sz="2400" b="1">
                <a:latin typeface="Courier New" panose="02070309020205020404" pitchFamily="49" charset="0"/>
              </a:rPr>
              <a:t>  public String value() { return operand; }</a:t>
            </a:r>
          </a:p>
          <a:p>
            <a:pPr>
              <a:lnSpc>
                <a:spcPct val="50000"/>
              </a:lnSpc>
              <a:buFontTx/>
              <a:buNone/>
            </a:pPr>
            <a:endParaRPr lang="en-US" altLang="en-US" sz="2400" b="1">
              <a:latin typeface="Courier New" panose="02070309020205020404" pitchFamily="49" charset="0"/>
            </a:endParaRPr>
          </a:p>
          <a:p>
            <a:pPr>
              <a:lnSpc>
                <a:spcPct val="50000"/>
              </a:lnSpc>
              <a:buFontTx/>
              <a:buNone/>
            </a:pPr>
            <a:r>
              <a:rPr lang="en-US" altLang="en-US" sz="2400" b="1">
                <a:latin typeface="Courier New" panose="02070309020205020404" pitchFamily="49" charset="0"/>
              </a:rPr>
              <a:t>  public void traverse()</a:t>
            </a:r>
          </a:p>
          <a:p>
            <a:pPr>
              <a:lnSpc>
                <a:spcPct val="50000"/>
              </a:lnSpc>
              <a:buFontTx/>
              <a:buNone/>
            </a:pPr>
            <a:r>
              <a:rPr lang="en-US" altLang="en-US" sz="2400" b="1">
                <a:latin typeface="Courier New" panose="02070309020205020404" pitchFamily="49" charset="0"/>
              </a:rPr>
              <a:t>    { Visit.VisitLeafNode(operand); }</a:t>
            </a:r>
          </a:p>
          <a:p>
            <a:pPr>
              <a:lnSpc>
                <a:spcPct val="50000"/>
              </a:lnSpc>
              <a:buFontTx/>
              <a:buNone/>
            </a:pPr>
            <a:r>
              <a:rPr lang="en-US" altLang="en-US" sz="2400" b="1">
                <a:latin typeface="Courier New" panose="02070309020205020404" pitchFamily="49" charset="0"/>
              </a:rPr>
              <a: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1DA9979B-CFB1-46F9-BA5F-51E06EE9226B}" type="slidenum">
              <a:rPr lang="en-US" altLang="en-US" sz="1400"/>
              <a:pPr eaLnBrk="1" hangingPunct="1"/>
              <a:t>24</a:t>
            </a:fld>
            <a:endParaRPr lang="en-US" altLang="en-US" sz="1400"/>
          </a:p>
        </p:txBody>
      </p:sp>
      <p:sp>
        <p:nvSpPr>
          <p:cNvPr id="148483" name="Rectangle 2"/>
          <p:cNvSpPr>
            <a:spLocks noGrp="1" noChangeArrowheads="1"/>
          </p:cNvSpPr>
          <p:nvPr>
            <p:ph type="title"/>
          </p:nvPr>
        </p:nvSpPr>
        <p:spPr>
          <a:xfrm>
            <a:off x="455613" y="365125"/>
            <a:ext cx="8226425" cy="914400"/>
          </a:xfrm>
        </p:spPr>
        <p:txBody>
          <a:bodyPr/>
          <a:lstStyle/>
          <a:p>
            <a:r>
              <a:rPr lang="en-US" altLang="en-US">
                <a:latin typeface="Helvetica" panose="020B0604020202020204" pitchFamily="34" charset="0"/>
              </a:rPr>
              <a:t>Composite (2)</a:t>
            </a:r>
          </a:p>
        </p:txBody>
      </p:sp>
      <p:sp>
        <p:nvSpPr>
          <p:cNvPr id="148484" name="Rectangle 3"/>
          <p:cNvSpPr>
            <a:spLocks noGrp="1" noChangeArrowheads="1"/>
          </p:cNvSpPr>
          <p:nvPr>
            <p:ph type="body" idx="1"/>
          </p:nvPr>
        </p:nvSpPr>
        <p:spPr>
          <a:xfrm>
            <a:off x="152400" y="1143000"/>
            <a:ext cx="8991600" cy="4572000"/>
          </a:xfrm>
        </p:spPr>
        <p:txBody>
          <a:bodyPr/>
          <a:lstStyle/>
          <a:p>
            <a:pPr>
              <a:lnSpc>
                <a:spcPct val="50000"/>
              </a:lnSpc>
              <a:buFontTx/>
              <a:buNone/>
            </a:pPr>
            <a:endParaRPr lang="en-US" altLang="en-US" sz="2400">
              <a:latin typeface="Courier New" panose="02070309020205020404" pitchFamily="49" charset="0"/>
            </a:endParaRPr>
          </a:p>
          <a:p>
            <a:pPr>
              <a:lnSpc>
                <a:spcPct val="50000"/>
              </a:lnSpc>
              <a:buFontTx/>
              <a:buNone/>
            </a:pPr>
            <a:r>
              <a:rPr lang="en-US" altLang="en-US" sz="2400" b="1">
                <a:latin typeface="Courier New" panose="02070309020205020404" pitchFamily="49" charset="0"/>
              </a:rPr>
              <a:t>/** Internal node: Composite */</a:t>
            </a:r>
          </a:p>
          <a:p>
            <a:pPr>
              <a:lnSpc>
                <a:spcPct val="50000"/>
              </a:lnSpc>
              <a:buFontTx/>
              <a:buNone/>
            </a:pPr>
            <a:r>
              <a:rPr lang="en-US" altLang="en-US" sz="2400" b="1">
                <a:latin typeface="Courier New" panose="02070309020205020404" pitchFamily="49" charset="0"/>
              </a:rPr>
              <a:t>class VarIntlNode implements VarBinNode {</a:t>
            </a:r>
          </a:p>
          <a:p>
            <a:pPr>
              <a:lnSpc>
                <a:spcPct val="50000"/>
              </a:lnSpc>
              <a:buFontTx/>
              <a:buNone/>
            </a:pPr>
            <a:r>
              <a:rPr lang="en-US" altLang="en-US" sz="2400" b="1">
                <a:latin typeface="Courier New" panose="02070309020205020404" pitchFamily="49" charset="0"/>
              </a:rPr>
              <a:t>  private VarBinNode left;</a:t>
            </a:r>
          </a:p>
          <a:p>
            <a:pPr>
              <a:lnSpc>
                <a:spcPct val="50000"/>
              </a:lnSpc>
              <a:buFontTx/>
              <a:buNone/>
            </a:pPr>
            <a:r>
              <a:rPr lang="en-US" altLang="en-US" sz="2400" b="1">
                <a:latin typeface="Courier New" panose="02070309020205020404" pitchFamily="49" charset="0"/>
              </a:rPr>
              <a:t>  private VarBinNode right;</a:t>
            </a:r>
          </a:p>
          <a:p>
            <a:pPr>
              <a:lnSpc>
                <a:spcPct val="50000"/>
              </a:lnSpc>
              <a:buFontTx/>
              <a:buNone/>
            </a:pPr>
            <a:r>
              <a:rPr lang="en-US" altLang="en-US" sz="2400" b="1">
                <a:latin typeface="Courier New" panose="02070309020205020404" pitchFamily="49" charset="0"/>
              </a:rPr>
              <a:t>  private Character operator;</a:t>
            </a:r>
          </a:p>
          <a:p>
            <a:pPr>
              <a:lnSpc>
                <a:spcPct val="50000"/>
              </a:lnSpc>
              <a:buFontTx/>
              <a:buNone/>
            </a:pPr>
            <a:endParaRPr lang="en-US" altLang="en-US" sz="2400" b="1">
              <a:latin typeface="Courier New" panose="02070309020205020404" pitchFamily="49" charset="0"/>
            </a:endParaRPr>
          </a:p>
          <a:p>
            <a:pPr>
              <a:lnSpc>
                <a:spcPct val="50000"/>
              </a:lnSpc>
              <a:buFontTx/>
              <a:buNone/>
            </a:pPr>
            <a:r>
              <a:rPr lang="en-US" altLang="en-US" sz="2400" b="1">
                <a:latin typeface="Courier New" panose="02070309020205020404" pitchFamily="49" charset="0"/>
              </a:rPr>
              <a:t>  public VarIntlNode(Character op,</a:t>
            </a:r>
          </a:p>
          <a:p>
            <a:pPr>
              <a:lnSpc>
                <a:spcPct val="50000"/>
              </a:lnSpc>
              <a:buFontTx/>
              <a:buNone/>
            </a:pPr>
            <a:r>
              <a:rPr lang="en-US" altLang="en-US" sz="2400" b="1">
                <a:latin typeface="Courier New" panose="02070309020205020404" pitchFamily="49" charset="0"/>
              </a:rPr>
              <a:t>                     VarBinNode l, VarBinNode r)</a:t>
            </a:r>
          </a:p>
          <a:p>
            <a:pPr>
              <a:lnSpc>
                <a:spcPct val="50000"/>
              </a:lnSpc>
              <a:buFontTx/>
              <a:buNone/>
            </a:pPr>
            <a:r>
              <a:rPr lang="en-US" altLang="en-US" sz="2400" b="1">
                <a:latin typeface="Courier New" panose="02070309020205020404" pitchFamily="49" charset="0"/>
              </a:rPr>
              <a:t>    { operator = op; left = l; right = r; }</a:t>
            </a:r>
          </a:p>
          <a:p>
            <a:pPr>
              <a:lnSpc>
                <a:spcPct val="50000"/>
              </a:lnSpc>
              <a:buFontTx/>
              <a:buNone/>
            </a:pPr>
            <a:r>
              <a:rPr lang="en-US" altLang="en-US" sz="2400" b="1">
                <a:latin typeface="Courier New" panose="02070309020205020404" pitchFamily="49" charset="0"/>
              </a:rPr>
              <a:t>  public boolean isLeaf() { return false; }</a:t>
            </a:r>
          </a:p>
          <a:p>
            <a:pPr>
              <a:lnSpc>
                <a:spcPct val="50000"/>
              </a:lnSpc>
              <a:buFontTx/>
              <a:buNone/>
            </a:pPr>
            <a:r>
              <a:rPr lang="en-US" altLang="en-US" sz="2400" b="1">
                <a:latin typeface="Courier New" panose="02070309020205020404" pitchFamily="49" charset="0"/>
              </a:rPr>
              <a:t>  public VarBinNode leftchild() { return left; }</a:t>
            </a:r>
          </a:p>
          <a:p>
            <a:pPr>
              <a:lnSpc>
                <a:spcPct val="50000"/>
              </a:lnSpc>
              <a:buFontTx/>
              <a:buNone/>
            </a:pPr>
            <a:r>
              <a:rPr lang="en-US" altLang="en-US" sz="2400" b="1">
                <a:latin typeface="Courier New" panose="02070309020205020404" pitchFamily="49" charset="0"/>
              </a:rPr>
              <a:t>  public VarBinNode rightchild()</a:t>
            </a:r>
          </a:p>
          <a:p>
            <a:pPr>
              <a:lnSpc>
                <a:spcPct val="50000"/>
              </a:lnSpc>
              <a:buFontTx/>
              <a:buNone/>
            </a:pPr>
            <a:r>
              <a:rPr lang="en-US" altLang="en-US" sz="2400" b="1">
                <a:latin typeface="Courier New" panose="02070309020205020404" pitchFamily="49" charset="0"/>
              </a:rPr>
              <a:t>    { return right; }</a:t>
            </a:r>
          </a:p>
          <a:p>
            <a:pPr>
              <a:lnSpc>
                <a:spcPct val="50000"/>
              </a:lnSpc>
              <a:buFontTx/>
              <a:buNone/>
            </a:pPr>
            <a:r>
              <a:rPr lang="en-US" altLang="en-US" sz="2400" b="1">
                <a:latin typeface="Courier New" panose="02070309020205020404" pitchFamily="49" charset="0"/>
              </a:rPr>
              <a:t>  public Character value() { return operator; }</a:t>
            </a:r>
          </a:p>
          <a:p>
            <a:pPr>
              <a:lnSpc>
                <a:spcPct val="50000"/>
              </a:lnSpc>
              <a:buFontTx/>
              <a:buNone/>
            </a:pPr>
            <a:endParaRPr lang="en-US" altLang="en-US" sz="2400" b="1">
              <a:latin typeface="Courier New" panose="02070309020205020404" pitchFamily="49" charset="0"/>
            </a:endParaRPr>
          </a:p>
          <a:p>
            <a:pPr>
              <a:lnSpc>
                <a:spcPct val="50000"/>
              </a:lnSpc>
              <a:buFontTx/>
              <a:buNone/>
            </a:pPr>
            <a:r>
              <a:rPr lang="en-US" altLang="en-US" sz="2400" b="1">
                <a:latin typeface="Courier New" panose="02070309020205020404" pitchFamily="49" charset="0"/>
              </a:rPr>
              <a:t>  public void traverse() {</a:t>
            </a:r>
          </a:p>
          <a:p>
            <a:pPr>
              <a:lnSpc>
                <a:spcPct val="50000"/>
              </a:lnSpc>
              <a:buFontTx/>
              <a:buNone/>
            </a:pPr>
            <a:r>
              <a:rPr lang="en-US" altLang="en-US" sz="2400" b="1">
                <a:latin typeface="Courier New" panose="02070309020205020404" pitchFamily="49" charset="0"/>
              </a:rPr>
              <a:t>    Visit.VisitInternalNode(operator);</a:t>
            </a:r>
          </a:p>
          <a:p>
            <a:pPr>
              <a:lnSpc>
                <a:spcPct val="50000"/>
              </a:lnSpc>
              <a:buFontTx/>
              <a:buNone/>
            </a:pPr>
            <a:r>
              <a:rPr lang="en-US" altLang="en-US" sz="2400" b="1">
                <a:latin typeface="Courier New" panose="02070309020205020404" pitchFamily="49" charset="0"/>
              </a:rPr>
              <a:t>    if (left != null) left.traverse();</a:t>
            </a:r>
          </a:p>
          <a:p>
            <a:pPr>
              <a:lnSpc>
                <a:spcPct val="50000"/>
              </a:lnSpc>
              <a:buFontTx/>
              <a:buNone/>
            </a:pPr>
            <a:r>
              <a:rPr lang="en-US" altLang="en-US" sz="2400" b="1">
                <a:latin typeface="Courier New" panose="02070309020205020404" pitchFamily="49" charset="0"/>
              </a:rPr>
              <a:t>    if (right != null) right.traverse();</a:t>
            </a:r>
          </a:p>
          <a:p>
            <a:pPr>
              <a:lnSpc>
                <a:spcPct val="50000"/>
              </a:lnSpc>
              <a:buFontTx/>
              <a:buNone/>
            </a:pPr>
            <a:r>
              <a:rPr lang="en-US" altLang="en-US" sz="2400" b="1">
                <a:latin typeface="Courier New" panose="02070309020205020404" pitchFamily="49" charset="0"/>
              </a:rPr>
              <a:t>  }</a:t>
            </a:r>
          </a:p>
          <a:p>
            <a:pPr>
              <a:lnSpc>
                <a:spcPct val="50000"/>
              </a:lnSpc>
              <a:buFontTx/>
              <a:buNone/>
            </a:pPr>
            <a:r>
              <a:rPr lang="en-US" altLang="en-US" sz="2400" b="1">
                <a:latin typeface="Courier New" panose="02070309020205020404" pitchFamily="49" charset="0"/>
              </a:rPr>
              <a: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418FCA34-0B0C-4BB3-B028-209D2C02EFF8}" type="slidenum">
              <a:rPr lang="en-US" altLang="en-US" sz="1400"/>
              <a:pPr eaLnBrk="1" hangingPunct="1"/>
              <a:t>25</a:t>
            </a:fld>
            <a:endParaRPr lang="en-US" altLang="en-US" sz="1400"/>
          </a:p>
        </p:txBody>
      </p:sp>
      <p:sp>
        <p:nvSpPr>
          <p:cNvPr id="149507" name="Rectangle 2"/>
          <p:cNvSpPr>
            <a:spLocks noGrp="1" noChangeArrowheads="1"/>
          </p:cNvSpPr>
          <p:nvPr>
            <p:ph type="title"/>
          </p:nvPr>
        </p:nvSpPr>
        <p:spPr>
          <a:xfrm>
            <a:off x="455613" y="365125"/>
            <a:ext cx="8226425" cy="914400"/>
          </a:xfrm>
        </p:spPr>
        <p:txBody>
          <a:bodyPr/>
          <a:lstStyle/>
          <a:p>
            <a:r>
              <a:rPr lang="en-US" altLang="en-US">
                <a:latin typeface="Helvetica" panose="020B0604020202020204" pitchFamily="34" charset="0"/>
              </a:rPr>
              <a:t>Composite (3)</a:t>
            </a:r>
          </a:p>
        </p:txBody>
      </p:sp>
      <p:sp>
        <p:nvSpPr>
          <p:cNvPr id="149508" name="Rectangle 3"/>
          <p:cNvSpPr>
            <a:spLocks noGrp="1" noChangeArrowheads="1"/>
          </p:cNvSpPr>
          <p:nvPr>
            <p:ph type="body" idx="1"/>
          </p:nvPr>
        </p:nvSpPr>
        <p:spPr>
          <a:xfrm>
            <a:off x="304800" y="1371600"/>
            <a:ext cx="8839200" cy="4572000"/>
          </a:xfrm>
        </p:spPr>
        <p:txBody>
          <a:bodyPr/>
          <a:lstStyle/>
          <a:p>
            <a:pPr>
              <a:lnSpc>
                <a:spcPct val="50000"/>
              </a:lnSpc>
              <a:buFontTx/>
              <a:buNone/>
            </a:pPr>
            <a:endParaRPr lang="en-US" altLang="en-US" sz="2400">
              <a:latin typeface="Courier New" panose="02070309020205020404" pitchFamily="49" charset="0"/>
            </a:endParaRPr>
          </a:p>
          <a:p>
            <a:pPr>
              <a:lnSpc>
                <a:spcPct val="50000"/>
              </a:lnSpc>
              <a:buFontTx/>
              <a:buNone/>
            </a:pPr>
            <a:r>
              <a:rPr lang="en-US" altLang="en-US" sz="2400" b="1">
                <a:latin typeface="Courier New" panose="02070309020205020404" pitchFamily="49" charset="0"/>
              </a:rPr>
              <a:t>/** Preorder traversal */</a:t>
            </a:r>
          </a:p>
          <a:p>
            <a:pPr>
              <a:lnSpc>
                <a:spcPct val="50000"/>
              </a:lnSpc>
              <a:buFontTx/>
              <a:buNone/>
            </a:pPr>
            <a:r>
              <a:rPr lang="en-US" altLang="en-US" sz="2400" b="1">
                <a:latin typeface="Courier New" panose="02070309020205020404" pitchFamily="49" charset="0"/>
              </a:rPr>
              <a:t>public static void traverse(VarBinNode rt) {</a:t>
            </a:r>
          </a:p>
          <a:p>
            <a:pPr>
              <a:lnSpc>
                <a:spcPct val="50000"/>
              </a:lnSpc>
              <a:buFontTx/>
              <a:buNone/>
            </a:pPr>
            <a:r>
              <a:rPr lang="en-US" altLang="en-US" sz="2400" b="1">
                <a:latin typeface="Courier New" panose="02070309020205020404" pitchFamily="49" charset="0"/>
              </a:rPr>
              <a:t>  if (rt != null) rt.traverse();</a:t>
            </a:r>
          </a:p>
          <a:p>
            <a:pPr>
              <a:lnSpc>
                <a:spcPct val="50000"/>
              </a:lnSpc>
              <a:buFontTx/>
              <a:buNone/>
            </a:pPr>
            <a:r>
              <a:rPr lang="en-US" altLang="en-US" sz="2400" b="1">
                <a:latin typeface="Courier New" panose="02070309020205020404" pitchFamily="49" charset="0"/>
              </a:rPr>
              <a:t>}</a:t>
            </a:r>
          </a:p>
          <a:p>
            <a:pPr>
              <a:lnSpc>
                <a:spcPct val="50000"/>
              </a:lnSpc>
              <a:buFontTx/>
              <a:buNone/>
            </a:pPr>
            <a:endParaRPr lang="en-US" altLang="en-US" sz="2400">
              <a:latin typeface="Courier New" panose="02070309020205020404" pitchFamily="49"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7B51BD75-8B27-4D28-AE07-EE71D4EDC2C3}" type="slidenum">
              <a:rPr lang="en-US" altLang="en-US" sz="1400"/>
              <a:pPr eaLnBrk="1" hangingPunct="1"/>
              <a:t>26</a:t>
            </a:fld>
            <a:endParaRPr lang="en-US" altLang="en-US" sz="1400"/>
          </a:p>
        </p:txBody>
      </p:sp>
      <p:sp>
        <p:nvSpPr>
          <p:cNvPr id="150531" name="Rectangle 2"/>
          <p:cNvSpPr>
            <a:spLocks noGrp="1" noChangeArrowheads="1"/>
          </p:cNvSpPr>
          <p:nvPr>
            <p:ph type="title"/>
          </p:nvPr>
        </p:nvSpPr>
        <p:spPr>
          <a:xfrm>
            <a:off x="455613" y="365125"/>
            <a:ext cx="8226425" cy="914400"/>
          </a:xfrm>
        </p:spPr>
        <p:txBody>
          <a:bodyPr/>
          <a:lstStyle/>
          <a:p>
            <a:r>
              <a:rPr lang="en-US" altLang="en-US">
                <a:latin typeface="Helvetica" panose="020B0604020202020204" pitchFamily="34" charset="0"/>
              </a:rPr>
              <a:t>Space Overhead (1)</a:t>
            </a:r>
          </a:p>
        </p:txBody>
      </p:sp>
      <p:sp>
        <p:nvSpPr>
          <p:cNvPr id="150532" name="Rectangle 3"/>
          <p:cNvSpPr>
            <a:spLocks noGrp="1" noChangeArrowheads="1"/>
          </p:cNvSpPr>
          <p:nvPr>
            <p:ph type="body" idx="1"/>
          </p:nvPr>
        </p:nvSpPr>
        <p:spPr>
          <a:xfrm>
            <a:off x="455613" y="1600200"/>
            <a:ext cx="8226425" cy="4572000"/>
          </a:xfrm>
        </p:spPr>
        <p:txBody>
          <a:bodyPr/>
          <a:lstStyle/>
          <a:p>
            <a:pPr>
              <a:lnSpc>
                <a:spcPct val="90000"/>
              </a:lnSpc>
              <a:buFontTx/>
              <a:buNone/>
            </a:pPr>
            <a:r>
              <a:rPr lang="en-US" altLang="en-US" dirty="0">
                <a:latin typeface="Helvetica" panose="020B0604020202020204" pitchFamily="34" charset="0"/>
              </a:rPr>
              <a:t>From the Full Binary Tree Theorem:</a:t>
            </a:r>
          </a:p>
          <a:p>
            <a:pPr>
              <a:lnSpc>
                <a:spcPct val="90000"/>
              </a:lnSpc>
            </a:pPr>
            <a:r>
              <a:rPr lang="en-US" altLang="en-US" dirty="0">
                <a:latin typeface="Helvetica" panose="020B0604020202020204" pitchFamily="34" charset="0"/>
              </a:rPr>
              <a:t>Half of the pointers are </a:t>
            </a:r>
            <a:r>
              <a:rPr lang="en-US" altLang="en-US" b="1" dirty="0">
                <a:latin typeface="Courier New" panose="02070309020205020404" pitchFamily="49" charset="0"/>
              </a:rPr>
              <a:t>null</a:t>
            </a:r>
            <a:r>
              <a:rPr lang="en-US" altLang="en-US" dirty="0">
                <a:latin typeface="Helvetica" panose="020B0604020202020204" pitchFamily="34" charset="0"/>
              </a:rPr>
              <a:t>.</a:t>
            </a:r>
          </a:p>
          <a:p>
            <a:pPr>
              <a:lnSpc>
                <a:spcPct val="20000"/>
              </a:lnSpc>
            </a:pPr>
            <a:endParaRPr lang="en-US" altLang="en-US" dirty="0">
              <a:latin typeface="Helvetica" panose="020B0604020202020204" pitchFamily="34" charset="0"/>
            </a:endParaRPr>
          </a:p>
          <a:p>
            <a:pPr>
              <a:lnSpc>
                <a:spcPct val="90000"/>
              </a:lnSpc>
              <a:buFontTx/>
              <a:buNone/>
            </a:pPr>
            <a:r>
              <a:rPr lang="en-US" altLang="en-US" dirty="0">
                <a:latin typeface="Helvetica" panose="020B0604020202020204" pitchFamily="34" charset="0"/>
              </a:rPr>
              <a:t>If leaves store only data, then overhead depends on whether the tree is full.</a:t>
            </a:r>
          </a:p>
          <a:p>
            <a:pPr>
              <a:lnSpc>
                <a:spcPct val="20000"/>
              </a:lnSpc>
              <a:buFontTx/>
              <a:buNone/>
            </a:pPr>
            <a:endParaRPr lang="en-US" altLang="en-US" dirty="0">
              <a:latin typeface="Helvetica" panose="020B0604020202020204" pitchFamily="34" charset="0"/>
            </a:endParaRPr>
          </a:p>
          <a:p>
            <a:pPr>
              <a:lnSpc>
                <a:spcPct val="90000"/>
              </a:lnSpc>
              <a:buFontTx/>
              <a:buNone/>
            </a:pPr>
            <a:r>
              <a:rPr lang="en-US" altLang="en-US" sz="2800" dirty="0">
                <a:latin typeface="Helvetica" panose="020B0604020202020204" pitchFamily="34" charset="0"/>
              </a:rPr>
              <a:t>Ex: Full tree, all nodes the same, with two pointers to children and </a:t>
            </a:r>
            <a:r>
              <a:rPr lang="en-US" altLang="en-US" sz="2800" dirty="0">
                <a:solidFill>
                  <a:srgbClr val="FF0000"/>
                </a:solidFill>
                <a:highlight>
                  <a:srgbClr val="FFFF00"/>
                </a:highlight>
                <a:latin typeface="Helvetica" panose="020B0604020202020204" pitchFamily="34" charset="0"/>
              </a:rPr>
              <a:t>one to element(parent)</a:t>
            </a:r>
            <a:r>
              <a:rPr lang="en-US" altLang="en-US" sz="2800" dirty="0">
                <a:latin typeface="Helvetica" panose="020B0604020202020204" pitchFamily="34" charset="0"/>
              </a:rPr>
              <a:t>:</a:t>
            </a:r>
          </a:p>
          <a:p>
            <a:pPr>
              <a:lnSpc>
                <a:spcPct val="70000"/>
              </a:lnSpc>
            </a:pPr>
            <a:r>
              <a:rPr lang="en-US" altLang="en-US" sz="2800" dirty="0">
                <a:latin typeface="Helvetica" panose="020B0604020202020204" pitchFamily="34" charset="0"/>
              </a:rPr>
              <a:t>Total space required is (3</a:t>
            </a:r>
            <a:r>
              <a:rPr lang="en-US" altLang="en-US" sz="2800" i="1" dirty="0">
                <a:latin typeface="Helvetica" panose="020B0604020202020204" pitchFamily="34" charset="0"/>
              </a:rPr>
              <a:t>p</a:t>
            </a:r>
            <a:r>
              <a:rPr lang="en-US" altLang="en-US" sz="2800" dirty="0">
                <a:latin typeface="Helvetica" panose="020B0604020202020204" pitchFamily="34" charset="0"/>
              </a:rPr>
              <a:t> + </a:t>
            </a:r>
            <a:r>
              <a:rPr lang="en-US" altLang="en-US" sz="2800" i="1" dirty="0">
                <a:latin typeface="Helvetica" panose="020B0604020202020204" pitchFamily="34" charset="0"/>
              </a:rPr>
              <a:t>d</a:t>
            </a:r>
            <a:r>
              <a:rPr lang="en-US" altLang="en-US" sz="2800" dirty="0">
                <a:latin typeface="Helvetica" panose="020B0604020202020204" pitchFamily="34" charset="0"/>
              </a:rPr>
              <a:t>)</a:t>
            </a:r>
            <a:r>
              <a:rPr lang="en-US" altLang="en-US" sz="2800" i="1" dirty="0">
                <a:latin typeface="Helvetica" panose="020B0604020202020204" pitchFamily="34" charset="0"/>
              </a:rPr>
              <a:t>n</a:t>
            </a:r>
          </a:p>
          <a:p>
            <a:pPr>
              <a:lnSpc>
                <a:spcPct val="70000"/>
              </a:lnSpc>
            </a:pPr>
            <a:r>
              <a:rPr lang="en-US" altLang="en-US" sz="2800" dirty="0">
                <a:latin typeface="Helvetica" panose="020B0604020202020204" pitchFamily="34" charset="0"/>
              </a:rPr>
              <a:t>Overhead: 3</a:t>
            </a:r>
            <a:r>
              <a:rPr lang="en-US" altLang="en-US" sz="2800" i="1" dirty="0">
                <a:latin typeface="Helvetica" panose="020B0604020202020204" pitchFamily="34" charset="0"/>
              </a:rPr>
              <a:t>pn</a:t>
            </a:r>
          </a:p>
          <a:p>
            <a:pPr>
              <a:lnSpc>
                <a:spcPct val="70000"/>
              </a:lnSpc>
            </a:pPr>
            <a:r>
              <a:rPr lang="en-US" altLang="en-US" sz="2800" dirty="0">
                <a:latin typeface="Helvetica" panose="020B0604020202020204" pitchFamily="34" charset="0"/>
              </a:rPr>
              <a:t>If </a:t>
            </a:r>
            <a:r>
              <a:rPr lang="en-US" altLang="en-US" sz="2800" i="1" dirty="0">
                <a:latin typeface="Helvetica" panose="020B0604020202020204" pitchFamily="34" charset="0"/>
              </a:rPr>
              <a:t>p</a:t>
            </a:r>
            <a:r>
              <a:rPr lang="en-US" altLang="en-US" sz="2800" dirty="0">
                <a:latin typeface="Helvetica" panose="020B0604020202020204" pitchFamily="34" charset="0"/>
              </a:rPr>
              <a:t> = </a:t>
            </a:r>
            <a:r>
              <a:rPr lang="en-US" altLang="en-US" sz="2800" i="1" dirty="0">
                <a:latin typeface="Helvetica" panose="020B0604020202020204" pitchFamily="34" charset="0"/>
              </a:rPr>
              <a:t>d</a:t>
            </a:r>
            <a:r>
              <a:rPr lang="en-US" altLang="en-US" sz="2800" dirty="0">
                <a:latin typeface="Helvetica" panose="020B0604020202020204" pitchFamily="34" charset="0"/>
              </a:rPr>
              <a:t>, this means 3</a:t>
            </a:r>
            <a:r>
              <a:rPr lang="en-US" altLang="en-US" sz="2800" i="1" dirty="0">
                <a:latin typeface="Helvetica" panose="020B0604020202020204" pitchFamily="34" charset="0"/>
              </a:rPr>
              <a:t>p</a:t>
            </a:r>
            <a:r>
              <a:rPr lang="en-US" altLang="en-US" sz="2800" dirty="0">
                <a:latin typeface="Helvetica" panose="020B0604020202020204" pitchFamily="34" charset="0"/>
              </a:rPr>
              <a:t>/(3</a:t>
            </a:r>
            <a:r>
              <a:rPr lang="en-US" altLang="en-US" sz="2800" i="1" dirty="0">
                <a:latin typeface="Helvetica" panose="020B0604020202020204" pitchFamily="34" charset="0"/>
              </a:rPr>
              <a:t>p</a:t>
            </a:r>
            <a:r>
              <a:rPr lang="en-US" altLang="en-US" sz="2800" dirty="0">
                <a:latin typeface="Helvetica" panose="020B0604020202020204" pitchFamily="34" charset="0"/>
              </a:rPr>
              <a:t> + </a:t>
            </a:r>
            <a:r>
              <a:rPr lang="en-US" altLang="en-US" sz="2800" i="1" dirty="0">
                <a:latin typeface="Helvetica" panose="020B0604020202020204" pitchFamily="34" charset="0"/>
              </a:rPr>
              <a:t>d</a:t>
            </a:r>
            <a:r>
              <a:rPr lang="en-US" altLang="en-US" sz="2800" dirty="0">
                <a:latin typeface="Helvetica" panose="020B0604020202020204" pitchFamily="34" charset="0"/>
              </a:rPr>
              <a:t>) = 3/4 overhead.</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211A5B06-507B-4311-82D0-8DFB1F5132D3}" type="slidenum">
              <a:rPr lang="en-US" altLang="en-US" sz="1400"/>
              <a:pPr eaLnBrk="1" hangingPunct="1"/>
              <a:t>27</a:t>
            </a:fld>
            <a:endParaRPr lang="en-US" altLang="en-US" sz="1400"/>
          </a:p>
        </p:txBody>
      </p:sp>
      <p:sp>
        <p:nvSpPr>
          <p:cNvPr id="151555" name="Rectangle 2"/>
          <p:cNvSpPr>
            <a:spLocks noGrp="1" noChangeArrowheads="1"/>
          </p:cNvSpPr>
          <p:nvPr>
            <p:ph type="title"/>
          </p:nvPr>
        </p:nvSpPr>
        <p:spPr>
          <a:xfrm>
            <a:off x="455613" y="365125"/>
            <a:ext cx="8226425" cy="914400"/>
          </a:xfrm>
        </p:spPr>
        <p:txBody>
          <a:bodyPr/>
          <a:lstStyle/>
          <a:p>
            <a:r>
              <a:rPr lang="en-US" altLang="en-US">
                <a:latin typeface="Helvetica" panose="020B0604020202020204" pitchFamily="34" charset="0"/>
              </a:rPr>
              <a:t>Space Overhead (2)</a:t>
            </a:r>
          </a:p>
        </p:txBody>
      </p:sp>
      <p:sp>
        <p:nvSpPr>
          <p:cNvPr id="151556" name="Rectangle 3"/>
          <p:cNvSpPr>
            <a:spLocks noGrp="1" noChangeArrowheads="1"/>
          </p:cNvSpPr>
          <p:nvPr>
            <p:ph type="body" idx="1"/>
          </p:nvPr>
        </p:nvSpPr>
        <p:spPr>
          <a:xfrm>
            <a:off x="455613" y="1600200"/>
            <a:ext cx="7316787" cy="4572000"/>
          </a:xfrm>
        </p:spPr>
        <p:txBody>
          <a:bodyPr/>
          <a:lstStyle/>
          <a:p>
            <a:pPr>
              <a:lnSpc>
                <a:spcPct val="90000"/>
              </a:lnSpc>
              <a:buFontTx/>
              <a:buNone/>
            </a:pPr>
            <a:r>
              <a:rPr lang="en-US" altLang="en-US" dirty="0">
                <a:solidFill>
                  <a:srgbClr val="FF0000"/>
                </a:solidFill>
                <a:highlight>
                  <a:srgbClr val="FFFF00"/>
                </a:highlight>
                <a:latin typeface="Helvetica" panose="020B0604020202020204" pitchFamily="34" charset="0"/>
              </a:rPr>
              <a:t>Eliminate</a:t>
            </a:r>
            <a:r>
              <a:rPr lang="en-US" altLang="en-US" dirty="0">
                <a:latin typeface="Helvetica" panose="020B0604020202020204" pitchFamily="34" charset="0"/>
              </a:rPr>
              <a:t> pointers from the leaf nodes:</a:t>
            </a:r>
          </a:p>
          <a:p>
            <a:pPr>
              <a:lnSpc>
                <a:spcPct val="0"/>
              </a:lnSpc>
              <a:buFontTx/>
              <a:buNone/>
            </a:pPr>
            <a:endParaRPr lang="en-US" altLang="en-US" dirty="0">
              <a:latin typeface="Helvetica" panose="020B0604020202020204" pitchFamily="34" charset="0"/>
            </a:endParaRPr>
          </a:p>
          <a:p>
            <a:pPr>
              <a:lnSpc>
                <a:spcPct val="80000"/>
              </a:lnSpc>
              <a:buFontTx/>
              <a:buNone/>
            </a:pPr>
            <a:r>
              <a:rPr lang="en-US" altLang="en-US" dirty="0">
                <a:latin typeface="Helvetica" panose="020B0604020202020204" pitchFamily="34" charset="0"/>
              </a:rPr>
              <a:t>         </a:t>
            </a:r>
            <a:r>
              <a:rPr lang="en-US" altLang="en-US" i="1" dirty="0">
                <a:latin typeface="Helvetica" panose="020B0604020202020204" pitchFamily="34" charset="0"/>
              </a:rPr>
              <a:t>n</a:t>
            </a:r>
            <a:r>
              <a:rPr lang="en-US" altLang="en-US" dirty="0">
                <a:latin typeface="Helvetica" panose="020B0604020202020204" pitchFamily="34" charset="0"/>
              </a:rPr>
              <a:t>/2(2</a:t>
            </a:r>
            <a:r>
              <a:rPr lang="en-US" altLang="en-US" i="1" dirty="0">
                <a:latin typeface="Helvetica" panose="020B0604020202020204" pitchFamily="34" charset="0"/>
              </a:rPr>
              <a:t>p</a:t>
            </a:r>
            <a:r>
              <a:rPr lang="en-US" altLang="en-US" dirty="0">
                <a:latin typeface="Helvetica" panose="020B0604020202020204" pitchFamily="34" charset="0"/>
              </a:rPr>
              <a:t>)             </a:t>
            </a:r>
            <a:r>
              <a:rPr lang="en-US" altLang="en-US" i="1" dirty="0">
                <a:latin typeface="Helvetica" panose="020B0604020202020204" pitchFamily="34" charset="0"/>
              </a:rPr>
              <a:t>p</a:t>
            </a:r>
          </a:p>
          <a:p>
            <a:pPr>
              <a:lnSpc>
                <a:spcPct val="80000"/>
              </a:lnSpc>
              <a:buFontTx/>
              <a:buNone/>
            </a:pPr>
            <a:r>
              <a:rPr lang="en-US" altLang="en-US" dirty="0">
                <a:latin typeface="Helvetica" panose="020B0604020202020204" pitchFamily="34" charset="0"/>
              </a:rPr>
              <a:t>      </a:t>
            </a:r>
            <a:r>
              <a:rPr lang="en-US" altLang="en-US" i="1" dirty="0">
                <a:latin typeface="Helvetica" panose="020B0604020202020204" pitchFamily="34" charset="0"/>
              </a:rPr>
              <a:t>n</a:t>
            </a:r>
            <a:r>
              <a:rPr lang="en-US" altLang="en-US" dirty="0">
                <a:latin typeface="Helvetica" panose="020B0604020202020204" pitchFamily="34" charset="0"/>
              </a:rPr>
              <a:t>/2(2</a:t>
            </a:r>
            <a:r>
              <a:rPr lang="en-US" altLang="en-US" i="1" dirty="0">
                <a:latin typeface="Helvetica" panose="020B0604020202020204" pitchFamily="34" charset="0"/>
              </a:rPr>
              <a:t>p</a:t>
            </a:r>
            <a:r>
              <a:rPr lang="en-US" altLang="en-US" dirty="0">
                <a:latin typeface="Helvetica" panose="020B0604020202020204" pitchFamily="34" charset="0"/>
              </a:rPr>
              <a:t>) + </a:t>
            </a:r>
            <a:r>
              <a:rPr lang="en-US" altLang="en-US" i="1" dirty="0" err="1">
                <a:latin typeface="Helvetica" panose="020B0604020202020204" pitchFamily="34" charset="0"/>
              </a:rPr>
              <a:t>dn</a:t>
            </a:r>
            <a:r>
              <a:rPr lang="en-US" altLang="en-US" dirty="0">
                <a:latin typeface="Helvetica" panose="020B0604020202020204" pitchFamily="34" charset="0"/>
              </a:rPr>
              <a:t>      </a:t>
            </a:r>
            <a:r>
              <a:rPr lang="en-US" altLang="en-US" i="1" dirty="0">
                <a:latin typeface="Helvetica" panose="020B0604020202020204" pitchFamily="34" charset="0"/>
              </a:rPr>
              <a:t>p</a:t>
            </a:r>
            <a:r>
              <a:rPr lang="en-US" altLang="en-US" dirty="0">
                <a:latin typeface="Helvetica" panose="020B0604020202020204" pitchFamily="34" charset="0"/>
              </a:rPr>
              <a:t> + </a:t>
            </a:r>
            <a:r>
              <a:rPr lang="en-US" altLang="en-US" i="1" dirty="0">
                <a:latin typeface="Helvetica" panose="020B0604020202020204" pitchFamily="34" charset="0"/>
              </a:rPr>
              <a:t>d</a:t>
            </a:r>
          </a:p>
          <a:p>
            <a:pPr>
              <a:lnSpc>
                <a:spcPct val="10000"/>
              </a:lnSpc>
              <a:buFontTx/>
              <a:buNone/>
            </a:pPr>
            <a:endParaRPr lang="en-US" altLang="en-US" dirty="0">
              <a:latin typeface="Helvetica" panose="020B0604020202020204" pitchFamily="34" charset="0"/>
            </a:endParaRPr>
          </a:p>
          <a:p>
            <a:pPr>
              <a:lnSpc>
                <a:spcPct val="90000"/>
              </a:lnSpc>
              <a:buFontTx/>
              <a:buNone/>
            </a:pPr>
            <a:r>
              <a:rPr lang="en-US" altLang="en-US" dirty="0">
                <a:latin typeface="Helvetica" panose="020B0604020202020204" pitchFamily="34" charset="0"/>
              </a:rPr>
              <a:t>This is 1/2 if </a:t>
            </a:r>
            <a:r>
              <a:rPr lang="en-US" altLang="en-US" i="1" dirty="0">
                <a:latin typeface="Helvetica" panose="020B0604020202020204" pitchFamily="34" charset="0"/>
              </a:rPr>
              <a:t>p</a:t>
            </a:r>
            <a:r>
              <a:rPr lang="en-US" altLang="en-US" dirty="0">
                <a:latin typeface="Helvetica" panose="020B0604020202020204" pitchFamily="34" charset="0"/>
              </a:rPr>
              <a:t> = </a:t>
            </a:r>
            <a:r>
              <a:rPr lang="en-US" altLang="en-US" i="1" dirty="0">
                <a:latin typeface="Helvetica" panose="020B0604020202020204" pitchFamily="34" charset="0"/>
              </a:rPr>
              <a:t>d</a:t>
            </a:r>
            <a:r>
              <a:rPr lang="en-US" altLang="en-US" dirty="0">
                <a:latin typeface="Helvetica" panose="020B0604020202020204" pitchFamily="34" charset="0"/>
              </a:rPr>
              <a:t>.</a:t>
            </a:r>
          </a:p>
          <a:p>
            <a:pPr>
              <a:lnSpc>
                <a:spcPct val="10000"/>
              </a:lnSpc>
              <a:buFontTx/>
              <a:buNone/>
            </a:pPr>
            <a:endParaRPr lang="en-US" altLang="en-US" dirty="0">
              <a:latin typeface="Helvetica" panose="020B0604020202020204" pitchFamily="34" charset="0"/>
            </a:endParaRPr>
          </a:p>
          <a:p>
            <a:pPr>
              <a:lnSpc>
                <a:spcPct val="90000"/>
              </a:lnSpc>
              <a:buFontTx/>
              <a:buNone/>
            </a:pPr>
            <a:r>
              <a:rPr lang="en-US" altLang="en-US" dirty="0">
                <a:latin typeface="Helvetica" panose="020B0604020202020204" pitchFamily="34" charset="0"/>
              </a:rPr>
              <a:t>(2</a:t>
            </a:r>
            <a:r>
              <a:rPr lang="en-US" altLang="en-US" i="1" dirty="0">
                <a:latin typeface="Helvetica" panose="020B0604020202020204" pitchFamily="34" charset="0"/>
              </a:rPr>
              <a:t>p)</a:t>
            </a:r>
            <a:r>
              <a:rPr lang="en-US" altLang="en-US" dirty="0">
                <a:latin typeface="Helvetica" panose="020B0604020202020204" pitchFamily="34" charset="0"/>
              </a:rPr>
              <a:t>/(2</a:t>
            </a:r>
            <a:r>
              <a:rPr lang="en-US" altLang="en-US" i="1" dirty="0">
                <a:latin typeface="Helvetica" panose="020B0604020202020204" pitchFamily="34" charset="0"/>
              </a:rPr>
              <a:t>p</a:t>
            </a:r>
            <a:r>
              <a:rPr lang="en-US" altLang="en-US" dirty="0">
                <a:latin typeface="Helvetica" panose="020B0604020202020204" pitchFamily="34" charset="0"/>
              </a:rPr>
              <a:t> + </a:t>
            </a:r>
            <a:r>
              <a:rPr lang="en-US" altLang="en-US" i="1" dirty="0">
                <a:latin typeface="Helvetica" panose="020B0604020202020204" pitchFamily="34" charset="0"/>
              </a:rPr>
              <a:t>d</a:t>
            </a:r>
            <a:r>
              <a:rPr lang="en-US" altLang="en-US" dirty="0">
                <a:solidFill>
                  <a:srgbClr val="FF0000"/>
                </a:solidFill>
                <a:latin typeface="Helvetica" panose="020B0604020202020204" pitchFamily="34" charset="0"/>
              </a:rPr>
              <a:t>) </a:t>
            </a:r>
            <a:r>
              <a:rPr lang="en-US" altLang="en-US" dirty="0">
                <a:solidFill>
                  <a:srgbClr val="FF0000"/>
                </a:solidFill>
                <a:highlight>
                  <a:srgbClr val="FFFF00"/>
                </a:highlight>
                <a:latin typeface="Helvetica" panose="020B0604020202020204" pitchFamily="34" charset="0"/>
              </a:rPr>
              <a:t>if data only at leaves </a:t>
            </a:r>
            <a:r>
              <a:rPr lang="en-US" altLang="en-US" dirty="0">
                <a:latin typeface="Helvetica" panose="020B0604020202020204" pitchFamily="34" charset="0"/>
                <a:sym typeface="Symbol" panose="05050102010706020507" pitchFamily="18" charset="2"/>
              </a:rPr>
              <a:t> 2/3</a:t>
            </a:r>
            <a:r>
              <a:rPr lang="en-US" altLang="en-US" dirty="0">
                <a:latin typeface="Helvetica" panose="020B0604020202020204" pitchFamily="34" charset="0"/>
              </a:rPr>
              <a:t> overhead.</a:t>
            </a:r>
          </a:p>
          <a:p>
            <a:pPr>
              <a:lnSpc>
                <a:spcPct val="10000"/>
              </a:lnSpc>
              <a:buFontTx/>
              <a:buNone/>
            </a:pPr>
            <a:endParaRPr lang="en-US" altLang="en-US" dirty="0">
              <a:latin typeface="Helvetica" panose="020B0604020202020204" pitchFamily="34" charset="0"/>
            </a:endParaRPr>
          </a:p>
          <a:p>
            <a:pPr>
              <a:lnSpc>
                <a:spcPct val="90000"/>
              </a:lnSpc>
              <a:buFontTx/>
              <a:buNone/>
            </a:pPr>
            <a:r>
              <a:rPr lang="en-US" altLang="en-US" dirty="0">
                <a:latin typeface="Helvetica" panose="020B0604020202020204" pitchFamily="34" charset="0"/>
              </a:rPr>
              <a:t>Note that some method is needed to distinguish leaves from internal nodes.</a:t>
            </a:r>
          </a:p>
        </p:txBody>
      </p:sp>
      <p:sp>
        <p:nvSpPr>
          <p:cNvPr id="151557" name="Text Box 4"/>
          <p:cNvSpPr txBox="1">
            <a:spLocks noChangeArrowheads="1"/>
          </p:cNvSpPr>
          <p:nvPr/>
        </p:nvSpPr>
        <p:spPr bwMode="auto">
          <a:xfrm>
            <a:off x="3429000" y="2362200"/>
            <a:ext cx="8382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sz="3200"/>
              <a:t> =</a:t>
            </a:r>
          </a:p>
        </p:txBody>
      </p:sp>
      <p:sp>
        <p:nvSpPr>
          <p:cNvPr id="151558" name="Line 5"/>
          <p:cNvSpPr>
            <a:spLocks noChangeShapeType="1"/>
          </p:cNvSpPr>
          <p:nvPr/>
        </p:nvSpPr>
        <p:spPr bwMode="auto">
          <a:xfrm>
            <a:off x="1524000" y="2667000"/>
            <a:ext cx="1905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51559" name="Line 6"/>
          <p:cNvSpPr>
            <a:spLocks noChangeShapeType="1"/>
          </p:cNvSpPr>
          <p:nvPr/>
        </p:nvSpPr>
        <p:spPr bwMode="auto">
          <a:xfrm>
            <a:off x="4114800" y="2667000"/>
            <a:ext cx="914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 name="TextBox 1">
            <a:extLst>
              <a:ext uri="{FF2B5EF4-FFF2-40B4-BE49-F238E27FC236}">
                <a16:creationId xmlns:a16="http://schemas.microsoft.com/office/drawing/2014/main" id="{38DB851F-3F96-63C4-3162-777B9377A781}"/>
              </a:ext>
            </a:extLst>
          </p:cNvPr>
          <p:cNvSpPr txBox="1"/>
          <p:nvPr/>
        </p:nvSpPr>
        <p:spPr>
          <a:xfrm>
            <a:off x="5715000" y="2362200"/>
            <a:ext cx="3276600" cy="1569660"/>
          </a:xfrm>
          <a:prstGeom prst="rect">
            <a:avLst/>
          </a:prstGeom>
          <a:noFill/>
        </p:spPr>
        <p:txBody>
          <a:bodyPr wrap="square" rtlCol="0">
            <a:spAutoFit/>
          </a:bodyPr>
          <a:lstStyle/>
          <a:p>
            <a:pPr marL="342900" indent="-342900" rtl="1">
              <a:buFont typeface="Arial" panose="020B0604020202020204" pitchFamily="34" charset="0"/>
              <a:buChar char="•"/>
            </a:pPr>
            <a:r>
              <a:rPr lang="ar-JO" dirty="0"/>
              <a:t>نصف العقد فيها موشر</a:t>
            </a:r>
            <a:r>
              <a:rPr lang="en-US" dirty="0"/>
              <a:t> </a:t>
            </a:r>
            <a:r>
              <a:rPr lang="ar-JO" dirty="0"/>
              <a:t>فقط </a:t>
            </a:r>
            <a:r>
              <a:rPr lang="en-US" dirty="0"/>
              <a:t>n/2(2p)</a:t>
            </a:r>
            <a:endParaRPr lang="ar-JO" dirty="0"/>
          </a:p>
          <a:p>
            <a:pPr marL="342900" indent="-342900" algn="r" rtl="1">
              <a:buFont typeface="Arial" panose="020B0604020202020204" pitchFamily="34" charset="0"/>
              <a:buChar char="•"/>
            </a:pPr>
            <a:r>
              <a:rPr lang="ar-JO" dirty="0"/>
              <a:t>كل العقد هي </a:t>
            </a:r>
            <a:r>
              <a:rPr lang="en-US" dirty="0"/>
              <a:t>n/2(2p)+</a:t>
            </a:r>
            <a:r>
              <a:rPr lang="en-US" dirty="0" err="1"/>
              <a:t>dn</a:t>
            </a:r>
            <a:endParaRPr lang="en-US" dirty="0"/>
          </a:p>
          <a:p>
            <a:pPr rtl="1"/>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CH5</a:t>
            </a:r>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3D85E3EA-D059-46E9-9059-FFA99F7A1665}" type="slidenum">
              <a:rPr lang="en-US" altLang="en-US" smtClean="0"/>
              <a:pPr/>
              <a:t>28</a:t>
            </a:fld>
            <a:endParaRPr lang="en-US" altLang="en-US"/>
          </a:p>
        </p:txBody>
      </p:sp>
    </p:spTree>
    <p:extLst>
      <p:ext uri="{BB962C8B-B14F-4D97-AF65-F5344CB8AC3E}">
        <p14:creationId xmlns:p14="http://schemas.microsoft.com/office/powerpoint/2010/main" val="3616753561"/>
      </p:ext>
    </p:extLst>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27239</TotalTime>
  <Words>2121</Words>
  <Application>Microsoft Office PowerPoint</Application>
  <PresentationFormat>On-screen Show (4:3)</PresentationFormat>
  <Paragraphs>316</Paragraphs>
  <Slides>28</Slides>
  <Notes>24</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Arial</vt:lpstr>
      <vt:lpstr>Courier New</vt:lpstr>
      <vt:lpstr>Helvetica</vt:lpstr>
      <vt:lpstr>Times New Roman</vt:lpstr>
      <vt:lpstr>Default Design</vt:lpstr>
      <vt:lpstr>Binary Trees</vt:lpstr>
      <vt:lpstr>Binary Tree Example</vt:lpstr>
      <vt:lpstr>Binary Tree :depth</vt:lpstr>
      <vt:lpstr>Binary Tree :Hight</vt:lpstr>
      <vt:lpstr>Binary Tree :level</vt:lpstr>
      <vt:lpstr>Full and Complete Binary Trees</vt:lpstr>
      <vt:lpstr>Full Binary Tree Theorem (1)</vt:lpstr>
      <vt:lpstr>Full Binary Tree Corollaryنتيجة طبيعية كاملة للشجرة الثنائية</vt:lpstr>
      <vt:lpstr>Theorem 5.2</vt:lpstr>
      <vt:lpstr>Binary Tree Node Class </vt:lpstr>
      <vt:lpstr>Binary Tree Node ADT</vt:lpstr>
      <vt:lpstr>Traversals (1)</vt:lpstr>
      <vt:lpstr>Traversals (2)</vt:lpstr>
      <vt:lpstr>Traversals (3)</vt:lpstr>
      <vt:lpstr>Recursion Examples</vt:lpstr>
      <vt:lpstr>Recursion Examples</vt:lpstr>
      <vt:lpstr>Binary Tree Implementation (1)</vt:lpstr>
      <vt:lpstr>Binary Tree Implementation (2)</vt:lpstr>
      <vt:lpstr>Inheritance (1)</vt:lpstr>
      <vt:lpstr>Inheritance (2)</vt:lpstr>
      <vt:lpstr>Inheritance (3)</vt:lpstr>
      <vt:lpstr>Design Patterns</vt:lpstr>
      <vt:lpstr>Composite Design Pattern (1)</vt:lpstr>
      <vt:lpstr>Composite (2)</vt:lpstr>
      <vt:lpstr>Composite (3)</vt:lpstr>
      <vt:lpstr>Space Overhead (1)</vt:lpstr>
      <vt:lpstr>Space Overhead (2)</vt:lpstr>
      <vt:lpstr>CH5</vt:lpstr>
    </vt:vector>
  </TitlesOfParts>
  <Company>VT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Cliff Shaffer</dc:creator>
  <cp:lastModifiedBy>محمد ايوب محمد ابداح</cp:lastModifiedBy>
  <cp:revision>458</cp:revision>
  <dcterms:created xsi:type="dcterms:W3CDTF">2000-11-03T19:18:01Z</dcterms:created>
  <dcterms:modified xsi:type="dcterms:W3CDTF">2025-06-10T21:58:31Z</dcterms:modified>
</cp:coreProperties>
</file>