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Lst>
  <p:notesMasterIdLst>
    <p:notesMasterId r:id="rId39"/>
  </p:notesMasterIdLst>
  <p:handoutMasterIdLst>
    <p:handoutMasterId r:id="rId40"/>
  </p:handoutMasterIdLst>
  <p:sldIdLst>
    <p:sldId id="256" r:id="rId5"/>
    <p:sldId id="310" r:id="rId6"/>
    <p:sldId id="331" r:id="rId7"/>
    <p:sldId id="332" r:id="rId8"/>
    <p:sldId id="336" r:id="rId9"/>
    <p:sldId id="337" r:id="rId10"/>
    <p:sldId id="338" r:id="rId11"/>
    <p:sldId id="355" r:id="rId12"/>
    <p:sldId id="311" r:id="rId13"/>
    <p:sldId id="312" r:id="rId14"/>
    <p:sldId id="347" r:id="rId15"/>
    <p:sldId id="316" r:id="rId16"/>
    <p:sldId id="317" r:id="rId17"/>
    <p:sldId id="322" r:id="rId18"/>
    <p:sldId id="349" r:id="rId19"/>
    <p:sldId id="350" r:id="rId20"/>
    <p:sldId id="351" r:id="rId21"/>
    <p:sldId id="352" r:id="rId22"/>
    <p:sldId id="353" r:id="rId23"/>
    <p:sldId id="354" r:id="rId24"/>
    <p:sldId id="348" r:id="rId25"/>
    <p:sldId id="356" r:id="rId26"/>
    <p:sldId id="344" r:id="rId27"/>
    <p:sldId id="318" r:id="rId28"/>
    <p:sldId id="319" r:id="rId29"/>
    <p:sldId id="320" r:id="rId30"/>
    <p:sldId id="321" r:id="rId31"/>
    <p:sldId id="341" r:id="rId32"/>
    <p:sldId id="342" r:id="rId33"/>
    <p:sldId id="346" r:id="rId34"/>
    <p:sldId id="324" r:id="rId35"/>
    <p:sldId id="325" r:id="rId36"/>
    <p:sldId id="343" r:id="rId37"/>
    <p:sldId id="357" r:id="rId38"/>
  </p:sldIdLst>
  <p:sldSz cx="9144000" cy="6858000" type="screen4x3"/>
  <p:notesSz cx="7302500" cy="9588500"/>
  <p:defaultTextStyle>
    <a:defPPr>
      <a:defRPr lang="en-US"/>
    </a:defPPr>
    <a:lvl1pPr algn="l" rtl="0" fontAlgn="base">
      <a:spcBef>
        <a:spcPct val="0"/>
      </a:spcBef>
      <a:spcAft>
        <a:spcPct val="0"/>
      </a:spcAft>
      <a:defRPr sz="2400" kern="1200">
        <a:solidFill>
          <a:schemeClr val="tx1"/>
        </a:solidFill>
        <a:latin typeface="Tahoma"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Tahoma"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Tahoma"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Tahoma"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Tahoma" charset="0"/>
        <a:ea typeface="ＭＳ Ｐゴシック" charset="0"/>
        <a:cs typeface="ＭＳ Ｐゴシック" charset="0"/>
      </a:defRPr>
    </a:lvl5pPr>
    <a:lvl6pPr marL="2286000" algn="l" defTabSz="457200" rtl="0" eaLnBrk="1" latinLnBrk="0" hangingPunct="1">
      <a:defRPr sz="2400" kern="1200">
        <a:solidFill>
          <a:schemeClr val="tx1"/>
        </a:solidFill>
        <a:latin typeface="Tahoma" charset="0"/>
        <a:ea typeface="ＭＳ Ｐゴシック" charset="0"/>
        <a:cs typeface="ＭＳ Ｐゴシック" charset="0"/>
      </a:defRPr>
    </a:lvl6pPr>
    <a:lvl7pPr marL="2743200" algn="l" defTabSz="457200" rtl="0" eaLnBrk="1" latinLnBrk="0" hangingPunct="1">
      <a:defRPr sz="2400" kern="1200">
        <a:solidFill>
          <a:schemeClr val="tx1"/>
        </a:solidFill>
        <a:latin typeface="Tahoma" charset="0"/>
        <a:ea typeface="ＭＳ Ｐゴシック" charset="0"/>
        <a:cs typeface="ＭＳ Ｐゴシック" charset="0"/>
      </a:defRPr>
    </a:lvl7pPr>
    <a:lvl8pPr marL="3200400" algn="l" defTabSz="457200" rtl="0" eaLnBrk="1" latinLnBrk="0" hangingPunct="1">
      <a:defRPr sz="2400" kern="1200">
        <a:solidFill>
          <a:schemeClr val="tx1"/>
        </a:solidFill>
        <a:latin typeface="Tahoma" charset="0"/>
        <a:ea typeface="ＭＳ Ｐゴシック" charset="0"/>
        <a:cs typeface="ＭＳ Ｐゴシック" charset="0"/>
      </a:defRPr>
    </a:lvl8pPr>
    <a:lvl9pPr marL="3657600" algn="l" defTabSz="457200" rtl="0" eaLnBrk="1" latinLnBrk="0" hangingPunct="1">
      <a:defRPr sz="2400" kern="1200">
        <a:solidFill>
          <a:schemeClr val="tx1"/>
        </a:solidFill>
        <a:latin typeface="Tahoma"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74F6"/>
    <a:srgbClr val="6289F8"/>
    <a:srgbClr val="8097F8"/>
    <a:srgbClr val="2C61F6"/>
    <a:srgbClr val="F8F0D0"/>
    <a:srgbClr val="F2E4AA"/>
    <a:srgbClr val="000000"/>
    <a:srgbClr val="F4E9B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0" autoAdjust="0"/>
    <p:restoredTop sz="94641" autoAdjust="0"/>
  </p:normalViewPr>
  <p:slideViewPr>
    <p:cSldViewPr>
      <p:cViewPr varScale="1">
        <p:scale>
          <a:sx n="78" d="100"/>
          <a:sy n="78" d="100"/>
        </p:scale>
        <p:origin x="614" y="62"/>
      </p:cViewPr>
      <p:guideLst>
        <p:guide orient="horz" pos="2160"/>
        <p:guide pos="2880"/>
      </p:guideLst>
    </p:cSldViewPr>
  </p:slideViewPr>
  <p:outlineViewPr>
    <p:cViewPr>
      <p:scale>
        <a:sx n="33" d="100"/>
        <a:sy n="33" d="100"/>
      </p:scale>
      <p:origin x="0" y="-1571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163888" cy="479425"/>
          </a:xfrm>
          <a:prstGeom prst="rect">
            <a:avLst/>
          </a:prstGeom>
          <a:noFill/>
          <a:ln w="9525">
            <a:noFill/>
            <a:miter lim="800000"/>
            <a:headEnd/>
            <a:tailEnd/>
          </a:ln>
          <a:effectLst/>
        </p:spPr>
        <p:txBody>
          <a:bodyPr vert="horz" wrap="square" lIns="96509" tIns="48254" rIns="96509" bIns="48254" numCol="1" anchor="t" anchorCtr="0" compatLnSpc="1">
            <a:prstTxWarp prst="textNoShape">
              <a:avLst/>
            </a:prstTxWarp>
          </a:bodyPr>
          <a:lstStyle>
            <a:lvl1pPr defTabSz="965200">
              <a:defRPr sz="1300">
                <a:latin typeface="Tahoma" pitchFamily="34" charset="0"/>
                <a:ea typeface="+mn-ea"/>
                <a:cs typeface="+mn-cs"/>
              </a:defRPr>
            </a:lvl1pPr>
          </a:lstStyle>
          <a:p>
            <a:pPr>
              <a:defRPr/>
            </a:pPr>
            <a:r>
              <a:rPr lang="en-US"/>
              <a:t>Recursion</a:t>
            </a:r>
          </a:p>
        </p:txBody>
      </p:sp>
      <p:sp>
        <p:nvSpPr>
          <p:cNvPr id="15363" name="Rectangle 3"/>
          <p:cNvSpPr>
            <a:spLocks noGrp="1" noChangeArrowheads="1"/>
          </p:cNvSpPr>
          <p:nvPr>
            <p:ph type="dt" sz="quarter" idx="1"/>
          </p:nvPr>
        </p:nvSpPr>
        <p:spPr bwMode="auto">
          <a:xfrm>
            <a:off x="4138613" y="0"/>
            <a:ext cx="3163887" cy="479425"/>
          </a:xfrm>
          <a:prstGeom prst="rect">
            <a:avLst/>
          </a:prstGeom>
          <a:noFill/>
          <a:ln w="9525">
            <a:noFill/>
            <a:miter lim="800000"/>
            <a:headEnd/>
            <a:tailEnd/>
          </a:ln>
          <a:effectLst/>
        </p:spPr>
        <p:txBody>
          <a:bodyPr vert="horz" wrap="square" lIns="96509" tIns="48254" rIns="96509" bIns="48254" numCol="1" anchor="t" anchorCtr="0" compatLnSpc="1">
            <a:prstTxWarp prst="textNoShape">
              <a:avLst/>
            </a:prstTxWarp>
          </a:bodyPr>
          <a:lstStyle>
            <a:lvl1pPr algn="r" defTabSz="965200">
              <a:defRPr sz="1300" smtClean="0">
                <a:cs typeface="+mn-cs"/>
              </a:defRPr>
            </a:lvl1pPr>
          </a:lstStyle>
          <a:p>
            <a:pPr>
              <a:defRPr/>
            </a:pPr>
            <a:fld id="{6E53E897-BF64-0F4A-BB5A-B0C5E29C4966}" type="datetime1">
              <a:rPr lang="en-US" smtClean="0"/>
              <a:t>4/19/2025</a:t>
            </a:fld>
            <a:endParaRPr lang="en-US"/>
          </a:p>
        </p:txBody>
      </p:sp>
      <p:sp>
        <p:nvSpPr>
          <p:cNvPr id="15364" name="Rectangle 4"/>
          <p:cNvSpPr>
            <a:spLocks noGrp="1" noChangeArrowheads="1"/>
          </p:cNvSpPr>
          <p:nvPr>
            <p:ph type="ftr" sz="quarter" idx="2"/>
          </p:nvPr>
        </p:nvSpPr>
        <p:spPr bwMode="auto">
          <a:xfrm>
            <a:off x="0" y="9109075"/>
            <a:ext cx="3163888" cy="479425"/>
          </a:xfrm>
          <a:prstGeom prst="rect">
            <a:avLst/>
          </a:prstGeom>
          <a:noFill/>
          <a:ln w="9525">
            <a:noFill/>
            <a:miter lim="800000"/>
            <a:headEnd/>
            <a:tailEnd/>
          </a:ln>
          <a:effectLst/>
        </p:spPr>
        <p:txBody>
          <a:bodyPr vert="horz" wrap="square" lIns="96509" tIns="48254" rIns="96509" bIns="48254" numCol="1" anchor="b" anchorCtr="0" compatLnSpc="1">
            <a:prstTxWarp prst="textNoShape">
              <a:avLst/>
            </a:prstTxWarp>
          </a:bodyPr>
          <a:lstStyle>
            <a:lvl1pPr defTabSz="965200">
              <a:defRPr sz="1300">
                <a:latin typeface="Tahoma" pitchFamily="34" charset="0"/>
                <a:ea typeface="+mn-ea"/>
                <a:cs typeface="+mn-cs"/>
              </a:defRPr>
            </a:lvl1pPr>
          </a:lstStyle>
          <a:p>
            <a:pPr>
              <a:defRPr/>
            </a:pPr>
            <a:endParaRPr lang="en-US"/>
          </a:p>
        </p:txBody>
      </p:sp>
      <p:sp>
        <p:nvSpPr>
          <p:cNvPr id="15365" name="Rectangle 5"/>
          <p:cNvSpPr>
            <a:spLocks noGrp="1" noChangeArrowheads="1"/>
          </p:cNvSpPr>
          <p:nvPr>
            <p:ph type="sldNum" sz="quarter" idx="3"/>
          </p:nvPr>
        </p:nvSpPr>
        <p:spPr bwMode="auto">
          <a:xfrm>
            <a:off x="4138613" y="9109075"/>
            <a:ext cx="3163887" cy="479425"/>
          </a:xfrm>
          <a:prstGeom prst="rect">
            <a:avLst/>
          </a:prstGeom>
          <a:noFill/>
          <a:ln w="9525">
            <a:noFill/>
            <a:miter lim="800000"/>
            <a:headEnd/>
            <a:tailEnd/>
          </a:ln>
          <a:effectLst/>
        </p:spPr>
        <p:txBody>
          <a:bodyPr vert="horz" wrap="square" lIns="96509" tIns="48254" rIns="96509" bIns="48254" numCol="1" anchor="b" anchorCtr="0" compatLnSpc="1">
            <a:prstTxWarp prst="textNoShape">
              <a:avLst/>
            </a:prstTxWarp>
          </a:bodyPr>
          <a:lstStyle>
            <a:lvl1pPr algn="r" defTabSz="965200">
              <a:defRPr sz="1300" smtClean="0">
                <a:cs typeface="+mn-cs"/>
              </a:defRPr>
            </a:lvl1pPr>
          </a:lstStyle>
          <a:p>
            <a:pPr>
              <a:defRPr/>
            </a:pPr>
            <a:fld id="{3300FDEA-7042-974F-957D-E58948F251D7}" type="slidenum">
              <a:rPr lang="en-US"/>
              <a:pPr>
                <a:defRPr/>
              </a:pPr>
              <a:t>‹#›</a:t>
            </a:fld>
            <a:endParaRPr lang="en-US"/>
          </a:p>
        </p:txBody>
      </p:sp>
    </p:spTree>
    <p:extLst>
      <p:ext uri="{BB962C8B-B14F-4D97-AF65-F5344CB8AC3E}">
        <p14:creationId xmlns:p14="http://schemas.microsoft.com/office/powerpoint/2010/main" val="46741608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hdr" sz="quarter"/>
          </p:nvPr>
        </p:nvSpPr>
        <p:spPr bwMode="auto">
          <a:xfrm>
            <a:off x="0" y="0"/>
            <a:ext cx="3163888" cy="479425"/>
          </a:xfrm>
          <a:prstGeom prst="rect">
            <a:avLst/>
          </a:prstGeom>
          <a:noFill/>
          <a:ln w="9525">
            <a:noFill/>
            <a:miter lim="800000"/>
            <a:headEnd/>
            <a:tailEnd/>
          </a:ln>
          <a:effectLst/>
        </p:spPr>
        <p:txBody>
          <a:bodyPr vert="horz" wrap="square" lIns="96509" tIns="48254" rIns="96509" bIns="48254" numCol="1" anchor="t" anchorCtr="0" compatLnSpc="1">
            <a:prstTxWarp prst="textNoShape">
              <a:avLst/>
            </a:prstTxWarp>
          </a:bodyPr>
          <a:lstStyle>
            <a:lvl1pPr defTabSz="965200">
              <a:defRPr sz="1300">
                <a:latin typeface="Tahoma" pitchFamily="34" charset="0"/>
                <a:ea typeface="+mn-ea"/>
                <a:cs typeface="+mn-cs"/>
              </a:defRPr>
            </a:lvl1pPr>
          </a:lstStyle>
          <a:p>
            <a:pPr>
              <a:defRPr/>
            </a:pPr>
            <a:r>
              <a:rPr lang="en-US"/>
              <a:t>Recursion</a:t>
            </a:r>
          </a:p>
        </p:txBody>
      </p:sp>
      <p:sp>
        <p:nvSpPr>
          <p:cNvPr id="1027" name="Rectangle 3"/>
          <p:cNvSpPr>
            <a:spLocks noGrp="1" noChangeArrowheads="1"/>
          </p:cNvSpPr>
          <p:nvPr>
            <p:ph type="dt" idx="1"/>
          </p:nvPr>
        </p:nvSpPr>
        <p:spPr bwMode="auto">
          <a:xfrm>
            <a:off x="4138613" y="0"/>
            <a:ext cx="3163887" cy="479425"/>
          </a:xfrm>
          <a:prstGeom prst="rect">
            <a:avLst/>
          </a:prstGeom>
          <a:noFill/>
          <a:ln w="9525">
            <a:noFill/>
            <a:miter lim="800000"/>
            <a:headEnd/>
            <a:tailEnd/>
          </a:ln>
          <a:effectLst/>
        </p:spPr>
        <p:txBody>
          <a:bodyPr vert="horz" wrap="square" lIns="96509" tIns="48254" rIns="96509" bIns="48254" numCol="1" anchor="t" anchorCtr="0" compatLnSpc="1">
            <a:prstTxWarp prst="textNoShape">
              <a:avLst/>
            </a:prstTxWarp>
          </a:bodyPr>
          <a:lstStyle>
            <a:lvl1pPr algn="r" defTabSz="965200">
              <a:defRPr sz="1300" smtClean="0">
                <a:cs typeface="+mn-cs"/>
              </a:defRPr>
            </a:lvl1pPr>
          </a:lstStyle>
          <a:p>
            <a:pPr>
              <a:defRPr/>
            </a:pPr>
            <a:fld id="{A038362F-7967-7C45-A160-91C65519B956}" type="datetime1">
              <a:rPr lang="en-US" smtClean="0"/>
              <a:t>4/19/2025</a:t>
            </a:fld>
            <a:endParaRPr lang="en-US"/>
          </a:p>
        </p:txBody>
      </p:sp>
      <p:sp>
        <p:nvSpPr>
          <p:cNvPr id="9220" name="Rectangle 4"/>
          <p:cNvSpPr>
            <a:spLocks noGrp="1" noRot="1" noChangeAspect="1" noChangeArrowheads="1" noTextEdit="1"/>
          </p:cNvSpPr>
          <p:nvPr>
            <p:ph type="sldImg" idx="2"/>
          </p:nvPr>
        </p:nvSpPr>
        <p:spPr bwMode="auto">
          <a:xfrm>
            <a:off x="1255713" y="720725"/>
            <a:ext cx="4792662" cy="35941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1029" name="Rectangle 5"/>
          <p:cNvSpPr>
            <a:spLocks noGrp="1" noChangeArrowheads="1"/>
          </p:cNvSpPr>
          <p:nvPr>
            <p:ph type="body" sz="quarter" idx="3"/>
          </p:nvPr>
        </p:nvSpPr>
        <p:spPr bwMode="auto">
          <a:xfrm>
            <a:off x="973138" y="4554538"/>
            <a:ext cx="5356225" cy="4313237"/>
          </a:xfrm>
          <a:prstGeom prst="rect">
            <a:avLst/>
          </a:prstGeom>
          <a:noFill/>
          <a:ln w="9525">
            <a:noFill/>
            <a:miter lim="800000"/>
            <a:headEnd/>
            <a:tailEnd/>
          </a:ln>
          <a:effectLst/>
        </p:spPr>
        <p:txBody>
          <a:bodyPr vert="horz" wrap="square" lIns="96509" tIns="48254" rIns="96509" bIns="4825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30" name="Rectangle 6"/>
          <p:cNvSpPr>
            <a:spLocks noGrp="1" noChangeArrowheads="1"/>
          </p:cNvSpPr>
          <p:nvPr>
            <p:ph type="ftr" sz="quarter" idx="4"/>
          </p:nvPr>
        </p:nvSpPr>
        <p:spPr bwMode="auto">
          <a:xfrm>
            <a:off x="0" y="9109075"/>
            <a:ext cx="3163888" cy="479425"/>
          </a:xfrm>
          <a:prstGeom prst="rect">
            <a:avLst/>
          </a:prstGeom>
          <a:noFill/>
          <a:ln w="9525">
            <a:noFill/>
            <a:miter lim="800000"/>
            <a:headEnd/>
            <a:tailEnd/>
          </a:ln>
          <a:effectLst/>
        </p:spPr>
        <p:txBody>
          <a:bodyPr vert="horz" wrap="square" lIns="96509" tIns="48254" rIns="96509" bIns="48254" numCol="1" anchor="b" anchorCtr="0" compatLnSpc="1">
            <a:prstTxWarp prst="textNoShape">
              <a:avLst/>
            </a:prstTxWarp>
          </a:bodyPr>
          <a:lstStyle>
            <a:lvl1pPr defTabSz="965200">
              <a:defRPr sz="1300">
                <a:latin typeface="Tahoma" pitchFamily="34" charset="0"/>
                <a:ea typeface="+mn-ea"/>
                <a:cs typeface="+mn-cs"/>
              </a:defRPr>
            </a:lvl1pPr>
          </a:lstStyle>
          <a:p>
            <a:pPr>
              <a:defRPr/>
            </a:pPr>
            <a:endParaRPr lang="en-US"/>
          </a:p>
        </p:txBody>
      </p:sp>
      <p:sp>
        <p:nvSpPr>
          <p:cNvPr id="1031" name="Rectangle 7"/>
          <p:cNvSpPr>
            <a:spLocks noGrp="1" noChangeArrowheads="1"/>
          </p:cNvSpPr>
          <p:nvPr>
            <p:ph type="sldNum" sz="quarter" idx="5"/>
          </p:nvPr>
        </p:nvSpPr>
        <p:spPr bwMode="auto">
          <a:xfrm>
            <a:off x="4138613" y="9109075"/>
            <a:ext cx="3163887" cy="479425"/>
          </a:xfrm>
          <a:prstGeom prst="rect">
            <a:avLst/>
          </a:prstGeom>
          <a:noFill/>
          <a:ln w="9525">
            <a:noFill/>
            <a:miter lim="800000"/>
            <a:headEnd/>
            <a:tailEnd/>
          </a:ln>
          <a:effectLst/>
        </p:spPr>
        <p:txBody>
          <a:bodyPr vert="horz" wrap="square" lIns="96509" tIns="48254" rIns="96509" bIns="48254" numCol="1" anchor="b" anchorCtr="0" compatLnSpc="1">
            <a:prstTxWarp prst="textNoShape">
              <a:avLst/>
            </a:prstTxWarp>
          </a:bodyPr>
          <a:lstStyle>
            <a:lvl1pPr algn="r" defTabSz="965200">
              <a:defRPr sz="1300" smtClean="0">
                <a:cs typeface="+mn-cs"/>
              </a:defRPr>
            </a:lvl1pPr>
          </a:lstStyle>
          <a:p>
            <a:pPr>
              <a:defRPr/>
            </a:pPr>
            <a:fld id="{6D3348D0-F0DB-074A-A2EA-ECAF35DB3FBF}" type="slidenum">
              <a:rPr lang="en-US"/>
              <a:pPr>
                <a:defRPr/>
              </a:pPr>
              <a:t>‹#›</a:t>
            </a:fld>
            <a:endParaRPr lang="en-US"/>
          </a:p>
        </p:txBody>
      </p:sp>
    </p:spTree>
    <p:extLst>
      <p:ext uri="{BB962C8B-B14F-4D97-AF65-F5344CB8AC3E}">
        <p14:creationId xmlns:p14="http://schemas.microsoft.com/office/powerpoint/2010/main" val="1221238861"/>
      </p:ext>
    </p:extLst>
  </p:cSld>
  <p:clrMap bg1="lt1" tx1="dk1" bg2="lt2" tx2="dk2" accent1="accent1" accent2="accent2" accent3="accent3" accent4="accent4" accent5="accent5" accent6="accent6" hlink="hlink" folHlink="folHlink"/>
  <p:hf ftr="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hdr" sz="quarter"/>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5200" eaLnBrk="0" hangingPunct="0">
              <a:defRPr sz="2400">
                <a:solidFill>
                  <a:schemeClr val="tx1"/>
                </a:solidFill>
                <a:latin typeface="Tahoma" charset="0"/>
                <a:ea typeface="ＭＳ Ｐゴシック" charset="0"/>
                <a:cs typeface="ＭＳ Ｐゴシック" charset="0"/>
              </a:defRPr>
            </a:lvl1pPr>
            <a:lvl2pPr marL="742950" indent="-285750" defTabSz="965200" eaLnBrk="0" hangingPunct="0">
              <a:defRPr sz="2400">
                <a:solidFill>
                  <a:schemeClr val="tx1"/>
                </a:solidFill>
                <a:latin typeface="Tahoma" charset="0"/>
                <a:ea typeface="ＭＳ Ｐゴシック" charset="0"/>
              </a:defRPr>
            </a:lvl2pPr>
            <a:lvl3pPr marL="1143000" indent="-228600" defTabSz="965200" eaLnBrk="0" hangingPunct="0">
              <a:defRPr sz="2400">
                <a:solidFill>
                  <a:schemeClr val="tx1"/>
                </a:solidFill>
                <a:latin typeface="Tahoma" charset="0"/>
                <a:ea typeface="ＭＳ Ｐゴシック" charset="0"/>
              </a:defRPr>
            </a:lvl3pPr>
            <a:lvl4pPr marL="1600200" indent="-228600" defTabSz="965200" eaLnBrk="0" hangingPunct="0">
              <a:defRPr sz="2400">
                <a:solidFill>
                  <a:schemeClr val="tx1"/>
                </a:solidFill>
                <a:latin typeface="Tahoma" charset="0"/>
                <a:ea typeface="ＭＳ Ｐゴシック" charset="0"/>
              </a:defRPr>
            </a:lvl4pPr>
            <a:lvl5pPr marL="2057400" indent="-228600" defTabSz="965200" eaLnBrk="0" hangingPunct="0">
              <a:defRPr sz="2400">
                <a:solidFill>
                  <a:schemeClr val="tx1"/>
                </a:solidFill>
                <a:latin typeface="Tahoma" charset="0"/>
                <a:ea typeface="ＭＳ Ｐゴシック" charset="0"/>
              </a:defRPr>
            </a:lvl5pPr>
            <a:lvl6pPr marL="2514600" indent="-228600" defTabSz="965200"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5200"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5200"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52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300"/>
              <a:t>Recursion</a:t>
            </a:r>
          </a:p>
        </p:txBody>
      </p:sp>
      <p:sp>
        <p:nvSpPr>
          <p:cNvPr id="11266" name="Rectangle 3"/>
          <p:cNvSpPr>
            <a:spLocks noGrp="1" noChangeArrowheads="1"/>
          </p:cNvSpPr>
          <p:nvPr>
            <p:ph type="dt" sz="quarter"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5200" eaLnBrk="0" hangingPunct="0">
              <a:defRPr sz="2400">
                <a:solidFill>
                  <a:schemeClr val="tx1"/>
                </a:solidFill>
                <a:latin typeface="Tahoma" charset="0"/>
                <a:ea typeface="ＭＳ Ｐゴシック" charset="0"/>
                <a:cs typeface="ＭＳ Ｐゴシック" charset="0"/>
              </a:defRPr>
            </a:lvl1pPr>
            <a:lvl2pPr marL="742950" indent="-285750" defTabSz="965200" eaLnBrk="0" hangingPunct="0">
              <a:defRPr sz="2400">
                <a:solidFill>
                  <a:schemeClr val="tx1"/>
                </a:solidFill>
                <a:latin typeface="Tahoma" charset="0"/>
                <a:ea typeface="ＭＳ Ｐゴシック" charset="0"/>
              </a:defRPr>
            </a:lvl2pPr>
            <a:lvl3pPr marL="1143000" indent="-228600" defTabSz="965200" eaLnBrk="0" hangingPunct="0">
              <a:defRPr sz="2400">
                <a:solidFill>
                  <a:schemeClr val="tx1"/>
                </a:solidFill>
                <a:latin typeface="Tahoma" charset="0"/>
                <a:ea typeface="ＭＳ Ｐゴシック" charset="0"/>
              </a:defRPr>
            </a:lvl3pPr>
            <a:lvl4pPr marL="1600200" indent="-228600" defTabSz="965200" eaLnBrk="0" hangingPunct="0">
              <a:defRPr sz="2400">
                <a:solidFill>
                  <a:schemeClr val="tx1"/>
                </a:solidFill>
                <a:latin typeface="Tahoma" charset="0"/>
                <a:ea typeface="ＭＳ Ｐゴシック" charset="0"/>
              </a:defRPr>
            </a:lvl4pPr>
            <a:lvl5pPr marL="2057400" indent="-228600" defTabSz="965200" eaLnBrk="0" hangingPunct="0">
              <a:defRPr sz="2400">
                <a:solidFill>
                  <a:schemeClr val="tx1"/>
                </a:solidFill>
                <a:latin typeface="Tahoma" charset="0"/>
                <a:ea typeface="ＭＳ Ｐゴシック" charset="0"/>
              </a:defRPr>
            </a:lvl5pPr>
            <a:lvl6pPr marL="2514600" indent="-228600" defTabSz="965200"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5200"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5200"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52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EF36D7E7-CFE1-884D-9D33-938D04E8DAAF}" type="datetime1">
              <a:rPr lang="en-US" sz="1300" smtClean="0"/>
              <a:t>4/19/2025</a:t>
            </a:fld>
            <a:endParaRPr lang="en-US" sz="1300"/>
          </a:p>
        </p:txBody>
      </p:sp>
      <p:sp>
        <p:nvSpPr>
          <p:cNvPr id="1126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5200" eaLnBrk="0" hangingPunct="0">
              <a:defRPr sz="2400">
                <a:solidFill>
                  <a:schemeClr val="tx1"/>
                </a:solidFill>
                <a:latin typeface="Tahoma" charset="0"/>
                <a:ea typeface="ＭＳ Ｐゴシック" charset="0"/>
                <a:cs typeface="ＭＳ Ｐゴシック" charset="0"/>
              </a:defRPr>
            </a:lvl1pPr>
            <a:lvl2pPr marL="742950" indent="-285750" defTabSz="965200" eaLnBrk="0" hangingPunct="0">
              <a:defRPr sz="2400">
                <a:solidFill>
                  <a:schemeClr val="tx1"/>
                </a:solidFill>
                <a:latin typeface="Tahoma" charset="0"/>
                <a:ea typeface="ＭＳ Ｐゴシック" charset="0"/>
              </a:defRPr>
            </a:lvl2pPr>
            <a:lvl3pPr marL="1143000" indent="-228600" defTabSz="965200" eaLnBrk="0" hangingPunct="0">
              <a:defRPr sz="2400">
                <a:solidFill>
                  <a:schemeClr val="tx1"/>
                </a:solidFill>
                <a:latin typeface="Tahoma" charset="0"/>
                <a:ea typeface="ＭＳ Ｐゴシック" charset="0"/>
              </a:defRPr>
            </a:lvl3pPr>
            <a:lvl4pPr marL="1600200" indent="-228600" defTabSz="965200" eaLnBrk="0" hangingPunct="0">
              <a:defRPr sz="2400">
                <a:solidFill>
                  <a:schemeClr val="tx1"/>
                </a:solidFill>
                <a:latin typeface="Tahoma" charset="0"/>
                <a:ea typeface="ＭＳ Ｐゴシック" charset="0"/>
              </a:defRPr>
            </a:lvl4pPr>
            <a:lvl5pPr marL="2057400" indent="-228600" defTabSz="965200" eaLnBrk="0" hangingPunct="0">
              <a:defRPr sz="2400">
                <a:solidFill>
                  <a:schemeClr val="tx1"/>
                </a:solidFill>
                <a:latin typeface="Tahoma" charset="0"/>
                <a:ea typeface="ＭＳ Ｐゴシック" charset="0"/>
              </a:defRPr>
            </a:lvl5pPr>
            <a:lvl6pPr marL="2514600" indent="-228600" defTabSz="965200"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965200"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965200"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9652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9866263E-08C6-7A4D-90D5-B55B8C2DEAEF}" type="slidenum">
              <a:rPr lang="en-US" sz="1300"/>
              <a:pPr eaLnBrk="1" hangingPunct="1"/>
              <a:t>1</a:t>
            </a:fld>
            <a:endParaRPr lang="en-US" sz="1300"/>
          </a:p>
        </p:txBody>
      </p:sp>
      <p:sp>
        <p:nvSpPr>
          <p:cNvPr id="11268" name="Rectangle 2"/>
          <p:cNvSpPr>
            <a:spLocks noGrp="1" noRot="1" noChangeAspect="1" noChangeArrowheads="1" noTextEdit="1"/>
          </p:cNvSpPr>
          <p:nvPr>
            <p:ph type="sldImg"/>
          </p:nvPr>
        </p:nvSpPr>
        <p:spPr>
          <a:ln/>
        </p:spPr>
      </p:sp>
      <p:sp>
        <p:nvSpPr>
          <p:cNvPr id="1126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Times New Roman"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grpSp>
          <p:nvGrpSpPr>
            <p:cNvPr id="5" name="Group 3"/>
            <p:cNvGrpSpPr>
              <a:grpSpLocks/>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grpSp>
            <p:nvGrpSpPr>
              <p:cNvPr id="16" name="Group 5"/>
              <p:cNvGrpSpPr>
                <a:grpSpLocks/>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6" name="Group 58"/>
            <p:cNvGrpSpPr>
              <a:grpSpLocks/>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4" name="Arc 62"/>
              <p:cNvSpPr>
                <a:spLocks/>
              </p:cNvSpPr>
              <p:nvPr/>
            </p:nvSpPr>
            <p:spPr bwMode="ltGray">
              <a:xfrm rot="16200000" flipH="1">
                <a:off x="426" y="860"/>
                <a:ext cx="156" cy="157"/>
              </a:xfrm>
              <a:custGeom>
                <a:avLst/>
                <a:gdLst>
                  <a:gd name="T0" fmla="*/ 76 w 43195"/>
                  <a:gd name="T1" fmla="*/ 0 h 43200"/>
                  <a:gd name="T2" fmla="*/ 0 w 43195"/>
                  <a:gd name="T3" fmla="*/ 80 h 43200"/>
                  <a:gd name="T4" fmla="*/ 78 w 43195"/>
                  <a:gd name="T5" fmla="*/ 79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grpSp>
        <p:grpSp>
          <p:nvGrpSpPr>
            <p:cNvPr id="7" name="Group 63"/>
            <p:cNvGrpSpPr>
              <a:grpSpLocks/>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 name="Arc 66"/>
              <p:cNvSpPr>
                <a:spLocks/>
              </p:cNvSpPr>
              <p:nvPr/>
            </p:nvSpPr>
            <p:spPr bwMode="ltGray">
              <a:xfrm rot="5400000">
                <a:off x="5097" y="3347"/>
                <a:ext cx="156" cy="157"/>
              </a:xfrm>
              <a:custGeom>
                <a:avLst/>
                <a:gdLst>
                  <a:gd name="T0" fmla="*/ 76 w 43195"/>
                  <a:gd name="T1" fmla="*/ 0 h 43200"/>
                  <a:gd name="T2" fmla="*/ 0 w 43195"/>
                  <a:gd name="T3" fmla="*/ 80 h 43200"/>
                  <a:gd name="T4" fmla="*/ 78 w 43195"/>
                  <a:gd name="T5" fmla="*/ 79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grpSp>
      </p:grpSp>
      <p:sp>
        <p:nvSpPr>
          <p:cNvPr id="5187" name="Rectangle 67"/>
          <p:cNvSpPr>
            <a:spLocks noGrp="1" noChangeArrowheads="1"/>
          </p:cNvSpPr>
          <p:nvPr>
            <p:ph type="ctrTitle"/>
          </p:nvPr>
        </p:nvSpPr>
        <p:spPr>
          <a:xfrm>
            <a:off x="990600" y="1752600"/>
            <a:ext cx="7772400" cy="1143000"/>
          </a:xfrm>
        </p:spPr>
        <p:txBody>
          <a:bodyPr/>
          <a:lstStyle>
            <a:lvl1pPr>
              <a:defRPr/>
            </a:lvl1pPr>
          </a:lstStyle>
          <a:p>
            <a:r>
              <a:rPr lang="en-US"/>
              <a:t>Click to edit Master title style</a:t>
            </a:r>
          </a:p>
        </p:txBody>
      </p:sp>
      <p:sp>
        <p:nvSpPr>
          <p:cNvPr id="5188" name="Rectangle 68"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r>
              <a:rPr lang="en-US"/>
              <a:t>Click to edit Master subtitle style</a:t>
            </a:r>
          </a:p>
        </p:txBody>
      </p:sp>
      <p:sp>
        <p:nvSpPr>
          <p:cNvPr id="69" name="Date Placeholder 72"/>
          <p:cNvSpPr>
            <a:spLocks noGrp="1"/>
          </p:cNvSpPr>
          <p:nvPr>
            <p:ph type="dt" sz="half" idx="10"/>
          </p:nvPr>
        </p:nvSpPr>
        <p:spPr/>
        <p:txBody>
          <a:bodyPr/>
          <a:lstStyle>
            <a:lvl1pPr>
              <a:defRPr smtClean="0"/>
            </a:lvl1pPr>
          </a:lstStyle>
          <a:p>
            <a:pPr>
              <a:defRPr/>
            </a:pPr>
            <a:r>
              <a:rPr lang="en-US"/>
              <a:t>© 2014 Goodrich, Tamassia, Goldwasser</a:t>
            </a:r>
          </a:p>
        </p:txBody>
      </p:sp>
      <p:sp>
        <p:nvSpPr>
          <p:cNvPr id="70" name="Slide Number Placeholder 73"/>
          <p:cNvSpPr>
            <a:spLocks noGrp="1"/>
          </p:cNvSpPr>
          <p:nvPr>
            <p:ph type="sldNum" sz="quarter" idx="11"/>
          </p:nvPr>
        </p:nvSpPr>
        <p:spPr/>
        <p:txBody>
          <a:bodyPr/>
          <a:lstStyle>
            <a:lvl1pPr>
              <a:defRPr smtClean="0"/>
            </a:lvl1pPr>
          </a:lstStyle>
          <a:p>
            <a:pPr>
              <a:defRPr/>
            </a:pPr>
            <a:fld id="{D58D6F8C-2123-E040-923F-3ACA1A5A88F6}" type="slidenum">
              <a:rPr lang="en-US"/>
              <a:pPr>
                <a:defRPr/>
              </a:pPr>
              <a:t>‹#›</a:t>
            </a:fld>
            <a:endParaRPr lang="en-US"/>
          </a:p>
        </p:txBody>
      </p:sp>
      <p:sp>
        <p:nvSpPr>
          <p:cNvPr id="71" name="Footer Placeholder 74"/>
          <p:cNvSpPr>
            <a:spLocks noGrp="1"/>
          </p:cNvSpPr>
          <p:nvPr>
            <p:ph type="ftr" sz="quarter" idx="12"/>
          </p:nvPr>
        </p:nvSpPr>
        <p:spPr/>
        <p:txBody>
          <a:bodyPr/>
          <a:lstStyle>
            <a:lvl1pPr>
              <a:defRPr smtClean="0"/>
            </a:lvl1pPr>
          </a:lstStyle>
          <a:p>
            <a:pPr>
              <a:defRPr/>
            </a:pPr>
            <a:r>
              <a:rPr lang="en-US"/>
              <a:t>Recursion</a:t>
            </a:r>
          </a:p>
        </p:txBody>
      </p:sp>
    </p:spTree>
    <p:extLst>
      <p:ext uri="{BB962C8B-B14F-4D97-AF65-F5344CB8AC3E}">
        <p14:creationId xmlns:p14="http://schemas.microsoft.com/office/powerpoint/2010/main" val="3893843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p:txBody>
          <a:bodyPr/>
          <a:lstStyle>
            <a:lvl1pPr>
              <a:defRPr smtClean="0"/>
            </a:lvl1pPr>
          </a:lstStyle>
          <a:p>
            <a:pPr>
              <a:defRPr/>
            </a:pPr>
            <a:r>
              <a:rPr lang="en-US"/>
              <a:t>© 2014 Goodrich, Tamassia, Goldwasser</a:t>
            </a:r>
          </a:p>
        </p:txBody>
      </p:sp>
      <p:sp>
        <p:nvSpPr>
          <p:cNvPr id="5" name="Slide Number Placeholder 7"/>
          <p:cNvSpPr>
            <a:spLocks noGrp="1"/>
          </p:cNvSpPr>
          <p:nvPr>
            <p:ph type="sldNum" sz="quarter" idx="11"/>
          </p:nvPr>
        </p:nvSpPr>
        <p:spPr/>
        <p:txBody>
          <a:bodyPr/>
          <a:lstStyle>
            <a:lvl1pPr>
              <a:defRPr smtClean="0"/>
            </a:lvl1pPr>
          </a:lstStyle>
          <a:p>
            <a:pPr>
              <a:defRPr/>
            </a:pPr>
            <a:fld id="{9E71B39E-2B67-9942-90F9-67F1E20F1D89}" type="slidenum">
              <a:rPr lang="en-US"/>
              <a:pPr>
                <a:defRPr/>
              </a:pPr>
              <a:t>‹#›</a:t>
            </a:fld>
            <a:endParaRPr lang="en-US"/>
          </a:p>
        </p:txBody>
      </p:sp>
      <p:sp>
        <p:nvSpPr>
          <p:cNvPr id="6" name="Footer Placeholder 8"/>
          <p:cNvSpPr>
            <a:spLocks noGrp="1"/>
          </p:cNvSpPr>
          <p:nvPr>
            <p:ph type="ftr" sz="quarter" idx="12"/>
          </p:nvPr>
        </p:nvSpPr>
        <p:spPr/>
        <p:txBody>
          <a:bodyPr/>
          <a:lstStyle>
            <a:lvl1pPr>
              <a:defRPr smtClean="0"/>
            </a:lvl1pPr>
          </a:lstStyle>
          <a:p>
            <a:pPr>
              <a:defRPr/>
            </a:pPr>
            <a:r>
              <a:rPr lang="en-US"/>
              <a:t>Recursion</a:t>
            </a:r>
          </a:p>
        </p:txBody>
      </p:sp>
    </p:spTree>
    <p:extLst>
      <p:ext uri="{BB962C8B-B14F-4D97-AF65-F5344CB8AC3E}">
        <p14:creationId xmlns:p14="http://schemas.microsoft.com/office/powerpoint/2010/main" val="1833162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838200" y="19050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9050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a:lstStyle>
            <a:lvl1pPr>
              <a:defRPr smtClean="0"/>
            </a:lvl1pPr>
          </a:lstStyle>
          <a:p>
            <a:pPr>
              <a:defRPr/>
            </a:pPr>
            <a:r>
              <a:rPr lang="en-US"/>
              <a:t>© 2014 Goodrich, Tamassia, Goldwasser</a:t>
            </a:r>
          </a:p>
        </p:txBody>
      </p:sp>
      <p:sp>
        <p:nvSpPr>
          <p:cNvPr id="6" name="Slide Number Placeholder 8"/>
          <p:cNvSpPr>
            <a:spLocks noGrp="1"/>
          </p:cNvSpPr>
          <p:nvPr>
            <p:ph type="sldNum" sz="quarter" idx="11"/>
          </p:nvPr>
        </p:nvSpPr>
        <p:spPr/>
        <p:txBody>
          <a:bodyPr/>
          <a:lstStyle>
            <a:lvl1pPr>
              <a:defRPr smtClean="0"/>
            </a:lvl1pPr>
          </a:lstStyle>
          <a:p>
            <a:pPr>
              <a:defRPr/>
            </a:pPr>
            <a:fld id="{DF16466C-239D-0E4F-9AE1-B2A430EFDC82}" type="slidenum">
              <a:rPr lang="en-US"/>
              <a:pPr>
                <a:defRPr/>
              </a:pPr>
              <a:t>‹#›</a:t>
            </a:fld>
            <a:endParaRPr lang="en-US"/>
          </a:p>
        </p:txBody>
      </p:sp>
      <p:sp>
        <p:nvSpPr>
          <p:cNvPr id="7" name="Footer Placeholder 9"/>
          <p:cNvSpPr>
            <a:spLocks noGrp="1"/>
          </p:cNvSpPr>
          <p:nvPr>
            <p:ph type="ftr" sz="quarter" idx="12"/>
          </p:nvPr>
        </p:nvSpPr>
        <p:spPr/>
        <p:txBody>
          <a:bodyPr/>
          <a:lstStyle>
            <a:lvl1pPr>
              <a:defRPr smtClean="0"/>
            </a:lvl1pPr>
          </a:lstStyle>
          <a:p>
            <a:pPr>
              <a:defRPr/>
            </a:pPr>
            <a:r>
              <a:rPr lang="en-US"/>
              <a:t>Recursion</a:t>
            </a:r>
          </a:p>
        </p:txBody>
      </p:sp>
    </p:spTree>
    <p:extLst>
      <p:ext uri="{BB962C8B-B14F-4D97-AF65-F5344CB8AC3E}">
        <p14:creationId xmlns:p14="http://schemas.microsoft.com/office/powerpoint/2010/main" val="3405366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838200" y="19050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800600" y="19050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800600" y="40386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8"/>
          <p:cNvSpPr>
            <a:spLocks noGrp="1"/>
          </p:cNvSpPr>
          <p:nvPr>
            <p:ph type="dt" sz="half" idx="10"/>
          </p:nvPr>
        </p:nvSpPr>
        <p:spPr/>
        <p:txBody>
          <a:bodyPr/>
          <a:lstStyle>
            <a:lvl1pPr>
              <a:defRPr smtClean="0"/>
            </a:lvl1pPr>
          </a:lstStyle>
          <a:p>
            <a:pPr>
              <a:defRPr/>
            </a:pPr>
            <a:r>
              <a:rPr lang="en-US"/>
              <a:t>© 2014 Goodrich, Tamassia, Goldwasser</a:t>
            </a:r>
          </a:p>
        </p:txBody>
      </p:sp>
      <p:sp>
        <p:nvSpPr>
          <p:cNvPr id="7" name="Slide Number Placeholder 9"/>
          <p:cNvSpPr>
            <a:spLocks noGrp="1"/>
          </p:cNvSpPr>
          <p:nvPr>
            <p:ph type="sldNum" sz="quarter" idx="11"/>
          </p:nvPr>
        </p:nvSpPr>
        <p:spPr/>
        <p:txBody>
          <a:bodyPr/>
          <a:lstStyle>
            <a:lvl1pPr>
              <a:defRPr smtClean="0"/>
            </a:lvl1pPr>
          </a:lstStyle>
          <a:p>
            <a:pPr>
              <a:defRPr/>
            </a:pPr>
            <a:fld id="{DE773B9B-2255-BC41-AEC8-AD5B25286682}" type="slidenum">
              <a:rPr lang="en-US"/>
              <a:pPr>
                <a:defRPr/>
              </a:pPr>
              <a:t>‹#›</a:t>
            </a:fld>
            <a:endParaRPr lang="en-US"/>
          </a:p>
        </p:txBody>
      </p:sp>
      <p:sp>
        <p:nvSpPr>
          <p:cNvPr id="8" name="Footer Placeholder 10"/>
          <p:cNvSpPr>
            <a:spLocks noGrp="1"/>
          </p:cNvSpPr>
          <p:nvPr>
            <p:ph type="ftr" sz="quarter" idx="12"/>
          </p:nvPr>
        </p:nvSpPr>
        <p:spPr/>
        <p:txBody>
          <a:bodyPr/>
          <a:lstStyle>
            <a:lvl1pPr>
              <a:defRPr smtClean="0"/>
            </a:lvl1pPr>
          </a:lstStyle>
          <a:p>
            <a:pPr>
              <a:defRPr/>
            </a:pPr>
            <a:r>
              <a:rPr lang="en-US"/>
              <a:t>Recursion</a:t>
            </a:r>
          </a:p>
        </p:txBody>
      </p:sp>
    </p:spTree>
    <p:extLst>
      <p:ext uri="{BB962C8B-B14F-4D97-AF65-F5344CB8AC3E}">
        <p14:creationId xmlns:p14="http://schemas.microsoft.com/office/powerpoint/2010/main" val="1193182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838200" y="19050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38200" y="40386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a:lstStyle>
            <a:lvl1pPr>
              <a:defRPr smtClean="0"/>
            </a:lvl1pPr>
          </a:lstStyle>
          <a:p>
            <a:pPr>
              <a:defRPr/>
            </a:pPr>
            <a:r>
              <a:rPr lang="en-US"/>
              <a:t>© 2014 Goodrich, Tamassia, Goldwasser</a:t>
            </a:r>
          </a:p>
        </p:txBody>
      </p:sp>
      <p:sp>
        <p:nvSpPr>
          <p:cNvPr id="6" name="Slide Number Placeholder 8"/>
          <p:cNvSpPr>
            <a:spLocks noGrp="1"/>
          </p:cNvSpPr>
          <p:nvPr>
            <p:ph type="sldNum" sz="quarter" idx="11"/>
          </p:nvPr>
        </p:nvSpPr>
        <p:spPr/>
        <p:txBody>
          <a:bodyPr/>
          <a:lstStyle>
            <a:lvl1pPr>
              <a:defRPr smtClean="0"/>
            </a:lvl1pPr>
          </a:lstStyle>
          <a:p>
            <a:pPr>
              <a:defRPr/>
            </a:pPr>
            <a:fld id="{77BA0EA7-88D8-2D41-813F-82B9F5558C86}" type="slidenum">
              <a:rPr lang="en-US"/>
              <a:pPr>
                <a:defRPr/>
              </a:pPr>
              <a:t>‹#›</a:t>
            </a:fld>
            <a:endParaRPr lang="en-US"/>
          </a:p>
        </p:txBody>
      </p:sp>
      <p:sp>
        <p:nvSpPr>
          <p:cNvPr id="7" name="Footer Placeholder 9"/>
          <p:cNvSpPr>
            <a:spLocks noGrp="1"/>
          </p:cNvSpPr>
          <p:nvPr>
            <p:ph type="ftr" sz="quarter" idx="12"/>
          </p:nvPr>
        </p:nvSpPr>
        <p:spPr/>
        <p:txBody>
          <a:bodyPr/>
          <a:lstStyle>
            <a:lvl1pPr>
              <a:defRPr smtClean="0"/>
            </a:lvl1pPr>
          </a:lstStyle>
          <a:p>
            <a:pPr>
              <a:defRPr/>
            </a:pPr>
            <a:r>
              <a:rPr lang="en-US"/>
              <a:t>Recursion</a:t>
            </a:r>
          </a:p>
        </p:txBody>
      </p:sp>
    </p:spTree>
    <p:extLst>
      <p:ext uri="{BB962C8B-B14F-4D97-AF65-F5344CB8AC3E}">
        <p14:creationId xmlns:p14="http://schemas.microsoft.com/office/powerpoint/2010/main" val="26222058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9144000" cy="6858000"/>
            <a:chOff x="0" y="0"/>
            <a:chExt cx="5760" cy="4320"/>
          </a:xfrm>
        </p:grpSpPr>
        <p:grpSp>
          <p:nvGrpSpPr>
            <p:cNvPr id="1032" name="Group 3"/>
            <p:cNvGrpSpPr>
              <a:grpSpLocks/>
            </p:cNvGrpSpPr>
            <p:nvPr/>
          </p:nvGrpSpPr>
          <p:grpSpPr bwMode="auto">
            <a:xfrm>
              <a:off x="0" y="0"/>
              <a:ext cx="5760" cy="4320"/>
              <a:chOff x="0" y="0"/>
              <a:chExt cx="5760" cy="4320"/>
            </a:xfrm>
          </p:grpSpPr>
          <p:grpSp>
            <p:nvGrpSpPr>
              <p:cNvPr id="1039" name="Group 4"/>
              <p:cNvGrpSpPr>
                <a:grpSpLocks/>
              </p:cNvGrpSpPr>
              <p:nvPr/>
            </p:nvGrpSpPr>
            <p:grpSpPr bwMode="auto">
              <a:xfrm>
                <a:off x="0" y="192"/>
                <a:ext cx="5760" cy="4032"/>
                <a:chOff x="0" y="192"/>
                <a:chExt cx="5760" cy="4032"/>
              </a:xfrm>
            </p:grpSpPr>
            <p:sp>
              <p:nvSpPr>
                <p:cNvPr id="1070" name="Line 5"/>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71" name="Line 6"/>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72" name="Line 7"/>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73" name="Line 8"/>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74" name="Line 9"/>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75" name="Line 10"/>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76" name="Line 11"/>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77" name="Line 12"/>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78" name="Line 13"/>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79" name="Line 14"/>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80" name="Line 15"/>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81" name="Line 16"/>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82" name="Line 17"/>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83" name="Line 18"/>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84" name="Line 19"/>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85" name="Line 20"/>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86" name="Line 21"/>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87" name="Line 22"/>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88" name="Line 23"/>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89" name="Line 24"/>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90" name="Line 25"/>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91" name="Line 26"/>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1040" name="Group 27"/>
              <p:cNvGrpSpPr>
                <a:grpSpLocks/>
              </p:cNvGrpSpPr>
              <p:nvPr/>
            </p:nvGrpSpPr>
            <p:grpSpPr bwMode="auto">
              <a:xfrm>
                <a:off x="192" y="0"/>
                <a:ext cx="5376" cy="4320"/>
                <a:chOff x="192" y="0"/>
                <a:chExt cx="5376" cy="4320"/>
              </a:xfrm>
            </p:grpSpPr>
            <p:sp>
              <p:nvSpPr>
                <p:cNvPr id="1041"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42"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43"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44"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45"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46"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47"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48"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49"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50"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51"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52"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53"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54"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55"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56"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57"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58"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59"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60"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61"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62"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63"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64"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65"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66"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67"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68"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69"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sp>
          <p:nvSpPr>
            <p:cNvPr id="1033" name="Rectangle 57" descr="60%"/>
            <p:cNvSpPr>
              <a:spLocks noChangeArrowheads="1"/>
            </p:cNvSpPr>
            <p:nvPr/>
          </p:nvSpPr>
          <p:spPr bwMode="ltGray">
            <a:xfrm>
              <a:off x="2112" y="0"/>
              <a:ext cx="3648" cy="96"/>
            </a:xfrm>
            <a:prstGeom prst="rect">
              <a:avLst/>
            </a:prstGeom>
            <a:pattFill prst="pct60">
              <a:fgClr>
                <a:schemeClr val="folHlink"/>
              </a:fgClr>
              <a:bgClr>
                <a:schemeClr val="bg1"/>
              </a:bgClr>
            </a:patt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1034" name="Line 58"/>
            <p:cNvSpPr>
              <a:spLocks noChangeShapeType="1"/>
            </p:cNvSpPr>
            <p:nvPr/>
          </p:nvSpPr>
          <p:spPr bwMode="ltGray">
            <a:xfrm>
              <a:off x="5568" y="0"/>
              <a:ext cx="0" cy="1488"/>
            </a:xfrm>
            <a:prstGeom prst="line">
              <a:avLst/>
            </a:prstGeom>
            <a:noFill/>
            <a:ln w="9525">
              <a:solidFill>
                <a:schemeClr val="hlink"/>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1035" name="Group 59"/>
            <p:cNvGrpSpPr>
              <a:grpSpLocks/>
            </p:cNvGrpSpPr>
            <p:nvPr/>
          </p:nvGrpSpPr>
          <p:grpSpPr bwMode="auto">
            <a:xfrm>
              <a:off x="261" y="892"/>
              <a:ext cx="1124" cy="1464"/>
              <a:chOff x="96" y="916"/>
              <a:chExt cx="2208" cy="2876"/>
            </a:xfrm>
          </p:grpSpPr>
          <p:sp>
            <p:nvSpPr>
              <p:cNvPr id="1036" name="Line 60"/>
              <p:cNvSpPr>
                <a:spLocks noChangeShapeType="1"/>
              </p:cNvSpPr>
              <p:nvPr/>
            </p:nvSpPr>
            <p:spPr bwMode="ltGray">
              <a:xfrm flipH="1">
                <a:off x="96" y="1038"/>
                <a:ext cx="2208" cy="0"/>
              </a:xfrm>
              <a:prstGeom prst="line">
                <a:avLst/>
              </a:prstGeom>
              <a:noFill/>
              <a:ln w="9525">
                <a:solidFill>
                  <a:schemeClr val="hlink"/>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37" name="Line 61"/>
              <p:cNvSpPr>
                <a:spLocks noChangeShapeType="1"/>
              </p:cNvSpPr>
              <p:nvPr/>
            </p:nvSpPr>
            <p:spPr bwMode="ltGray">
              <a:xfrm>
                <a:off x="336" y="920"/>
                <a:ext cx="0" cy="2872"/>
              </a:xfrm>
              <a:prstGeom prst="line">
                <a:avLst/>
              </a:prstGeom>
              <a:noFill/>
              <a:ln w="9525">
                <a:solidFill>
                  <a:schemeClr val="hlink"/>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1038" name="Arc 62"/>
              <p:cNvSpPr>
                <a:spLocks/>
              </p:cNvSpPr>
              <p:nvPr/>
            </p:nvSpPr>
            <p:spPr bwMode="ltGray">
              <a:xfrm flipH="1">
                <a:off x="218" y="916"/>
                <a:ext cx="238" cy="240"/>
              </a:xfrm>
              <a:custGeom>
                <a:avLst/>
                <a:gdLst>
                  <a:gd name="T0" fmla="*/ 116 w 43195"/>
                  <a:gd name="T1" fmla="*/ 0 h 43200"/>
                  <a:gd name="T2" fmla="*/ 0 w 43195"/>
                  <a:gd name="T3" fmla="*/ 123 h 43200"/>
                  <a:gd name="T4" fmla="*/ 119 w 43195"/>
                  <a:gd name="T5" fmla="*/ 12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grpSp>
      </p:grpSp>
      <p:sp>
        <p:nvSpPr>
          <p:cNvPr id="1027" name="Rectangle 63"/>
          <p:cNvSpPr>
            <a:spLocks noGrp="1" noChangeArrowheads="1"/>
          </p:cNvSpPr>
          <p:nvPr>
            <p:ph type="title"/>
          </p:nvPr>
        </p:nvSpPr>
        <p:spPr bwMode="auto">
          <a:xfrm>
            <a:off x="609600" y="304800"/>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8" name="Rectangle 64" descr="Rectangle: Click to edit Master text styles&#10;Second level&#10;Third level&#10;Fourth level&#10;Fifth level"/>
          <p:cNvSpPr>
            <a:spLocks noGrp="1" noChangeArrowheads="1"/>
          </p:cNvSpPr>
          <p:nvPr>
            <p:ph type="body" idx="1"/>
          </p:nvPr>
        </p:nvSpPr>
        <p:spPr bwMode="auto">
          <a:xfrm>
            <a:off x="838200" y="19050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61" name="Rectangle 65"/>
          <p:cNvSpPr>
            <a:spLocks noGrp="1" noChangeArrowheads="1"/>
          </p:cNvSpPr>
          <p:nvPr>
            <p:ph type="dt" sz="half" idx="2"/>
          </p:nvPr>
        </p:nvSpPr>
        <p:spPr bwMode="auto">
          <a:xfrm>
            <a:off x="152400" y="6248400"/>
            <a:ext cx="3429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cs typeface="+mn-cs"/>
              </a:defRPr>
            </a:lvl1pPr>
          </a:lstStyle>
          <a:p>
            <a:pPr>
              <a:defRPr/>
            </a:pPr>
            <a:r>
              <a:rPr lang="en-US"/>
              <a:t>© 2014 Goodrich, Tamassia, Goldwasser</a:t>
            </a:r>
            <a:endParaRPr lang="en-US" dirty="0"/>
          </a:p>
        </p:txBody>
      </p:sp>
      <p:sp>
        <p:nvSpPr>
          <p:cNvPr id="4162" name="Rectangle 6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latin typeface="Tahoma" pitchFamily="34" charset="0"/>
                <a:ea typeface="+mn-ea"/>
                <a:cs typeface="+mn-cs"/>
              </a:defRPr>
            </a:lvl1pPr>
          </a:lstStyle>
          <a:p>
            <a:pPr>
              <a:defRPr/>
            </a:pPr>
            <a:r>
              <a:rPr lang="en-US"/>
              <a:t>Recursion</a:t>
            </a:r>
          </a:p>
        </p:txBody>
      </p:sp>
      <p:sp>
        <p:nvSpPr>
          <p:cNvPr id="4163" name="Rectangle 67"/>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smtClean="0">
                <a:cs typeface="+mn-cs"/>
              </a:defRPr>
            </a:lvl1pPr>
          </a:lstStyle>
          <a:p>
            <a:pPr>
              <a:defRPr/>
            </a:pPr>
            <a:fld id="{8E9F77E2-AF0F-354D-8C3E-6773C5FBF5E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Lst>
  <p:hf hdr="0"/>
  <p:txStyles>
    <p:titleStyle>
      <a:lvl1pPr algn="l"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400">
          <a:solidFill>
            <a:schemeClr val="tx2"/>
          </a:solidFill>
          <a:latin typeface="Tahoma" pitchFamily="34" charset="0"/>
          <a:ea typeface="ＭＳ Ｐゴシック" charset="0"/>
          <a:cs typeface="ＭＳ Ｐゴシック" charset="0"/>
        </a:defRPr>
      </a:lvl2pPr>
      <a:lvl3pPr algn="l" rtl="0" eaLnBrk="0" fontAlgn="base" hangingPunct="0">
        <a:spcBef>
          <a:spcPct val="0"/>
        </a:spcBef>
        <a:spcAft>
          <a:spcPct val="0"/>
        </a:spcAft>
        <a:defRPr sz="4400">
          <a:solidFill>
            <a:schemeClr val="tx2"/>
          </a:solidFill>
          <a:latin typeface="Tahoma" pitchFamily="34" charset="0"/>
          <a:ea typeface="ＭＳ Ｐゴシック" charset="0"/>
          <a:cs typeface="ＭＳ Ｐゴシック" charset="0"/>
        </a:defRPr>
      </a:lvl3pPr>
      <a:lvl4pPr algn="l" rtl="0" eaLnBrk="0" fontAlgn="base" hangingPunct="0">
        <a:spcBef>
          <a:spcPct val="0"/>
        </a:spcBef>
        <a:spcAft>
          <a:spcPct val="0"/>
        </a:spcAft>
        <a:defRPr sz="4400">
          <a:solidFill>
            <a:schemeClr val="tx2"/>
          </a:solidFill>
          <a:latin typeface="Tahoma" pitchFamily="34" charset="0"/>
          <a:ea typeface="ＭＳ Ｐゴシック" charset="0"/>
          <a:cs typeface="ＭＳ Ｐゴシック" charset="0"/>
        </a:defRPr>
      </a:lvl4pPr>
      <a:lvl5pPr algn="l" rtl="0" eaLnBrk="0" fontAlgn="base" hangingPunct="0">
        <a:spcBef>
          <a:spcPct val="0"/>
        </a:spcBef>
        <a:spcAft>
          <a:spcPct val="0"/>
        </a:spcAft>
        <a:defRPr sz="4400">
          <a:solidFill>
            <a:schemeClr val="tx2"/>
          </a:solidFill>
          <a:latin typeface="Tahoma" pitchFamily="34" charset="0"/>
          <a:ea typeface="ＭＳ Ｐゴシック" charset="0"/>
          <a:cs typeface="ＭＳ Ｐゴシック"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tx1"/>
        </a:buClr>
        <a:buSzPct val="60000"/>
        <a:buFont typeface="Wingdings" charset="0"/>
        <a:buChar char="q"/>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chemeClr val="tx1"/>
        </a:buClr>
        <a:buSzPct val="60000"/>
        <a:buFont typeface="Wingdings" charset="0"/>
        <a:buChar char="n"/>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lr>
          <a:schemeClr val="hlink"/>
        </a:buClr>
        <a:buSzPct val="95000"/>
        <a:buFont typeface="Wingdings" charset="0"/>
        <a:buChar char="w"/>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lr>
          <a:schemeClr val="tx1"/>
        </a:buClr>
        <a:buSzPct val="65000"/>
        <a:buFont typeface="Wingdings" charset="0"/>
        <a:buChar char="n"/>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lr>
          <a:schemeClr val="hlink"/>
        </a:buClr>
        <a:buSzPct val="60000"/>
        <a:buFont typeface="Wingdings" charset="0"/>
        <a:buChar char="n"/>
        <a:defRPr sz="2000">
          <a:solidFill>
            <a:schemeClr val="tx1"/>
          </a:solidFill>
          <a:latin typeface="+mn-lt"/>
          <a:ea typeface="ＭＳ Ｐゴシック" charset="0"/>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2.bin"/><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0"/>
          <p:cNvSpPr>
            <a:spLocks noGrp="1" noChangeArrowheads="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10242" name="Rectangle 71"/>
          <p:cNvSpPr>
            <a:spLocks noGrp="1" noChangeArrowheads="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9E677CCB-42E9-614B-8ED6-0664A1DF3EC0}" type="slidenum">
              <a:rPr lang="en-US" sz="1400"/>
              <a:pPr eaLnBrk="1" hangingPunct="1"/>
              <a:t>1</a:t>
            </a:fld>
            <a:endParaRPr lang="en-US" sz="1400"/>
          </a:p>
        </p:txBody>
      </p:sp>
      <p:sp>
        <p:nvSpPr>
          <p:cNvPr id="10243" name="Rectangle 2"/>
          <p:cNvSpPr>
            <a:spLocks noGrp="1" noChangeArrowheads="1"/>
          </p:cNvSpPr>
          <p:nvPr>
            <p:ph type="ctrTitle"/>
          </p:nvPr>
        </p:nvSpPr>
        <p:spPr>
          <a:xfrm>
            <a:off x="914400" y="1676400"/>
            <a:ext cx="7772400" cy="1143000"/>
          </a:xfrm>
        </p:spPr>
        <p:txBody>
          <a:bodyPr/>
          <a:lstStyle/>
          <a:p>
            <a:pPr eaLnBrk="1" hangingPunct="1"/>
            <a:r>
              <a:rPr lang="en-US" dirty="0">
                <a:latin typeface="Tahoma" charset="0"/>
              </a:rPr>
              <a:t>Recursion</a:t>
            </a:r>
          </a:p>
        </p:txBody>
      </p:sp>
      <p:pic>
        <p:nvPicPr>
          <p:cNvPr id="10244" name="Picture 252" descr="BD05515_"/>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278438" y="2514600"/>
            <a:ext cx="2622550" cy="2819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45" name="Date Placeholder 5"/>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
        <p:nvSpPr>
          <p:cNvPr id="7" name="Subtitle 1"/>
          <p:cNvSpPr>
            <a:spLocks noGrp="1"/>
          </p:cNvSpPr>
          <p:nvPr>
            <p:ph type="subTitle" idx="1"/>
          </p:nvPr>
        </p:nvSpPr>
        <p:spPr>
          <a:xfrm>
            <a:off x="914400" y="381000"/>
            <a:ext cx="6629400" cy="990600"/>
          </a:xfrm>
        </p:spPr>
        <p:txBody>
          <a:bodyPr>
            <a:normAutofit/>
          </a:bodyPr>
          <a:lstStyle/>
          <a:p>
            <a:r>
              <a:rPr lang="en-US" sz="1800" dirty="0"/>
              <a:t>Presentation for use with the textbook </a:t>
            </a:r>
            <a:r>
              <a:rPr lang="en-US" sz="1800" dirty="0">
                <a:solidFill>
                  <a:schemeClr val="tx2"/>
                </a:solidFill>
              </a:rPr>
              <a:t>Data Structures and Algorithms in Java, 6</a:t>
            </a:r>
            <a:r>
              <a:rPr lang="en-US" sz="1800" baseline="30000" dirty="0">
                <a:solidFill>
                  <a:schemeClr val="tx2"/>
                </a:solidFill>
              </a:rPr>
              <a:t>th</a:t>
            </a:r>
            <a:r>
              <a:rPr lang="en-US" sz="1800" dirty="0">
                <a:solidFill>
                  <a:schemeClr val="tx2"/>
                </a:solidFill>
              </a:rPr>
              <a:t> edition</a:t>
            </a:r>
            <a:r>
              <a:rPr lang="en-US" sz="1800" dirty="0"/>
              <a:t>, by M. T. Goodrich, R. Tamassia, and M. H. Goldwasser, Wiley, 2014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Footer Placeholder 5"/>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12290" name="Slide Number Placeholder 6"/>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8A9CF3F0-E475-6C44-8B5A-F065EBEF5143}" type="slidenum">
              <a:rPr lang="en-US" sz="1400"/>
              <a:pPr eaLnBrk="1" hangingPunct="1"/>
              <a:t>2</a:t>
            </a:fld>
            <a:endParaRPr lang="en-US" sz="1400"/>
          </a:p>
        </p:txBody>
      </p:sp>
      <p:sp>
        <p:nvSpPr>
          <p:cNvPr id="12291" name="Rectangle 2"/>
          <p:cNvSpPr>
            <a:spLocks noGrp="1" noChangeArrowheads="1"/>
          </p:cNvSpPr>
          <p:nvPr>
            <p:ph type="title"/>
          </p:nvPr>
        </p:nvSpPr>
        <p:spPr>
          <a:xfrm>
            <a:off x="609600" y="304800"/>
            <a:ext cx="8229600" cy="1143000"/>
          </a:xfrm>
        </p:spPr>
        <p:txBody>
          <a:bodyPr/>
          <a:lstStyle/>
          <a:p>
            <a:pPr eaLnBrk="1" hangingPunct="1"/>
            <a:r>
              <a:rPr lang="en-US" sz="4000" dirty="0">
                <a:latin typeface="Tahoma" charset="0"/>
              </a:rPr>
              <a:t>The Recursion Pattern</a:t>
            </a:r>
            <a:endParaRPr lang="en-US" sz="4000" dirty="0">
              <a:latin typeface="Tahoma" charset="0"/>
              <a:cs typeface="Tahoma" charset="0"/>
            </a:endParaRPr>
          </a:p>
        </p:txBody>
      </p:sp>
      <p:sp>
        <p:nvSpPr>
          <p:cNvPr id="12292" name="Rectangle 44" descr="Rectangle: Click to edit Master text styles&#10;Second level&#10;Third level&#10;Fourth level&#10;Fifth level"/>
          <p:cNvSpPr>
            <a:spLocks noGrp="1" noChangeArrowheads="1"/>
          </p:cNvSpPr>
          <p:nvPr>
            <p:ph type="body" sz="half" idx="1"/>
          </p:nvPr>
        </p:nvSpPr>
        <p:spPr>
          <a:xfrm>
            <a:off x="838200" y="1524000"/>
            <a:ext cx="7772400" cy="4800600"/>
          </a:xfrm>
        </p:spPr>
        <p:txBody>
          <a:bodyPr/>
          <a:lstStyle/>
          <a:p>
            <a:pPr eaLnBrk="1" hangingPunct="1">
              <a:lnSpc>
                <a:spcPct val="80000"/>
              </a:lnSpc>
            </a:pPr>
            <a:r>
              <a:rPr lang="en-US" sz="2400" dirty="0">
                <a:solidFill>
                  <a:schemeClr val="tx2"/>
                </a:solidFill>
                <a:latin typeface="Tahoma" charset="0"/>
              </a:rPr>
              <a:t>Recursion</a:t>
            </a:r>
            <a:r>
              <a:rPr lang="en-US" sz="2400" dirty="0">
                <a:latin typeface="Tahoma" charset="0"/>
              </a:rPr>
              <a:t>: when a method calls itself</a:t>
            </a:r>
          </a:p>
          <a:p>
            <a:pPr eaLnBrk="1" hangingPunct="1">
              <a:lnSpc>
                <a:spcPct val="80000"/>
              </a:lnSpc>
            </a:pPr>
            <a:r>
              <a:rPr lang="en-US" sz="2400" dirty="0">
                <a:latin typeface="Tahoma" charset="0"/>
              </a:rPr>
              <a:t>Classic example</a:t>
            </a:r>
            <a:r>
              <a:rPr lang="en-US" sz="2400" i="1" dirty="0">
                <a:latin typeface="Tahoma" charset="0"/>
              </a:rPr>
              <a:t> – </a:t>
            </a:r>
            <a:r>
              <a:rPr lang="en-US" sz="2400" dirty="0">
                <a:latin typeface="Tahoma" charset="0"/>
              </a:rPr>
              <a:t>the factorial function: </a:t>
            </a:r>
          </a:p>
          <a:p>
            <a:pPr marL="0" indent="0" eaLnBrk="1" hangingPunct="1">
              <a:lnSpc>
                <a:spcPct val="80000"/>
              </a:lnSpc>
              <a:buNone/>
            </a:pPr>
            <a:r>
              <a:rPr lang="en-US" sz="2400" dirty="0">
                <a:latin typeface="Tahoma" charset="0"/>
              </a:rPr>
              <a:t>		n! = 1</a:t>
            </a:r>
            <a:r>
              <a:rPr lang="en-US" sz="2400" dirty="0">
                <a:latin typeface="Tahoma" charset="0"/>
                <a:cs typeface="Tahoma" charset="0"/>
              </a:rPr>
              <a:t>· </a:t>
            </a:r>
            <a:r>
              <a:rPr lang="en-US" sz="2400" dirty="0">
                <a:latin typeface="Tahoma" charset="0"/>
              </a:rPr>
              <a:t>2</a:t>
            </a:r>
            <a:r>
              <a:rPr lang="en-US" sz="2400" dirty="0">
                <a:latin typeface="Tahoma" charset="0"/>
                <a:cs typeface="Tahoma" charset="0"/>
              </a:rPr>
              <a:t>· </a:t>
            </a:r>
            <a:r>
              <a:rPr lang="en-US" sz="2400" dirty="0">
                <a:latin typeface="Tahoma" charset="0"/>
              </a:rPr>
              <a:t>3</a:t>
            </a:r>
            <a:r>
              <a:rPr lang="en-US" sz="2400" dirty="0">
                <a:latin typeface="Tahoma" charset="0"/>
                <a:cs typeface="Tahoma" charset="0"/>
              </a:rPr>
              <a:t>· ··· · </a:t>
            </a:r>
            <a:r>
              <a:rPr lang="en-US" sz="2400" dirty="0">
                <a:latin typeface="Tahoma" charset="0"/>
              </a:rPr>
              <a:t>(n-1)</a:t>
            </a:r>
            <a:r>
              <a:rPr lang="en-US" sz="2400" dirty="0">
                <a:latin typeface="Tahoma" charset="0"/>
                <a:cs typeface="Tahoma" charset="0"/>
              </a:rPr>
              <a:t>· </a:t>
            </a:r>
            <a:r>
              <a:rPr lang="en-US" sz="2400" dirty="0">
                <a:latin typeface="Tahoma" charset="0"/>
              </a:rPr>
              <a:t>n</a:t>
            </a:r>
          </a:p>
          <a:p>
            <a:pPr eaLnBrk="1" hangingPunct="1">
              <a:lnSpc>
                <a:spcPct val="80000"/>
              </a:lnSpc>
            </a:pPr>
            <a:r>
              <a:rPr lang="en-US" sz="2400" dirty="0">
                <a:latin typeface="Tahoma" charset="0"/>
                <a:cs typeface="Tahoma" charset="0"/>
              </a:rPr>
              <a:t>Recursive definition:</a:t>
            </a:r>
          </a:p>
          <a:p>
            <a:pPr marL="0" indent="0" eaLnBrk="1" hangingPunct="1">
              <a:lnSpc>
                <a:spcPct val="80000"/>
              </a:lnSpc>
              <a:buNone/>
            </a:pPr>
            <a:endParaRPr lang="en-US" sz="2400" dirty="0">
              <a:latin typeface="Tahoma" charset="0"/>
              <a:cs typeface="Tahoma" charset="0"/>
            </a:endParaRPr>
          </a:p>
          <a:p>
            <a:pPr eaLnBrk="1" hangingPunct="1">
              <a:lnSpc>
                <a:spcPct val="80000"/>
              </a:lnSpc>
            </a:pPr>
            <a:r>
              <a:rPr lang="en-US" sz="2400" dirty="0">
                <a:latin typeface="Tahoma" charset="0"/>
                <a:cs typeface="Tahoma" charset="0"/>
              </a:rPr>
              <a:t>As a Java method:</a:t>
            </a:r>
          </a:p>
        </p:txBody>
      </p:sp>
      <p:graphicFrame>
        <p:nvGraphicFramePr>
          <p:cNvPr id="12293" name="Object 45"/>
          <p:cNvGraphicFramePr>
            <a:graphicFrameLocks noGrp="1" noChangeAspect="1"/>
          </p:cNvGraphicFramePr>
          <p:nvPr>
            <p:ph sz="half" idx="2"/>
            <p:extLst>
              <p:ext uri="{D42A27DB-BD31-4B8C-83A1-F6EECF244321}">
                <p14:modId xmlns:p14="http://schemas.microsoft.com/office/powerpoint/2010/main" val="35395393"/>
              </p:ext>
            </p:extLst>
          </p:nvPr>
        </p:nvGraphicFramePr>
        <p:xfrm>
          <a:off x="3962400" y="2667000"/>
          <a:ext cx="3556820" cy="914400"/>
        </p:xfrm>
        <a:graphic>
          <a:graphicData uri="http://schemas.openxmlformats.org/presentationml/2006/ole">
            <mc:AlternateContent xmlns:mc="http://schemas.openxmlformats.org/markup-compatibility/2006">
              <mc:Choice xmlns:v="urn:schemas-microsoft-com:vml" Requires="v">
                <p:oleObj name="Equation" r:id="rId2" imgW="1778000" imgH="457200" progId="Equation.3">
                  <p:embed/>
                </p:oleObj>
              </mc:Choice>
              <mc:Fallback>
                <p:oleObj name="Equation" r:id="rId2" imgW="1778000" imgH="457200" progId="Equation.3">
                  <p:embed/>
                  <p:pic>
                    <p:nvPicPr>
                      <p:cNvPr id="0" name="Object 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2667000"/>
                        <a:ext cx="3556820" cy="914400"/>
                      </a:xfrm>
                      <a:prstGeom prst="rect">
                        <a:avLst/>
                      </a:prstGeom>
                      <a:noFill/>
                      <a:ln>
                        <a:noFill/>
                      </a:ln>
                      <a:effectLst/>
                    </p:spPr>
                  </p:pic>
                </p:oleObj>
              </mc:Fallback>
            </mc:AlternateContent>
          </a:graphicData>
        </a:graphic>
      </p:graphicFrame>
      <p:sp>
        <p:nvSpPr>
          <p:cNvPr id="12294" name="Date Placeholder 6"/>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endParaRPr lang="en-US" sz="1400" dirty="0"/>
          </a:p>
        </p:txBody>
      </p:sp>
      <p:pic>
        <p:nvPicPr>
          <p:cNvPr id="2" name="Picture 1"/>
          <p:cNvPicPr>
            <a:picLocks noChangeAspect="1"/>
          </p:cNvPicPr>
          <p:nvPr/>
        </p:nvPicPr>
        <p:blipFill>
          <a:blip r:embed="rId4"/>
          <a:stretch>
            <a:fillRect/>
          </a:stretch>
        </p:blipFill>
        <p:spPr>
          <a:xfrm>
            <a:off x="604592" y="3886200"/>
            <a:ext cx="8234608" cy="228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Footer Placeholder 4"/>
          <p:cNvSpPr>
            <a:spLocks noGrp="1"/>
          </p:cNvSpPr>
          <p:nvPr>
            <p:ph type="ftr" sz="quarter" idx="12"/>
          </p:nvPr>
        </p:nvSpPr>
        <p:spPr>
          <a:xfrm>
            <a:off x="152400" y="6248400"/>
            <a:ext cx="3429000" cy="457200"/>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algn="l" eaLnBrk="1" hangingPunct="1"/>
            <a:r>
              <a:rPr lang="en-US" sz="1200"/>
              <a:t>Recursion</a:t>
            </a:r>
          </a:p>
        </p:txBody>
      </p:sp>
      <p:sp>
        <p:nvSpPr>
          <p:cNvPr id="13314"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1DA06153-850C-CF44-BF81-AF7DDB2B0BA8}" type="slidenum">
              <a:rPr lang="en-US" sz="1400" smtClean="0"/>
              <a:pPr eaLnBrk="1" hangingPunct="1"/>
              <a:t>3</a:t>
            </a:fld>
            <a:endParaRPr lang="en-US" sz="1400"/>
          </a:p>
        </p:txBody>
      </p:sp>
      <p:sp>
        <p:nvSpPr>
          <p:cNvPr id="13315" name="Rectangle 2"/>
          <p:cNvSpPr>
            <a:spLocks noGrp="1" noChangeArrowheads="1"/>
          </p:cNvSpPr>
          <p:nvPr>
            <p:ph type="title"/>
          </p:nvPr>
        </p:nvSpPr>
        <p:spPr>
          <a:xfrm>
            <a:off x="609600" y="304800"/>
            <a:ext cx="8153400" cy="1143000"/>
          </a:xfrm>
        </p:spPr>
        <p:txBody>
          <a:bodyPr/>
          <a:lstStyle/>
          <a:p>
            <a:pPr eaLnBrk="1" hangingPunct="1"/>
            <a:r>
              <a:rPr lang="en-US">
                <a:latin typeface="Tahoma" charset="0"/>
              </a:rPr>
              <a:t>Content of a Recursive Method</a:t>
            </a:r>
            <a:endParaRPr lang="en-US">
              <a:latin typeface="Tahoma" charset="0"/>
              <a:cs typeface="Tahoma" charset="0"/>
            </a:endParaRPr>
          </a:p>
        </p:txBody>
      </p:sp>
      <p:sp>
        <p:nvSpPr>
          <p:cNvPr id="13316" name="Rectangle 3" descr="Rectangle: Click to edit Master text styles&#10;Second level&#10;Third level&#10;Fourth level&#10;Fifth level"/>
          <p:cNvSpPr>
            <a:spLocks noGrp="1" noChangeArrowheads="1"/>
          </p:cNvSpPr>
          <p:nvPr>
            <p:ph type="body" idx="1"/>
          </p:nvPr>
        </p:nvSpPr>
        <p:spPr>
          <a:xfrm>
            <a:off x="838200" y="1676400"/>
            <a:ext cx="7848600" cy="4724400"/>
          </a:xfrm>
        </p:spPr>
        <p:txBody>
          <a:bodyPr/>
          <a:lstStyle/>
          <a:p>
            <a:pPr eaLnBrk="1" hangingPunct="1"/>
            <a:r>
              <a:rPr lang="en-US" sz="2800" dirty="0">
                <a:solidFill>
                  <a:srgbClr val="C00000"/>
                </a:solidFill>
                <a:latin typeface="Tahoma" charset="0"/>
              </a:rPr>
              <a:t>Base case(s)</a:t>
            </a:r>
            <a:endParaRPr lang="en-US" sz="2800" i="1" dirty="0">
              <a:solidFill>
                <a:srgbClr val="C00000"/>
              </a:solidFill>
              <a:latin typeface="Tahoma" charset="0"/>
            </a:endParaRPr>
          </a:p>
          <a:p>
            <a:pPr lvl="1" eaLnBrk="1" hangingPunct="1"/>
            <a:r>
              <a:rPr lang="en-US" sz="2400" dirty="0">
                <a:latin typeface="Tahoma" charset="0"/>
              </a:rPr>
              <a:t>Values of the input variables for which we perform no recursive calls are called </a:t>
            </a:r>
            <a:r>
              <a:rPr lang="en-US" sz="2400" dirty="0">
                <a:solidFill>
                  <a:schemeClr val="tx2"/>
                </a:solidFill>
                <a:latin typeface="Tahoma" charset="0"/>
              </a:rPr>
              <a:t>base cases</a:t>
            </a:r>
            <a:r>
              <a:rPr lang="en-US" sz="2400" dirty="0">
                <a:latin typeface="Tahoma" charset="0"/>
              </a:rPr>
              <a:t> (there should be at least one base case). </a:t>
            </a:r>
          </a:p>
          <a:p>
            <a:pPr lvl="1" eaLnBrk="1" hangingPunct="1"/>
            <a:r>
              <a:rPr lang="en-US" sz="2400" dirty="0">
                <a:latin typeface="Tahoma" charset="0"/>
              </a:rPr>
              <a:t>Every possible chain of recursive calls </a:t>
            </a:r>
            <a:r>
              <a:rPr lang="en-US" sz="2400" dirty="0">
                <a:solidFill>
                  <a:schemeClr val="tx2"/>
                </a:solidFill>
                <a:latin typeface="Tahoma" charset="0"/>
              </a:rPr>
              <a:t>must</a:t>
            </a:r>
            <a:r>
              <a:rPr lang="en-US" sz="2400" dirty="0">
                <a:latin typeface="Tahoma" charset="0"/>
              </a:rPr>
              <a:t> eventually </a:t>
            </a:r>
            <a:r>
              <a:rPr lang="en-US" sz="2400" dirty="0">
                <a:solidFill>
                  <a:srgbClr val="FF0000"/>
                </a:solidFill>
                <a:highlight>
                  <a:srgbClr val="FFFF00"/>
                </a:highlight>
                <a:latin typeface="Tahoma" charset="0"/>
              </a:rPr>
              <a:t>reach a base case</a:t>
            </a:r>
            <a:r>
              <a:rPr lang="en-US" sz="2400" dirty="0">
                <a:latin typeface="Tahoma" charset="0"/>
              </a:rPr>
              <a:t>.</a:t>
            </a:r>
            <a:r>
              <a:rPr lang="ar-SA" sz="2400" dirty="0">
                <a:latin typeface="Tahoma" charset="0"/>
              </a:rPr>
              <a:t> يجب أن تصل كل سلسلة ممكنة من </a:t>
            </a:r>
            <a:r>
              <a:rPr lang="ar-JO" sz="2400" dirty="0">
                <a:latin typeface="Tahoma" charset="0"/>
              </a:rPr>
              <a:t>الاستدعاءات الذاتيه </a:t>
            </a:r>
            <a:r>
              <a:rPr lang="ar-SA" sz="2400" dirty="0">
                <a:latin typeface="Tahoma" charset="0"/>
              </a:rPr>
              <a:t>في النهاية إلى </a:t>
            </a:r>
            <a:r>
              <a:rPr lang="ar-JO" sz="2400" dirty="0">
                <a:latin typeface="Tahoma" charset="0"/>
              </a:rPr>
              <a:t>ال</a:t>
            </a:r>
            <a:r>
              <a:rPr lang="ar-SA" sz="2400" dirty="0">
                <a:latin typeface="Tahoma" charset="0"/>
              </a:rPr>
              <a:t>حالة </a:t>
            </a:r>
            <a:r>
              <a:rPr lang="ar-JO" sz="2400" dirty="0">
                <a:latin typeface="Tahoma" charset="0"/>
              </a:rPr>
              <a:t>ال</a:t>
            </a:r>
            <a:r>
              <a:rPr lang="ar-SA" sz="2400" dirty="0">
                <a:latin typeface="Tahoma" charset="0"/>
              </a:rPr>
              <a:t>أساسية.</a:t>
            </a:r>
            <a:endParaRPr lang="en-US" sz="2400" dirty="0">
              <a:latin typeface="Tahoma" charset="0"/>
            </a:endParaRPr>
          </a:p>
          <a:p>
            <a:pPr eaLnBrk="1" hangingPunct="1"/>
            <a:r>
              <a:rPr lang="en-US" sz="2800" dirty="0">
                <a:solidFill>
                  <a:schemeClr val="tx2"/>
                </a:solidFill>
                <a:latin typeface="Tahoma" charset="0"/>
              </a:rPr>
              <a:t>Recursive calls</a:t>
            </a:r>
          </a:p>
          <a:p>
            <a:pPr lvl="1" eaLnBrk="1" hangingPunct="1"/>
            <a:r>
              <a:rPr lang="en-US" sz="2400" dirty="0">
                <a:latin typeface="Tahoma" charset="0"/>
              </a:rPr>
              <a:t>Calls to the current method. </a:t>
            </a:r>
          </a:p>
          <a:p>
            <a:pPr lvl="1" eaLnBrk="1" hangingPunct="1"/>
            <a:r>
              <a:rPr lang="en-US" sz="2400" dirty="0">
                <a:latin typeface="Tahoma" charset="0"/>
              </a:rPr>
              <a:t>Each recursive call should be defined so that it makes </a:t>
            </a:r>
            <a:r>
              <a:rPr lang="en-US" sz="2400" dirty="0">
                <a:solidFill>
                  <a:srgbClr val="FF0000"/>
                </a:solidFill>
                <a:highlight>
                  <a:srgbClr val="FFFF00"/>
                </a:highlight>
                <a:latin typeface="Tahoma" charset="0"/>
              </a:rPr>
              <a:t>progress towards a base case</a:t>
            </a:r>
            <a:r>
              <a:rPr lang="en-US" sz="2400" dirty="0">
                <a:latin typeface="Tahoma" charset="0"/>
              </a:rPr>
              <a:t>.</a:t>
            </a:r>
          </a:p>
        </p:txBody>
      </p:sp>
      <p:sp>
        <p:nvSpPr>
          <p:cNvPr id="13317" name="Date Placeholder 6"/>
          <p:cNvSpPr>
            <a:spLocks noGrp="1"/>
          </p:cNvSpPr>
          <p:nvPr>
            <p:ph type="dt" sz="quarter" idx="10"/>
          </p:nvPr>
        </p:nvSpPr>
        <p:spPr>
          <a:xfrm>
            <a:off x="3124200" y="6248400"/>
            <a:ext cx="2895600" cy="457200"/>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t>© 2014 Goodrich, Tamassia, Goldwasser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p:nvPr>
        </p:nvSpPr>
        <p:spPr/>
        <p:txBody>
          <a:bodyPr/>
          <a:lstStyle/>
          <a:p>
            <a:pPr eaLnBrk="1" hangingPunct="1"/>
            <a:r>
              <a:rPr lang="en-US" sz="4000">
                <a:latin typeface="Tahoma" charset="0"/>
              </a:rPr>
              <a:t>Visualizing Recursion</a:t>
            </a:r>
          </a:p>
        </p:txBody>
      </p:sp>
      <p:sp>
        <p:nvSpPr>
          <p:cNvPr id="14338" name="Rectangle 3" descr="Rectangle: Click to edit Master text styles&#10;Second level&#10;Third level&#10;Fourth level&#10;Fifth level"/>
          <p:cNvSpPr>
            <a:spLocks noGrp="1" noChangeArrowheads="1"/>
          </p:cNvSpPr>
          <p:nvPr>
            <p:ph type="body" sz="half" idx="1"/>
          </p:nvPr>
        </p:nvSpPr>
        <p:spPr>
          <a:xfrm>
            <a:off x="609600" y="1600200"/>
            <a:ext cx="3810000" cy="4114800"/>
          </a:xfrm>
        </p:spPr>
        <p:txBody>
          <a:bodyPr/>
          <a:lstStyle/>
          <a:p>
            <a:pPr eaLnBrk="1" hangingPunct="1"/>
            <a:r>
              <a:rPr lang="en-US" dirty="0">
                <a:solidFill>
                  <a:schemeClr val="tx2"/>
                </a:solidFill>
                <a:latin typeface="Tahoma" charset="0"/>
              </a:rPr>
              <a:t>Recursion trace</a:t>
            </a:r>
          </a:p>
          <a:p>
            <a:pPr lvl="1" eaLnBrk="1" hangingPunct="1"/>
            <a:r>
              <a:rPr lang="en-US" sz="2400" dirty="0">
                <a:latin typeface="Tahoma" charset="0"/>
              </a:rPr>
              <a:t>A box for each recursive call</a:t>
            </a:r>
          </a:p>
          <a:p>
            <a:pPr lvl="1" eaLnBrk="1" hangingPunct="1"/>
            <a:r>
              <a:rPr lang="en-US" sz="2400" dirty="0">
                <a:latin typeface="Tahoma" charset="0"/>
              </a:rPr>
              <a:t>An arrow from each caller to </a:t>
            </a:r>
            <a:r>
              <a:rPr lang="en-US" sz="2400" dirty="0" err="1">
                <a:latin typeface="Tahoma" charset="0"/>
              </a:rPr>
              <a:t>callee</a:t>
            </a:r>
            <a:endParaRPr lang="en-US" sz="2400" dirty="0">
              <a:latin typeface="Tahoma" charset="0"/>
            </a:endParaRPr>
          </a:p>
          <a:p>
            <a:pPr lvl="1" eaLnBrk="1" hangingPunct="1"/>
            <a:r>
              <a:rPr lang="en-US" sz="2400" dirty="0">
                <a:latin typeface="Tahoma" charset="0"/>
              </a:rPr>
              <a:t>An arrow from each </a:t>
            </a:r>
            <a:r>
              <a:rPr lang="en-US" sz="2400" dirty="0" err="1">
                <a:latin typeface="Tahoma" charset="0"/>
              </a:rPr>
              <a:t>callee</a:t>
            </a:r>
            <a:r>
              <a:rPr lang="en-US" sz="2400" dirty="0">
                <a:latin typeface="Tahoma" charset="0"/>
              </a:rPr>
              <a:t> to caller showing return value</a:t>
            </a:r>
          </a:p>
        </p:txBody>
      </p:sp>
      <p:sp>
        <p:nvSpPr>
          <p:cNvPr id="14339" name="Content Placeholder 101" descr="Rectangle: Click to edit Master text styles&#10;Second level&#10;Third level&#10;Fourth level&#10;Fifth level"/>
          <p:cNvSpPr>
            <a:spLocks noGrp="1"/>
          </p:cNvSpPr>
          <p:nvPr>
            <p:ph sz="half" idx="2"/>
          </p:nvPr>
        </p:nvSpPr>
        <p:spPr>
          <a:xfrm>
            <a:off x="4648200" y="1600200"/>
            <a:ext cx="4191000" cy="1219200"/>
          </a:xfrm>
        </p:spPr>
        <p:txBody>
          <a:bodyPr/>
          <a:lstStyle/>
          <a:p>
            <a:r>
              <a:rPr lang="en-US" dirty="0">
                <a:solidFill>
                  <a:schemeClr val="tx2"/>
                </a:solidFill>
                <a:latin typeface="Tahoma" charset="0"/>
              </a:rPr>
              <a:t>Example</a:t>
            </a:r>
          </a:p>
        </p:txBody>
      </p:sp>
      <p:sp>
        <p:nvSpPr>
          <p:cNvPr id="14340" name="Footer Placeholder 6"/>
          <p:cNvSpPr>
            <a:spLocks noGrp="1"/>
          </p:cNvSpPr>
          <p:nvPr>
            <p:ph type="ftr" sz="quarter" idx="12"/>
          </p:nvPr>
        </p:nvSpPr>
        <p:spPr>
          <a:xfrm>
            <a:off x="152400" y="6248400"/>
            <a:ext cx="3429000" cy="457200"/>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algn="l" eaLnBrk="1" hangingPunct="1"/>
            <a:r>
              <a:rPr lang="en-US" sz="1200"/>
              <a:t>Recursion</a:t>
            </a:r>
          </a:p>
        </p:txBody>
      </p:sp>
      <p:sp>
        <p:nvSpPr>
          <p:cNvPr id="14341" name="Slide Number Placeholder 7"/>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D3F5127B-AF11-B54D-A4DD-560956A38095}" type="slidenum">
              <a:rPr lang="en-US" sz="1400"/>
              <a:pPr eaLnBrk="1" hangingPunct="1"/>
              <a:t>4</a:t>
            </a:fld>
            <a:endParaRPr lang="en-US" sz="1400"/>
          </a:p>
        </p:txBody>
      </p:sp>
      <p:grpSp>
        <p:nvGrpSpPr>
          <p:cNvPr id="14342" name="Group 11"/>
          <p:cNvGrpSpPr>
            <a:grpSpLocks noChangeAspect="1"/>
          </p:cNvGrpSpPr>
          <p:nvPr/>
        </p:nvGrpSpPr>
        <p:grpSpPr bwMode="auto">
          <a:xfrm>
            <a:off x="4114800" y="2362200"/>
            <a:ext cx="4757738" cy="3694113"/>
            <a:chOff x="2899" y="1511"/>
            <a:chExt cx="2690" cy="2089"/>
          </a:xfrm>
        </p:grpSpPr>
        <p:sp>
          <p:nvSpPr>
            <p:cNvPr id="14344" name="AutoShape 10"/>
            <p:cNvSpPr>
              <a:spLocks noChangeAspect="1" noChangeArrowheads="1" noTextEdit="1"/>
            </p:cNvSpPr>
            <p:nvPr/>
          </p:nvSpPr>
          <p:spPr bwMode="auto">
            <a:xfrm>
              <a:off x="2899" y="1511"/>
              <a:ext cx="2669" cy="20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4345" name="Freeform 12"/>
            <p:cNvSpPr>
              <a:spLocks/>
            </p:cNvSpPr>
            <p:nvPr/>
          </p:nvSpPr>
          <p:spPr bwMode="auto">
            <a:xfrm>
              <a:off x="2910" y="1756"/>
              <a:ext cx="1018" cy="204"/>
            </a:xfrm>
            <a:custGeom>
              <a:avLst/>
              <a:gdLst>
                <a:gd name="T0" fmla="*/ 4 w 3840"/>
                <a:gd name="T1" fmla="*/ 14 h 768"/>
                <a:gd name="T2" fmla="*/ 68 w 3840"/>
                <a:gd name="T3" fmla="*/ 14 h 768"/>
                <a:gd name="T4" fmla="*/ 72 w 3840"/>
                <a:gd name="T5" fmla="*/ 11 h 768"/>
                <a:gd name="T6" fmla="*/ 72 w 3840"/>
                <a:gd name="T7" fmla="*/ 11 h 768"/>
                <a:gd name="T8" fmla="*/ 72 w 3840"/>
                <a:gd name="T9" fmla="*/ 4 h 768"/>
                <a:gd name="T10" fmla="*/ 68 w 3840"/>
                <a:gd name="T11" fmla="*/ 0 h 768"/>
                <a:gd name="T12" fmla="*/ 4 w 3840"/>
                <a:gd name="T13" fmla="*/ 0 h 768"/>
                <a:gd name="T14" fmla="*/ 0 w 3840"/>
                <a:gd name="T15" fmla="*/ 4 h 768"/>
                <a:gd name="T16" fmla="*/ 0 w 3840"/>
                <a:gd name="T17" fmla="*/ 4 h 768"/>
                <a:gd name="T18" fmla="*/ 0 w 3840"/>
                <a:gd name="T19" fmla="*/ 11 h 768"/>
                <a:gd name="T20" fmla="*/ 4 w 3840"/>
                <a:gd name="T21" fmla="*/ 14 h 7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40"/>
                <a:gd name="T34" fmla="*/ 0 h 768"/>
                <a:gd name="T35" fmla="*/ 3840 w 3840"/>
                <a:gd name="T36" fmla="*/ 768 h 7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40" h="768">
                  <a:moveTo>
                    <a:pt x="192" y="768"/>
                  </a:moveTo>
                  <a:lnTo>
                    <a:pt x="3648" y="768"/>
                  </a:lnTo>
                  <a:cubicBezTo>
                    <a:pt x="3754" y="768"/>
                    <a:pt x="3840" y="682"/>
                    <a:pt x="3840" y="576"/>
                  </a:cubicBezTo>
                  <a:cubicBezTo>
                    <a:pt x="3840" y="576"/>
                    <a:pt x="3840" y="576"/>
                    <a:pt x="3840" y="576"/>
                  </a:cubicBezTo>
                  <a:lnTo>
                    <a:pt x="3840" y="192"/>
                  </a:lnTo>
                  <a:cubicBezTo>
                    <a:pt x="3840" y="86"/>
                    <a:pt x="3754" y="0"/>
                    <a:pt x="3648" y="0"/>
                  </a:cubicBezTo>
                  <a:lnTo>
                    <a:pt x="192" y="0"/>
                  </a:lnTo>
                  <a:cubicBezTo>
                    <a:pt x="86" y="0"/>
                    <a:pt x="0" y="86"/>
                    <a:pt x="0" y="192"/>
                  </a:cubicBezTo>
                  <a:lnTo>
                    <a:pt x="0" y="576"/>
                  </a:lnTo>
                  <a:cubicBezTo>
                    <a:pt x="0" y="682"/>
                    <a:pt x="86" y="768"/>
                    <a:pt x="192" y="768"/>
                  </a:cubicBezTo>
                  <a:close/>
                </a:path>
              </a:pathLst>
            </a:custGeom>
            <a:solidFill>
              <a:srgbClr val="FFFFFF"/>
            </a:solidFill>
            <a:ln w="0">
              <a:solidFill>
                <a:srgbClr val="000000"/>
              </a:solidFill>
              <a:round/>
              <a:headEnd/>
              <a:tailEnd/>
            </a:ln>
          </p:spPr>
          <p:txBody>
            <a:bodyPr/>
            <a:lstStyle/>
            <a:p>
              <a:endParaRPr lang="en-US"/>
            </a:p>
          </p:txBody>
        </p:sp>
        <p:sp>
          <p:nvSpPr>
            <p:cNvPr id="14346" name="Freeform 13"/>
            <p:cNvSpPr>
              <a:spLocks/>
            </p:cNvSpPr>
            <p:nvPr/>
          </p:nvSpPr>
          <p:spPr bwMode="auto">
            <a:xfrm>
              <a:off x="2910" y="1756"/>
              <a:ext cx="1018" cy="204"/>
            </a:xfrm>
            <a:custGeom>
              <a:avLst/>
              <a:gdLst>
                <a:gd name="T0" fmla="*/ 4 w 3840"/>
                <a:gd name="T1" fmla="*/ 14 h 768"/>
                <a:gd name="T2" fmla="*/ 68 w 3840"/>
                <a:gd name="T3" fmla="*/ 14 h 768"/>
                <a:gd name="T4" fmla="*/ 72 w 3840"/>
                <a:gd name="T5" fmla="*/ 11 h 768"/>
                <a:gd name="T6" fmla="*/ 72 w 3840"/>
                <a:gd name="T7" fmla="*/ 11 h 768"/>
                <a:gd name="T8" fmla="*/ 72 w 3840"/>
                <a:gd name="T9" fmla="*/ 4 h 768"/>
                <a:gd name="T10" fmla="*/ 68 w 3840"/>
                <a:gd name="T11" fmla="*/ 0 h 768"/>
                <a:gd name="T12" fmla="*/ 4 w 3840"/>
                <a:gd name="T13" fmla="*/ 0 h 768"/>
                <a:gd name="T14" fmla="*/ 0 w 3840"/>
                <a:gd name="T15" fmla="*/ 4 h 768"/>
                <a:gd name="T16" fmla="*/ 0 w 3840"/>
                <a:gd name="T17" fmla="*/ 4 h 768"/>
                <a:gd name="T18" fmla="*/ 0 w 3840"/>
                <a:gd name="T19" fmla="*/ 11 h 768"/>
                <a:gd name="T20" fmla="*/ 4 w 3840"/>
                <a:gd name="T21" fmla="*/ 14 h 7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40"/>
                <a:gd name="T34" fmla="*/ 0 h 768"/>
                <a:gd name="T35" fmla="*/ 3840 w 3840"/>
                <a:gd name="T36" fmla="*/ 768 h 7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40" h="768">
                  <a:moveTo>
                    <a:pt x="192" y="768"/>
                  </a:moveTo>
                  <a:lnTo>
                    <a:pt x="3648" y="768"/>
                  </a:lnTo>
                  <a:cubicBezTo>
                    <a:pt x="3754" y="768"/>
                    <a:pt x="3840" y="682"/>
                    <a:pt x="3840" y="576"/>
                  </a:cubicBezTo>
                  <a:cubicBezTo>
                    <a:pt x="3840" y="576"/>
                    <a:pt x="3840" y="576"/>
                    <a:pt x="3840" y="576"/>
                  </a:cubicBezTo>
                  <a:lnTo>
                    <a:pt x="3840" y="192"/>
                  </a:lnTo>
                  <a:cubicBezTo>
                    <a:pt x="3840" y="86"/>
                    <a:pt x="3754" y="0"/>
                    <a:pt x="3648" y="0"/>
                  </a:cubicBezTo>
                  <a:lnTo>
                    <a:pt x="192" y="0"/>
                  </a:lnTo>
                  <a:cubicBezTo>
                    <a:pt x="86" y="0"/>
                    <a:pt x="0" y="86"/>
                    <a:pt x="0" y="192"/>
                  </a:cubicBezTo>
                  <a:lnTo>
                    <a:pt x="0" y="576"/>
                  </a:lnTo>
                  <a:cubicBezTo>
                    <a:pt x="0" y="682"/>
                    <a:pt x="86" y="768"/>
                    <a:pt x="192" y="768"/>
                  </a:cubicBezTo>
                  <a:close/>
                </a:path>
              </a:pathLst>
            </a:custGeom>
            <a:noFill/>
            <a:ln w="6350" cap="rnd">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347" name="Rectangle 14"/>
            <p:cNvSpPr>
              <a:spLocks noChangeArrowheads="1"/>
            </p:cNvSpPr>
            <p:nvPr/>
          </p:nvSpPr>
          <p:spPr bwMode="auto">
            <a:xfrm>
              <a:off x="2954" y="1796"/>
              <a:ext cx="883"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dirty="0" err="1">
                  <a:solidFill>
                    <a:srgbClr val="3366FF"/>
                  </a:solidFill>
                  <a:latin typeface="Arial" charset="0"/>
                </a:rPr>
                <a:t>recursiveFactorial</a:t>
              </a:r>
              <a:endParaRPr lang="en-US" dirty="0"/>
            </a:p>
          </p:txBody>
        </p:sp>
        <p:sp>
          <p:nvSpPr>
            <p:cNvPr id="14348" name="Rectangle 15"/>
            <p:cNvSpPr>
              <a:spLocks noChangeArrowheads="1"/>
            </p:cNvSpPr>
            <p:nvPr/>
          </p:nvSpPr>
          <p:spPr bwMode="auto">
            <a:xfrm>
              <a:off x="3756" y="1796"/>
              <a:ext cx="81"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a:t>
              </a:r>
              <a:endParaRPr lang="en-US"/>
            </a:p>
          </p:txBody>
        </p:sp>
        <p:sp>
          <p:nvSpPr>
            <p:cNvPr id="14349" name="Rectangle 16"/>
            <p:cNvSpPr>
              <a:spLocks noChangeArrowheads="1"/>
            </p:cNvSpPr>
            <p:nvPr/>
          </p:nvSpPr>
          <p:spPr bwMode="auto">
            <a:xfrm>
              <a:off x="3790" y="1796"/>
              <a:ext cx="10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4</a:t>
              </a:r>
              <a:endParaRPr lang="en-US"/>
            </a:p>
          </p:txBody>
        </p:sp>
        <p:sp>
          <p:nvSpPr>
            <p:cNvPr id="14350" name="Rectangle 17"/>
            <p:cNvSpPr>
              <a:spLocks noChangeArrowheads="1"/>
            </p:cNvSpPr>
            <p:nvPr/>
          </p:nvSpPr>
          <p:spPr bwMode="auto">
            <a:xfrm>
              <a:off x="3850" y="1796"/>
              <a:ext cx="81"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a:t>
              </a:r>
              <a:endParaRPr lang="en-US"/>
            </a:p>
          </p:txBody>
        </p:sp>
        <p:sp>
          <p:nvSpPr>
            <p:cNvPr id="14351" name="Line 18"/>
            <p:cNvSpPr>
              <a:spLocks noChangeShapeType="1"/>
            </p:cNvSpPr>
            <p:nvPr/>
          </p:nvSpPr>
          <p:spPr bwMode="auto">
            <a:xfrm>
              <a:off x="3470" y="1960"/>
              <a:ext cx="44" cy="177"/>
            </a:xfrm>
            <a:prstGeom prst="line">
              <a:avLst/>
            </a:prstGeom>
            <a:noFill/>
            <a:ln w="1588" cap="rnd">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352" name="Freeform 19"/>
            <p:cNvSpPr>
              <a:spLocks/>
            </p:cNvSpPr>
            <p:nvPr/>
          </p:nvSpPr>
          <p:spPr bwMode="auto">
            <a:xfrm>
              <a:off x="3498" y="2130"/>
              <a:ext cx="30" cy="34"/>
            </a:xfrm>
            <a:custGeom>
              <a:avLst/>
              <a:gdLst>
                <a:gd name="T0" fmla="*/ 30 w 30"/>
                <a:gd name="T1" fmla="*/ 0 h 34"/>
                <a:gd name="T2" fmla="*/ 23 w 30"/>
                <a:gd name="T3" fmla="*/ 34 h 34"/>
                <a:gd name="T4" fmla="*/ 0 w 30"/>
                <a:gd name="T5" fmla="*/ 7 h 34"/>
                <a:gd name="T6" fmla="*/ 30 w 30"/>
                <a:gd name="T7" fmla="*/ 0 h 34"/>
                <a:gd name="T8" fmla="*/ 0 60000 65536"/>
                <a:gd name="T9" fmla="*/ 0 60000 65536"/>
                <a:gd name="T10" fmla="*/ 0 60000 65536"/>
                <a:gd name="T11" fmla="*/ 0 60000 65536"/>
                <a:gd name="T12" fmla="*/ 0 w 30"/>
                <a:gd name="T13" fmla="*/ 0 h 34"/>
                <a:gd name="T14" fmla="*/ 30 w 30"/>
                <a:gd name="T15" fmla="*/ 34 h 34"/>
              </a:gdLst>
              <a:ahLst/>
              <a:cxnLst>
                <a:cxn ang="T8">
                  <a:pos x="T0" y="T1"/>
                </a:cxn>
                <a:cxn ang="T9">
                  <a:pos x="T2" y="T3"/>
                </a:cxn>
                <a:cxn ang="T10">
                  <a:pos x="T4" y="T5"/>
                </a:cxn>
                <a:cxn ang="T11">
                  <a:pos x="T6" y="T7"/>
                </a:cxn>
              </a:cxnLst>
              <a:rect l="T12" t="T13" r="T14" b="T15"/>
              <a:pathLst>
                <a:path w="30" h="34">
                  <a:moveTo>
                    <a:pt x="30" y="0"/>
                  </a:moveTo>
                  <a:lnTo>
                    <a:pt x="23" y="34"/>
                  </a:lnTo>
                  <a:lnTo>
                    <a:pt x="0" y="7"/>
                  </a:lnTo>
                  <a:lnTo>
                    <a:pt x="30"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353" name="Freeform 20"/>
            <p:cNvSpPr>
              <a:spLocks/>
            </p:cNvSpPr>
            <p:nvPr/>
          </p:nvSpPr>
          <p:spPr bwMode="auto">
            <a:xfrm>
              <a:off x="3011" y="2164"/>
              <a:ext cx="1019" cy="203"/>
            </a:xfrm>
            <a:custGeom>
              <a:avLst/>
              <a:gdLst>
                <a:gd name="T0" fmla="*/ 4 w 3840"/>
                <a:gd name="T1" fmla="*/ 14 h 768"/>
                <a:gd name="T2" fmla="*/ 68 w 3840"/>
                <a:gd name="T3" fmla="*/ 14 h 768"/>
                <a:gd name="T4" fmla="*/ 72 w 3840"/>
                <a:gd name="T5" fmla="*/ 11 h 768"/>
                <a:gd name="T6" fmla="*/ 72 w 3840"/>
                <a:gd name="T7" fmla="*/ 11 h 768"/>
                <a:gd name="T8" fmla="*/ 72 w 3840"/>
                <a:gd name="T9" fmla="*/ 3 h 768"/>
                <a:gd name="T10" fmla="*/ 68 w 3840"/>
                <a:gd name="T11" fmla="*/ 0 h 768"/>
                <a:gd name="T12" fmla="*/ 4 w 3840"/>
                <a:gd name="T13" fmla="*/ 0 h 768"/>
                <a:gd name="T14" fmla="*/ 0 w 3840"/>
                <a:gd name="T15" fmla="*/ 3 h 768"/>
                <a:gd name="T16" fmla="*/ 0 w 3840"/>
                <a:gd name="T17" fmla="*/ 11 h 768"/>
                <a:gd name="T18" fmla="*/ 4 w 3840"/>
                <a:gd name="T19" fmla="*/ 14 h 7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40"/>
                <a:gd name="T31" fmla="*/ 0 h 768"/>
                <a:gd name="T32" fmla="*/ 3840 w 3840"/>
                <a:gd name="T33" fmla="*/ 768 h 7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40" h="768">
                  <a:moveTo>
                    <a:pt x="192" y="768"/>
                  </a:moveTo>
                  <a:lnTo>
                    <a:pt x="3648" y="768"/>
                  </a:lnTo>
                  <a:cubicBezTo>
                    <a:pt x="3754" y="768"/>
                    <a:pt x="3840" y="682"/>
                    <a:pt x="3840" y="576"/>
                  </a:cubicBezTo>
                  <a:cubicBezTo>
                    <a:pt x="3840" y="576"/>
                    <a:pt x="3840" y="576"/>
                    <a:pt x="3840" y="576"/>
                  </a:cubicBezTo>
                  <a:lnTo>
                    <a:pt x="3840" y="192"/>
                  </a:lnTo>
                  <a:cubicBezTo>
                    <a:pt x="3840" y="86"/>
                    <a:pt x="3754" y="0"/>
                    <a:pt x="3648" y="0"/>
                  </a:cubicBezTo>
                  <a:lnTo>
                    <a:pt x="192" y="0"/>
                  </a:lnTo>
                  <a:cubicBezTo>
                    <a:pt x="86" y="0"/>
                    <a:pt x="0" y="86"/>
                    <a:pt x="0" y="192"/>
                  </a:cubicBezTo>
                  <a:lnTo>
                    <a:pt x="0" y="576"/>
                  </a:lnTo>
                  <a:cubicBezTo>
                    <a:pt x="0" y="682"/>
                    <a:pt x="86" y="768"/>
                    <a:pt x="192" y="768"/>
                  </a:cubicBezTo>
                  <a:close/>
                </a:path>
              </a:pathLst>
            </a:custGeom>
            <a:solidFill>
              <a:srgbClr val="FFFFFF"/>
            </a:solidFill>
            <a:ln w="0">
              <a:solidFill>
                <a:srgbClr val="000000"/>
              </a:solidFill>
              <a:round/>
              <a:headEnd/>
              <a:tailEnd/>
            </a:ln>
          </p:spPr>
          <p:txBody>
            <a:bodyPr/>
            <a:lstStyle/>
            <a:p>
              <a:endParaRPr lang="en-US"/>
            </a:p>
          </p:txBody>
        </p:sp>
        <p:sp>
          <p:nvSpPr>
            <p:cNvPr id="14354" name="Freeform 21"/>
            <p:cNvSpPr>
              <a:spLocks/>
            </p:cNvSpPr>
            <p:nvPr/>
          </p:nvSpPr>
          <p:spPr bwMode="auto">
            <a:xfrm>
              <a:off x="3011" y="2164"/>
              <a:ext cx="1019" cy="203"/>
            </a:xfrm>
            <a:custGeom>
              <a:avLst/>
              <a:gdLst>
                <a:gd name="T0" fmla="*/ 4 w 3840"/>
                <a:gd name="T1" fmla="*/ 14 h 768"/>
                <a:gd name="T2" fmla="*/ 68 w 3840"/>
                <a:gd name="T3" fmla="*/ 14 h 768"/>
                <a:gd name="T4" fmla="*/ 72 w 3840"/>
                <a:gd name="T5" fmla="*/ 11 h 768"/>
                <a:gd name="T6" fmla="*/ 72 w 3840"/>
                <a:gd name="T7" fmla="*/ 11 h 768"/>
                <a:gd name="T8" fmla="*/ 72 w 3840"/>
                <a:gd name="T9" fmla="*/ 3 h 768"/>
                <a:gd name="T10" fmla="*/ 68 w 3840"/>
                <a:gd name="T11" fmla="*/ 0 h 768"/>
                <a:gd name="T12" fmla="*/ 4 w 3840"/>
                <a:gd name="T13" fmla="*/ 0 h 768"/>
                <a:gd name="T14" fmla="*/ 0 w 3840"/>
                <a:gd name="T15" fmla="*/ 3 h 768"/>
                <a:gd name="T16" fmla="*/ 0 w 3840"/>
                <a:gd name="T17" fmla="*/ 11 h 768"/>
                <a:gd name="T18" fmla="*/ 4 w 3840"/>
                <a:gd name="T19" fmla="*/ 14 h 7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40"/>
                <a:gd name="T31" fmla="*/ 0 h 768"/>
                <a:gd name="T32" fmla="*/ 3840 w 3840"/>
                <a:gd name="T33" fmla="*/ 768 h 7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40" h="768">
                  <a:moveTo>
                    <a:pt x="192" y="768"/>
                  </a:moveTo>
                  <a:lnTo>
                    <a:pt x="3648" y="768"/>
                  </a:lnTo>
                  <a:cubicBezTo>
                    <a:pt x="3754" y="768"/>
                    <a:pt x="3840" y="682"/>
                    <a:pt x="3840" y="576"/>
                  </a:cubicBezTo>
                  <a:cubicBezTo>
                    <a:pt x="3840" y="576"/>
                    <a:pt x="3840" y="576"/>
                    <a:pt x="3840" y="576"/>
                  </a:cubicBezTo>
                  <a:lnTo>
                    <a:pt x="3840" y="192"/>
                  </a:lnTo>
                  <a:cubicBezTo>
                    <a:pt x="3840" y="86"/>
                    <a:pt x="3754" y="0"/>
                    <a:pt x="3648" y="0"/>
                  </a:cubicBezTo>
                  <a:lnTo>
                    <a:pt x="192" y="0"/>
                  </a:lnTo>
                  <a:cubicBezTo>
                    <a:pt x="86" y="0"/>
                    <a:pt x="0" y="86"/>
                    <a:pt x="0" y="192"/>
                  </a:cubicBezTo>
                  <a:lnTo>
                    <a:pt x="0" y="576"/>
                  </a:lnTo>
                  <a:cubicBezTo>
                    <a:pt x="0" y="682"/>
                    <a:pt x="86" y="768"/>
                    <a:pt x="192" y="768"/>
                  </a:cubicBezTo>
                  <a:close/>
                </a:path>
              </a:pathLst>
            </a:custGeom>
            <a:noFill/>
            <a:ln w="6350" cap="rnd">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355" name="Rectangle 22"/>
            <p:cNvSpPr>
              <a:spLocks noChangeArrowheads="1"/>
            </p:cNvSpPr>
            <p:nvPr/>
          </p:nvSpPr>
          <p:spPr bwMode="auto">
            <a:xfrm>
              <a:off x="3056" y="2203"/>
              <a:ext cx="883"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recursiveFactorial</a:t>
              </a:r>
              <a:endParaRPr lang="en-US"/>
            </a:p>
          </p:txBody>
        </p:sp>
        <p:sp>
          <p:nvSpPr>
            <p:cNvPr id="14356" name="Rectangle 23"/>
            <p:cNvSpPr>
              <a:spLocks noChangeArrowheads="1"/>
            </p:cNvSpPr>
            <p:nvPr/>
          </p:nvSpPr>
          <p:spPr bwMode="auto">
            <a:xfrm>
              <a:off x="3858" y="2203"/>
              <a:ext cx="81"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a:t>
              </a:r>
              <a:endParaRPr lang="en-US"/>
            </a:p>
          </p:txBody>
        </p:sp>
        <p:sp>
          <p:nvSpPr>
            <p:cNvPr id="14357" name="Rectangle 24"/>
            <p:cNvSpPr>
              <a:spLocks noChangeArrowheads="1"/>
            </p:cNvSpPr>
            <p:nvPr/>
          </p:nvSpPr>
          <p:spPr bwMode="auto">
            <a:xfrm>
              <a:off x="3892" y="2203"/>
              <a:ext cx="10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3</a:t>
              </a:r>
              <a:endParaRPr lang="en-US"/>
            </a:p>
          </p:txBody>
        </p:sp>
        <p:sp>
          <p:nvSpPr>
            <p:cNvPr id="14358" name="Rectangle 25"/>
            <p:cNvSpPr>
              <a:spLocks noChangeArrowheads="1"/>
            </p:cNvSpPr>
            <p:nvPr/>
          </p:nvSpPr>
          <p:spPr bwMode="auto">
            <a:xfrm>
              <a:off x="3951" y="2203"/>
              <a:ext cx="81"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a:t>
              </a:r>
              <a:endParaRPr lang="en-US"/>
            </a:p>
          </p:txBody>
        </p:sp>
        <p:sp>
          <p:nvSpPr>
            <p:cNvPr id="14359" name="Line 26"/>
            <p:cNvSpPr>
              <a:spLocks noChangeShapeType="1"/>
            </p:cNvSpPr>
            <p:nvPr/>
          </p:nvSpPr>
          <p:spPr bwMode="auto">
            <a:xfrm>
              <a:off x="3572" y="2367"/>
              <a:ext cx="44" cy="178"/>
            </a:xfrm>
            <a:prstGeom prst="line">
              <a:avLst/>
            </a:prstGeom>
            <a:noFill/>
            <a:ln w="1588" cap="rnd">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360" name="Freeform 27"/>
            <p:cNvSpPr>
              <a:spLocks/>
            </p:cNvSpPr>
            <p:nvPr/>
          </p:nvSpPr>
          <p:spPr bwMode="auto">
            <a:xfrm>
              <a:off x="3600" y="2537"/>
              <a:ext cx="30" cy="34"/>
            </a:xfrm>
            <a:custGeom>
              <a:avLst/>
              <a:gdLst>
                <a:gd name="T0" fmla="*/ 30 w 30"/>
                <a:gd name="T1" fmla="*/ 0 h 34"/>
                <a:gd name="T2" fmla="*/ 23 w 30"/>
                <a:gd name="T3" fmla="*/ 34 h 34"/>
                <a:gd name="T4" fmla="*/ 0 w 30"/>
                <a:gd name="T5" fmla="*/ 8 h 34"/>
                <a:gd name="T6" fmla="*/ 30 w 30"/>
                <a:gd name="T7" fmla="*/ 0 h 34"/>
                <a:gd name="T8" fmla="*/ 0 60000 65536"/>
                <a:gd name="T9" fmla="*/ 0 60000 65536"/>
                <a:gd name="T10" fmla="*/ 0 60000 65536"/>
                <a:gd name="T11" fmla="*/ 0 60000 65536"/>
                <a:gd name="T12" fmla="*/ 0 w 30"/>
                <a:gd name="T13" fmla="*/ 0 h 34"/>
                <a:gd name="T14" fmla="*/ 30 w 30"/>
                <a:gd name="T15" fmla="*/ 34 h 34"/>
              </a:gdLst>
              <a:ahLst/>
              <a:cxnLst>
                <a:cxn ang="T8">
                  <a:pos x="T0" y="T1"/>
                </a:cxn>
                <a:cxn ang="T9">
                  <a:pos x="T2" y="T3"/>
                </a:cxn>
                <a:cxn ang="T10">
                  <a:pos x="T4" y="T5"/>
                </a:cxn>
                <a:cxn ang="T11">
                  <a:pos x="T6" y="T7"/>
                </a:cxn>
              </a:cxnLst>
              <a:rect l="T12" t="T13" r="T14" b="T15"/>
              <a:pathLst>
                <a:path w="30" h="34">
                  <a:moveTo>
                    <a:pt x="30" y="0"/>
                  </a:moveTo>
                  <a:lnTo>
                    <a:pt x="23" y="34"/>
                  </a:lnTo>
                  <a:lnTo>
                    <a:pt x="0" y="8"/>
                  </a:lnTo>
                  <a:lnTo>
                    <a:pt x="30"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361" name="Freeform 28"/>
            <p:cNvSpPr>
              <a:spLocks/>
            </p:cNvSpPr>
            <p:nvPr/>
          </p:nvSpPr>
          <p:spPr bwMode="auto">
            <a:xfrm>
              <a:off x="3113" y="2571"/>
              <a:ext cx="1019" cy="204"/>
            </a:xfrm>
            <a:custGeom>
              <a:avLst/>
              <a:gdLst>
                <a:gd name="T0" fmla="*/ 4 w 3840"/>
                <a:gd name="T1" fmla="*/ 14 h 768"/>
                <a:gd name="T2" fmla="*/ 68 w 3840"/>
                <a:gd name="T3" fmla="*/ 14 h 768"/>
                <a:gd name="T4" fmla="*/ 72 w 3840"/>
                <a:gd name="T5" fmla="*/ 11 h 768"/>
                <a:gd name="T6" fmla="*/ 72 w 3840"/>
                <a:gd name="T7" fmla="*/ 11 h 768"/>
                <a:gd name="T8" fmla="*/ 72 w 3840"/>
                <a:gd name="T9" fmla="*/ 4 h 768"/>
                <a:gd name="T10" fmla="*/ 68 w 3840"/>
                <a:gd name="T11" fmla="*/ 0 h 768"/>
                <a:gd name="T12" fmla="*/ 4 w 3840"/>
                <a:gd name="T13" fmla="*/ 0 h 768"/>
                <a:gd name="T14" fmla="*/ 0 w 3840"/>
                <a:gd name="T15" fmla="*/ 4 h 768"/>
                <a:gd name="T16" fmla="*/ 0 w 3840"/>
                <a:gd name="T17" fmla="*/ 11 h 768"/>
                <a:gd name="T18" fmla="*/ 4 w 3840"/>
                <a:gd name="T19" fmla="*/ 14 h 7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40"/>
                <a:gd name="T31" fmla="*/ 0 h 768"/>
                <a:gd name="T32" fmla="*/ 3840 w 3840"/>
                <a:gd name="T33" fmla="*/ 768 h 7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40" h="768">
                  <a:moveTo>
                    <a:pt x="192" y="768"/>
                  </a:moveTo>
                  <a:lnTo>
                    <a:pt x="3648" y="768"/>
                  </a:lnTo>
                  <a:cubicBezTo>
                    <a:pt x="3754" y="768"/>
                    <a:pt x="3840" y="682"/>
                    <a:pt x="3840" y="576"/>
                  </a:cubicBezTo>
                  <a:cubicBezTo>
                    <a:pt x="3840" y="576"/>
                    <a:pt x="3840" y="576"/>
                    <a:pt x="3840" y="576"/>
                  </a:cubicBezTo>
                  <a:lnTo>
                    <a:pt x="3840" y="192"/>
                  </a:lnTo>
                  <a:cubicBezTo>
                    <a:pt x="3840" y="86"/>
                    <a:pt x="3754" y="0"/>
                    <a:pt x="3648" y="0"/>
                  </a:cubicBezTo>
                  <a:lnTo>
                    <a:pt x="192" y="0"/>
                  </a:lnTo>
                  <a:cubicBezTo>
                    <a:pt x="86" y="0"/>
                    <a:pt x="0" y="86"/>
                    <a:pt x="0" y="192"/>
                  </a:cubicBezTo>
                  <a:lnTo>
                    <a:pt x="0" y="576"/>
                  </a:lnTo>
                  <a:cubicBezTo>
                    <a:pt x="0" y="682"/>
                    <a:pt x="86" y="768"/>
                    <a:pt x="192" y="768"/>
                  </a:cubicBezTo>
                  <a:close/>
                </a:path>
              </a:pathLst>
            </a:custGeom>
            <a:solidFill>
              <a:srgbClr val="FFFFFF"/>
            </a:solidFill>
            <a:ln w="0">
              <a:solidFill>
                <a:srgbClr val="000000"/>
              </a:solidFill>
              <a:round/>
              <a:headEnd/>
              <a:tailEnd/>
            </a:ln>
          </p:spPr>
          <p:txBody>
            <a:bodyPr/>
            <a:lstStyle/>
            <a:p>
              <a:endParaRPr lang="en-US"/>
            </a:p>
          </p:txBody>
        </p:sp>
        <p:sp>
          <p:nvSpPr>
            <p:cNvPr id="14362" name="Freeform 29"/>
            <p:cNvSpPr>
              <a:spLocks/>
            </p:cNvSpPr>
            <p:nvPr/>
          </p:nvSpPr>
          <p:spPr bwMode="auto">
            <a:xfrm>
              <a:off x="3113" y="2571"/>
              <a:ext cx="1019" cy="204"/>
            </a:xfrm>
            <a:custGeom>
              <a:avLst/>
              <a:gdLst>
                <a:gd name="T0" fmla="*/ 4 w 3840"/>
                <a:gd name="T1" fmla="*/ 14 h 768"/>
                <a:gd name="T2" fmla="*/ 68 w 3840"/>
                <a:gd name="T3" fmla="*/ 14 h 768"/>
                <a:gd name="T4" fmla="*/ 72 w 3840"/>
                <a:gd name="T5" fmla="*/ 11 h 768"/>
                <a:gd name="T6" fmla="*/ 72 w 3840"/>
                <a:gd name="T7" fmla="*/ 11 h 768"/>
                <a:gd name="T8" fmla="*/ 72 w 3840"/>
                <a:gd name="T9" fmla="*/ 4 h 768"/>
                <a:gd name="T10" fmla="*/ 68 w 3840"/>
                <a:gd name="T11" fmla="*/ 0 h 768"/>
                <a:gd name="T12" fmla="*/ 4 w 3840"/>
                <a:gd name="T13" fmla="*/ 0 h 768"/>
                <a:gd name="T14" fmla="*/ 0 w 3840"/>
                <a:gd name="T15" fmla="*/ 4 h 768"/>
                <a:gd name="T16" fmla="*/ 0 w 3840"/>
                <a:gd name="T17" fmla="*/ 11 h 768"/>
                <a:gd name="T18" fmla="*/ 4 w 3840"/>
                <a:gd name="T19" fmla="*/ 14 h 7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40"/>
                <a:gd name="T31" fmla="*/ 0 h 768"/>
                <a:gd name="T32" fmla="*/ 3840 w 3840"/>
                <a:gd name="T33" fmla="*/ 768 h 7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40" h="768">
                  <a:moveTo>
                    <a:pt x="192" y="768"/>
                  </a:moveTo>
                  <a:lnTo>
                    <a:pt x="3648" y="768"/>
                  </a:lnTo>
                  <a:cubicBezTo>
                    <a:pt x="3754" y="768"/>
                    <a:pt x="3840" y="682"/>
                    <a:pt x="3840" y="576"/>
                  </a:cubicBezTo>
                  <a:cubicBezTo>
                    <a:pt x="3840" y="576"/>
                    <a:pt x="3840" y="576"/>
                    <a:pt x="3840" y="576"/>
                  </a:cubicBezTo>
                  <a:lnTo>
                    <a:pt x="3840" y="192"/>
                  </a:lnTo>
                  <a:cubicBezTo>
                    <a:pt x="3840" y="86"/>
                    <a:pt x="3754" y="0"/>
                    <a:pt x="3648" y="0"/>
                  </a:cubicBezTo>
                  <a:lnTo>
                    <a:pt x="192" y="0"/>
                  </a:lnTo>
                  <a:cubicBezTo>
                    <a:pt x="86" y="0"/>
                    <a:pt x="0" y="86"/>
                    <a:pt x="0" y="192"/>
                  </a:cubicBezTo>
                  <a:lnTo>
                    <a:pt x="0" y="576"/>
                  </a:lnTo>
                  <a:cubicBezTo>
                    <a:pt x="0" y="682"/>
                    <a:pt x="86" y="768"/>
                    <a:pt x="192" y="768"/>
                  </a:cubicBezTo>
                  <a:close/>
                </a:path>
              </a:pathLst>
            </a:custGeom>
            <a:noFill/>
            <a:ln w="6350" cap="rnd">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363" name="Rectangle 30"/>
            <p:cNvSpPr>
              <a:spLocks noChangeArrowheads="1"/>
            </p:cNvSpPr>
            <p:nvPr/>
          </p:nvSpPr>
          <p:spPr bwMode="auto">
            <a:xfrm>
              <a:off x="3158" y="2611"/>
              <a:ext cx="883"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recursiveFactorial</a:t>
              </a:r>
              <a:endParaRPr lang="en-US"/>
            </a:p>
          </p:txBody>
        </p:sp>
        <p:sp>
          <p:nvSpPr>
            <p:cNvPr id="14364" name="Rectangle 31"/>
            <p:cNvSpPr>
              <a:spLocks noChangeArrowheads="1"/>
            </p:cNvSpPr>
            <p:nvPr/>
          </p:nvSpPr>
          <p:spPr bwMode="auto">
            <a:xfrm>
              <a:off x="3960" y="2611"/>
              <a:ext cx="81"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a:t>
              </a:r>
              <a:endParaRPr lang="en-US"/>
            </a:p>
          </p:txBody>
        </p:sp>
        <p:sp>
          <p:nvSpPr>
            <p:cNvPr id="14365" name="Rectangle 32"/>
            <p:cNvSpPr>
              <a:spLocks noChangeArrowheads="1"/>
            </p:cNvSpPr>
            <p:nvPr/>
          </p:nvSpPr>
          <p:spPr bwMode="auto">
            <a:xfrm>
              <a:off x="3994" y="2611"/>
              <a:ext cx="10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2</a:t>
              </a:r>
              <a:endParaRPr lang="en-US"/>
            </a:p>
          </p:txBody>
        </p:sp>
        <p:sp>
          <p:nvSpPr>
            <p:cNvPr id="14366" name="Rectangle 33"/>
            <p:cNvSpPr>
              <a:spLocks noChangeArrowheads="1"/>
            </p:cNvSpPr>
            <p:nvPr/>
          </p:nvSpPr>
          <p:spPr bwMode="auto">
            <a:xfrm>
              <a:off x="4053" y="2611"/>
              <a:ext cx="81"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a:t>
              </a:r>
              <a:endParaRPr lang="en-US"/>
            </a:p>
          </p:txBody>
        </p:sp>
        <p:sp>
          <p:nvSpPr>
            <p:cNvPr id="14367" name="Line 34"/>
            <p:cNvSpPr>
              <a:spLocks noChangeShapeType="1"/>
            </p:cNvSpPr>
            <p:nvPr/>
          </p:nvSpPr>
          <p:spPr bwMode="auto">
            <a:xfrm>
              <a:off x="3673" y="2775"/>
              <a:ext cx="45" cy="177"/>
            </a:xfrm>
            <a:prstGeom prst="line">
              <a:avLst/>
            </a:prstGeom>
            <a:noFill/>
            <a:ln w="1588" cap="rnd">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368" name="Freeform 35"/>
            <p:cNvSpPr>
              <a:spLocks/>
            </p:cNvSpPr>
            <p:nvPr/>
          </p:nvSpPr>
          <p:spPr bwMode="auto">
            <a:xfrm>
              <a:off x="3702" y="2945"/>
              <a:ext cx="30" cy="34"/>
            </a:xfrm>
            <a:custGeom>
              <a:avLst/>
              <a:gdLst>
                <a:gd name="T0" fmla="*/ 30 w 30"/>
                <a:gd name="T1" fmla="*/ 0 h 34"/>
                <a:gd name="T2" fmla="*/ 22 w 30"/>
                <a:gd name="T3" fmla="*/ 34 h 34"/>
                <a:gd name="T4" fmla="*/ 0 w 30"/>
                <a:gd name="T5" fmla="*/ 7 h 34"/>
                <a:gd name="T6" fmla="*/ 30 w 30"/>
                <a:gd name="T7" fmla="*/ 0 h 34"/>
                <a:gd name="T8" fmla="*/ 0 60000 65536"/>
                <a:gd name="T9" fmla="*/ 0 60000 65536"/>
                <a:gd name="T10" fmla="*/ 0 60000 65536"/>
                <a:gd name="T11" fmla="*/ 0 60000 65536"/>
                <a:gd name="T12" fmla="*/ 0 w 30"/>
                <a:gd name="T13" fmla="*/ 0 h 34"/>
                <a:gd name="T14" fmla="*/ 30 w 30"/>
                <a:gd name="T15" fmla="*/ 34 h 34"/>
              </a:gdLst>
              <a:ahLst/>
              <a:cxnLst>
                <a:cxn ang="T8">
                  <a:pos x="T0" y="T1"/>
                </a:cxn>
                <a:cxn ang="T9">
                  <a:pos x="T2" y="T3"/>
                </a:cxn>
                <a:cxn ang="T10">
                  <a:pos x="T4" y="T5"/>
                </a:cxn>
                <a:cxn ang="T11">
                  <a:pos x="T6" y="T7"/>
                </a:cxn>
              </a:cxnLst>
              <a:rect l="T12" t="T13" r="T14" b="T15"/>
              <a:pathLst>
                <a:path w="30" h="34">
                  <a:moveTo>
                    <a:pt x="30" y="0"/>
                  </a:moveTo>
                  <a:lnTo>
                    <a:pt x="22" y="34"/>
                  </a:lnTo>
                  <a:lnTo>
                    <a:pt x="0" y="7"/>
                  </a:lnTo>
                  <a:lnTo>
                    <a:pt x="30"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369" name="Freeform 36"/>
            <p:cNvSpPr>
              <a:spLocks/>
            </p:cNvSpPr>
            <p:nvPr/>
          </p:nvSpPr>
          <p:spPr bwMode="auto">
            <a:xfrm>
              <a:off x="3215" y="2979"/>
              <a:ext cx="1019" cy="203"/>
            </a:xfrm>
            <a:custGeom>
              <a:avLst/>
              <a:gdLst>
                <a:gd name="T0" fmla="*/ 4 w 3840"/>
                <a:gd name="T1" fmla="*/ 14 h 768"/>
                <a:gd name="T2" fmla="*/ 68 w 3840"/>
                <a:gd name="T3" fmla="*/ 14 h 768"/>
                <a:gd name="T4" fmla="*/ 72 w 3840"/>
                <a:gd name="T5" fmla="*/ 11 h 768"/>
                <a:gd name="T6" fmla="*/ 72 w 3840"/>
                <a:gd name="T7" fmla="*/ 11 h 768"/>
                <a:gd name="T8" fmla="*/ 72 w 3840"/>
                <a:gd name="T9" fmla="*/ 3 h 768"/>
                <a:gd name="T10" fmla="*/ 68 w 3840"/>
                <a:gd name="T11" fmla="*/ 0 h 768"/>
                <a:gd name="T12" fmla="*/ 4 w 3840"/>
                <a:gd name="T13" fmla="*/ 0 h 768"/>
                <a:gd name="T14" fmla="*/ 0 w 3840"/>
                <a:gd name="T15" fmla="*/ 3 h 768"/>
                <a:gd name="T16" fmla="*/ 0 w 3840"/>
                <a:gd name="T17" fmla="*/ 11 h 768"/>
                <a:gd name="T18" fmla="*/ 4 w 3840"/>
                <a:gd name="T19" fmla="*/ 14 h 7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40"/>
                <a:gd name="T31" fmla="*/ 0 h 768"/>
                <a:gd name="T32" fmla="*/ 3840 w 3840"/>
                <a:gd name="T33" fmla="*/ 768 h 7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40" h="768">
                  <a:moveTo>
                    <a:pt x="192" y="768"/>
                  </a:moveTo>
                  <a:lnTo>
                    <a:pt x="3648" y="768"/>
                  </a:lnTo>
                  <a:cubicBezTo>
                    <a:pt x="3754" y="768"/>
                    <a:pt x="3840" y="682"/>
                    <a:pt x="3840" y="576"/>
                  </a:cubicBezTo>
                  <a:cubicBezTo>
                    <a:pt x="3840" y="576"/>
                    <a:pt x="3840" y="576"/>
                    <a:pt x="3840" y="576"/>
                  </a:cubicBezTo>
                  <a:lnTo>
                    <a:pt x="3840" y="192"/>
                  </a:lnTo>
                  <a:cubicBezTo>
                    <a:pt x="3840" y="86"/>
                    <a:pt x="3754" y="0"/>
                    <a:pt x="3648" y="0"/>
                  </a:cubicBezTo>
                  <a:lnTo>
                    <a:pt x="192" y="0"/>
                  </a:lnTo>
                  <a:cubicBezTo>
                    <a:pt x="86" y="0"/>
                    <a:pt x="0" y="86"/>
                    <a:pt x="0" y="192"/>
                  </a:cubicBezTo>
                  <a:lnTo>
                    <a:pt x="0" y="576"/>
                  </a:lnTo>
                  <a:cubicBezTo>
                    <a:pt x="0" y="682"/>
                    <a:pt x="86" y="768"/>
                    <a:pt x="192" y="768"/>
                  </a:cubicBezTo>
                  <a:close/>
                </a:path>
              </a:pathLst>
            </a:custGeom>
            <a:solidFill>
              <a:srgbClr val="FFFFFF"/>
            </a:solidFill>
            <a:ln w="0">
              <a:solidFill>
                <a:srgbClr val="000000"/>
              </a:solidFill>
              <a:round/>
              <a:headEnd/>
              <a:tailEnd/>
            </a:ln>
          </p:spPr>
          <p:txBody>
            <a:bodyPr/>
            <a:lstStyle/>
            <a:p>
              <a:endParaRPr lang="en-US"/>
            </a:p>
          </p:txBody>
        </p:sp>
        <p:sp>
          <p:nvSpPr>
            <p:cNvPr id="14370" name="Freeform 37"/>
            <p:cNvSpPr>
              <a:spLocks/>
            </p:cNvSpPr>
            <p:nvPr/>
          </p:nvSpPr>
          <p:spPr bwMode="auto">
            <a:xfrm>
              <a:off x="3215" y="2979"/>
              <a:ext cx="1019" cy="203"/>
            </a:xfrm>
            <a:custGeom>
              <a:avLst/>
              <a:gdLst>
                <a:gd name="T0" fmla="*/ 4 w 3840"/>
                <a:gd name="T1" fmla="*/ 14 h 768"/>
                <a:gd name="T2" fmla="*/ 68 w 3840"/>
                <a:gd name="T3" fmla="*/ 14 h 768"/>
                <a:gd name="T4" fmla="*/ 72 w 3840"/>
                <a:gd name="T5" fmla="*/ 11 h 768"/>
                <a:gd name="T6" fmla="*/ 72 w 3840"/>
                <a:gd name="T7" fmla="*/ 11 h 768"/>
                <a:gd name="T8" fmla="*/ 72 w 3840"/>
                <a:gd name="T9" fmla="*/ 3 h 768"/>
                <a:gd name="T10" fmla="*/ 68 w 3840"/>
                <a:gd name="T11" fmla="*/ 0 h 768"/>
                <a:gd name="T12" fmla="*/ 4 w 3840"/>
                <a:gd name="T13" fmla="*/ 0 h 768"/>
                <a:gd name="T14" fmla="*/ 0 w 3840"/>
                <a:gd name="T15" fmla="*/ 3 h 768"/>
                <a:gd name="T16" fmla="*/ 0 w 3840"/>
                <a:gd name="T17" fmla="*/ 11 h 768"/>
                <a:gd name="T18" fmla="*/ 4 w 3840"/>
                <a:gd name="T19" fmla="*/ 14 h 7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40"/>
                <a:gd name="T31" fmla="*/ 0 h 768"/>
                <a:gd name="T32" fmla="*/ 3840 w 3840"/>
                <a:gd name="T33" fmla="*/ 768 h 7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40" h="768">
                  <a:moveTo>
                    <a:pt x="192" y="768"/>
                  </a:moveTo>
                  <a:lnTo>
                    <a:pt x="3648" y="768"/>
                  </a:lnTo>
                  <a:cubicBezTo>
                    <a:pt x="3754" y="768"/>
                    <a:pt x="3840" y="682"/>
                    <a:pt x="3840" y="576"/>
                  </a:cubicBezTo>
                  <a:cubicBezTo>
                    <a:pt x="3840" y="576"/>
                    <a:pt x="3840" y="576"/>
                    <a:pt x="3840" y="576"/>
                  </a:cubicBezTo>
                  <a:lnTo>
                    <a:pt x="3840" y="192"/>
                  </a:lnTo>
                  <a:cubicBezTo>
                    <a:pt x="3840" y="86"/>
                    <a:pt x="3754" y="0"/>
                    <a:pt x="3648" y="0"/>
                  </a:cubicBezTo>
                  <a:lnTo>
                    <a:pt x="192" y="0"/>
                  </a:lnTo>
                  <a:cubicBezTo>
                    <a:pt x="86" y="0"/>
                    <a:pt x="0" y="86"/>
                    <a:pt x="0" y="192"/>
                  </a:cubicBezTo>
                  <a:lnTo>
                    <a:pt x="0" y="576"/>
                  </a:lnTo>
                  <a:cubicBezTo>
                    <a:pt x="0" y="682"/>
                    <a:pt x="86" y="768"/>
                    <a:pt x="192" y="768"/>
                  </a:cubicBezTo>
                  <a:close/>
                </a:path>
              </a:pathLst>
            </a:custGeom>
            <a:noFill/>
            <a:ln w="6350" cap="rnd">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371" name="Rectangle 38"/>
            <p:cNvSpPr>
              <a:spLocks noChangeArrowheads="1"/>
            </p:cNvSpPr>
            <p:nvPr/>
          </p:nvSpPr>
          <p:spPr bwMode="auto">
            <a:xfrm>
              <a:off x="3260" y="3018"/>
              <a:ext cx="883"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recursiveFactorial</a:t>
              </a:r>
              <a:endParaRPr lang="en-US"/>
            </a:p>
          </p:txBody>
        </p:sp>
        <p:sp>
          <p:nvSpPr>
            <p:cNvPr id="14372" name="Rectangle 39"/>
            <p:cNvSpPr>
              <a:spLocks noChangeArrowheads="1"/>
            </p:cNvSpPr>
            <p:nvPr/>
          </p:nvSpPr>
          <p:spPr bwMode="auto">
            <a:xfrm>
              <a:off x="4062" y="3018"/>
              <a:ext cx="81"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a:t>
              </a:r>
              <a:endParaRPr lang="en-US"/>
            </a:p>
          </p:txBody>
        </p:sp>
        <p:sp>
          <p:nvSpPr>
            <p:cNvPr id="14373" name="Rectangle 40"/>
            <p:cNvSpPr>
              <a:spLocks noChangeArrowheads="1"/>
            </p:cNvSpPr>
            <p:nvPr/>
          </p:nvSpPr>
          <p:spPr bwMode="auto">
            <a:xfrm>
              <a:off x="4096" y="3018"/>
              <a:ext cx="10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1</a:t>
              </a:r>
              <a:endParaRPr lang="en-US"/>
            </a:p>
          </p:txBody>
        </p:sp>
        <p:sp>
          <p:nvSpPr>
            <p:cNvPr id="14374" name="Rectangle 41"/>
            <p:cNvSpPr>
              <a:spLocks noChangeArrowheads="1"/>
            </p:cNvSpPr>
            <p:nvPr/>
          </p:nvSpPr>
          <p:spPr bwMode="auto">
            <a:xfrm>
              <a:off x="4155" y="3018"/>
              <a:ext cx="81"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a:t>
              </a:r>
              <a:endParaRPr lang="en-US"/>
            </a:p>
          </p:txBody>
        </p:sp>
        <p:sp>
          <p:nvSpPr>
            <p:cNvPr id="14375" name="Line 42"/>
            <p:cNvSpPr>
              <a:spLocks noChangeShapeType="1"/>
            </p:cNvSpPr>
            <p:nvPr/>
          </p:nvSpPr>
          <p:spPr bwMode="auto">
            <a:xfrm>
              <a:off x="3775" y="3182"/>
              <a:ext cx="45" cy="177"/>
            </a:xfrm>
            <a:prstGeom prst="line">
              <a:avLst/>
            </a:prstGeom>
            <a:noFill/>
            <a:ln w="1588" cap="rnd">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376" name="Freeform 43"/>
            <p:cNvSpPr>
              <a:spLocks/>
            </p:cNvSpPr>
            <p:nvPr/>
          </p:nvSpPr>
          <p:spPr bwMode="auto">
            <a:xfrm>
              <a:off x="3803" y="3352"/>
              <a:ext cx="31" cy="34"/>
            </a:xfrm>
            <a:custGeom>
              <a:avLst/>
              <a:gdLst>
                <a:gd name="T0" fmla="*/ 31 w 31"/>
                <a:gd name="T1" fmla="*/ 0 h 34"/>
                <a:gd name="T2" fmla="*/ 23 w 31"/>
                <a:gd name="T3" fmla="*/ 34 h 34"/>
                <a:gd name="T4" fmla="*/ 0 w 31"/>
                <a:gd name="T5" fmla="*/ 7 h 34"/>
                <a:gd name="T6" fmla="*/ 31 w 31"/>
                <a:gd name="T7" fmla="*/ 0 h 34"/>
                <a:gd name="T8" fmla="*/ 0 60000 65536"/>
                <a:gd name="T9" fmla="*/ 0 60000 65536"/>
                <a:gd name="T10" fmla="*/ 0 60000 65536"/>
                <a:gd name="T11" fmla="*/ 0 60000 65536"/>
                <a:gd name="T12" fmla="*/ 0 w 31"/>
                <a:gd name="T13" fmla="*/ 0 h 34"/>
                <a:gd name="T14" fmla="*/ 31 w 31"/>
                <a:gd name="T15" fmla="*/ 34 h 34"/>
              </a:gdLst>
              <a:ahLst/>
              <a:cxnLst>
                <a:cxn ang="T8">
                  <a:pos x="T0" y="T1"/>
                </a:cxn>
                <a:cxn ang="T9">
                  <a:pos x="T2" y="T3"/>
                </a:cxn>
                <a:cxn ang="T10">
                  <a:pos x="T4" y="T5"/>
                </a:cxn>
                <a:cxn ang="T11">
                  <a:pos x="T6" y="T7"/>
                </a:cxn>
              </a:cxnLst>
              <a:rect l="T12" t="T13" r="T14" b="T15"/>
              <a:pathLst>
                <a:path w="31" h="34">
                  <a:moveTo>
                    <a:pt x="31" y="0"/>
                  </a:moveTo>
                  <a:lnTo>
                    <a:pt x="23" y="34"/>
                  </a:lnTo>
                  <a:lnTo>
                    <a:pt x="0" y="7"/>
                  </a:lnTo>
                  <a:lnTo>
                    <a:pt x="31"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377" name="Freeform 44"/>
            <p:cNvSpPr>
              <a:spLocks/>
            </p:cNvSpPr>
            <p:nvPr/>
          </p:nvSpPr>
          <p:spPr bwMode="auto">
            <a:xfrm>
              <a:off x="3317" y="3386"/>
              <a:ext cx="1018" cy="204"/>
            </a:xfrm>
            <a:custGeom>
              <a:avLst/>
              <a:gdLst>
                <a:gd name="T0" fmla="*/ 4 w 3840"/>
                <a:gd name="T1" fmla="*/ 14 h 768"/>
                <a:gd name="T2" fmla="*/ 68 w 3840"/>
                <a:gd name="T3" fmla="*/ 14 h 768"/>
                <a:gd name="T4" fmla="*/ 72 w 3840"/>
                <a:gd name="T5" fmla="*/ 11 h 768"/>
                <a:gd name="T6" fmla="*/ 72 w 3840"/>
                <a:gd name="T7" fmla="*/ 11 h 768"/>
                <a:gd name="T8" fmla="*/ 72 w 3840"/>
                <a:gd name="T9" fmla="*/ 4 h 768"/>
                <a:gd name="T10" fmla="*/ 68 w 3840"/>
                <a:gd name="T11" fmla="*/ 0 h 768"/>
                <a:gd name="T12" fmla="*/ 4 w 3840"/>
                <a:gd name="T13" fmla="*/ 0 h 768"/>
                <a:gd name="T14" fmla="*/ 0 w 3840"/>
                <a:gd name="T15" fmla="*/ 4 h 768"/>
                <a:gd name="T16" fmla="*/ 0 w 3840"/>
                <a:gd name="T17" fmla="*/ 11 h 768"/>
                <a:gd name="T18" fmla="*/ 4 w 3840"/>
                <a:gd name="T19" fmla="*/ 14 h 7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40"/>
                <a:gd name="T31" fmla="*/ 0 h 768"/>
                <a:gd name="T32" fmla="*/ 3840 w 3840"/>
                <a:gd name="T33" fmla="*/ 768 h 7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40" h="768">
                  <a:moveTo>
                    <a:pt x="192" y="768"/>
                  </a:moveTo>
                  <a:lnTo>
                    <a:pt x="3648" y="768"/>
                  </a:lnTo>
                  <a:cubicBezTo>
                    <a:pt x="3754" y="768"/>
                    <a:pt x="3840" y="682"/>
                    <a:pt x="3840" y="576"/>
                  </a:cubicBezTo>
                  <a:cubicBezTo>
                    <a:pt x="3840" y="576"/>
                    <a:pt x="3840" y="576"/>
                    <a:pt x="3840" y="576"/>
                  </a:cubicBezTo>
                  <a:lnTo>
                    <a:pt x="3840" y="192"/>
                  </a:lnTo>
                  <a:cubicBezTo>
                    <a:pt x="3840" y="86"/>
                    <a:pt x="3754" y="0"/>
                    <a:pt x="3648" y="0"/>
                  </a:cubicBezTo>
                  <a:lnTo>
                    <a:pt x="192" y="0"/>
                  </a:lnTo>
                  <a:cubicBezTo>
                    <a:pt x="86" y="0"/>
                    <a:pt x="0" y="86"/>
                    <a:pt x="0" y="192"/>
                  </a:cubicBezTo>
                  <a:lnTo>
                    <a:pt x="0" y="576"/>
                  </a:lnTo>
                  <a:cubicBezTo>
                    <a:pt x="0" y="682"/>
                    <a:pt x="86" y="768"/>
                    <a:pt x="192" y="768"/>
                  </a:cubicBezTo>
                  <a:close/>
                </a:path>
              </a:pathLst>
            </a:custGeom>
            <a:solidFill>
              <a:srgbClr val="FFFFFF"/>
            </a:solidFill>
            <a:ln w="0">
              <a:solidFill>
                <a:srgbClr val="000000"/>
              </a:solidFill>
              <a:round/>
              <a:headEnd/>
              <a:tailEnd/>
            </a:ln>
          </p:spPr>
          <p:txBody>
            <a:bodyPr/>
            <a:lstStyle/>
            <a:p>
              <a:endParaRPr lang="en-US"/>
            </a:p>
          </p:txBody>
        </p:sp>
        <p:sp>
          <p:nvSpPr>
            <p:cNvPr id="14378" name="Freeform 45"/>
            <p:cNvSpPr>
              <a:spLocks/>
            </p:cNvSpPr>
            <p:nvPr/>
          </p:nvSpPr>
          <p:spPr bwMode="auto">
            <a:xfrm>
              <a:off x="3317" y="3386"/>
              <a:ext cx="1018" cy="204"/>
            </a:xfrm>
            <a:custGeom>
              <a:avLst/>
              <a:gdLst>
                <a:gd name="T0" fmla="*/ 4 w 3840"/>
                <a:gd name="T1" fmla="*/ 14 h 768"/>
                <a:gd name="T2" fmla="*/ 68 w 3840"/>
                <a:gd name="T3" fmla="*/ 14 h 768"/>
                <a:gd name="T4" fmla="*/ 72 w 3840"/>
                <a:gd name="T5" fmla="*/ 11 h 768"/>
                <a:gd name="T6" fmla="*/ 72 w 3840"/>
                <a:gd name="T7" fmla="*/ 11 h 768"/>
                <a:gd name="T8" fmla="*/ 72 w 3840"/>
                <a:gd name="T9" fmla="*/ 4 h 768"/>
                <a:gd name="T10" fmla="*/ 68 w 3840"/>
                <a:gd name="T11" fmla="*/ 0 h 768"/>
                <a:gd name="T12" fmla="*/ 4 w 3840"/>
                <a:gd name="T13" fmla="*/ 0 h 768"/>
                <a:gd name="T14" fmla="*/ 0 w 3840"/>
                <a:gd name="T15" fmla="*/ 4 h 768"/>
                <a:gd name="T16" fmla="*/ 0 w 3840"/>
                <a:gd name="T17" fmla="*/ 11 h 768"/>
                <a:gd name="T18" fmla="*/ 4 w 3840"/>
                <a:gd name="T19" fmla="*/ 14 h 7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40"/>
                <a:gd name="T31" fmla="*/ 0 h 768"/>
                <a:gd name="T32" fmla="*/ 3840 w 3840"/>
                <a:gd name="T33" fmla="*/ 768 h 7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40" h="768">
                  <a:moveTo>
                    <a:pt x="192" y="768"/>
                  </a:moveTo>
                  <a:lnTo>
                    <a:pt x="3648" y="768"/>
                  </a:lnTo>
                  <a:cubicBezTo>
                    <a:pt x="3754" y="768"/>
                    <a:pt x="3840" y="682"/>
                    <a:pt x="3840" y="576"/>
                  </a:cubicBezTo>
                  <a:cubicBezTo>
                    <a:pt x="3840" y="576"/>
                    <a:pt x="3840" y="576"/>
                    <a:pt x="3840" y="576"/>
                  </a:cubicBezTo>
                  <a:lnTo>
                    <a:pt x="3840" y="192"/>
                  </a:lnTo>
                  <a:cubicBezTo>
                    <a:pt x="3840" y="86"/>
                    <a:pt x="3754" y="0"/>
                    <a:pt x="3648" y="0"/>
                  </a:cubicBezTo>
                  <a:lnTo>
                    <a:pt x="192" y="0"/>
                  </a:lnTo>
                  <a:cubicBezTo>
                    <a:pt x="86" y="0"/>
                    <a:pt x="0" y="86"/>
                    <a:pt x="0" y="192"/>
                  </a:cubicBezTo>
                  <a:lnTo>
                    <a:pt x="0" y="576"/>
                  </a:lnTo>
                  <a:cubicBezTo>
                    <a:pt x="0" y="682"/>
                    <a:pt x="86" y="768"/>
                    <a:pt x="192" y="768"/>
                  </a:cubicBezTo>
                  <a:close/>
                </a:path>
              </a:pathLst>
            </a:custGeom>
            <a:noFill/>
            <a:ln w="6350" cap="rnd">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379" name="Rectangle 46"/>
            <p:cNvSpPr>
              <a:spLocks noChangeArrowheads="1"/>
            </p:cNvSpPr>
            <p:nvPr/>
          </p:nvSpPr>
          <p:spPr bwMode="auto">
            <a:xfrm>
              <a:off x="3362" y="3426"/>
              <a:ext cx="883"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recursiveFactorial</a:t>
              </a:r>
              <a:endParaRPr lang="en-US"/>
            </a:p>
          </p:txBody>
        </p:sp>
        <p:sp>
          <p:nvSpPr>
            <p:cNvPr id="14380" name="Rectangle 47"/>
            <p:cNvSpPr>
              <a:spLocks noChangeArrowheads="1"/>
            </p:cNvSpPr>
            <p:nvPr/>
          </p:nvSpPr>
          <p:spPr bwMode="auto">
            <a:xfrm>
              <a:off x="4164" y="3426"/>
              <a:ext cx="81"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a:t>
              </a:r>
              <a:endParaRPr lang="en-US"/>
            </a:p>
          </p:txBody>
        </p:sp>
        <p:sp>
          <p:nvSpPr>
            <p:cNvPr id="14381" name="Rectangle 48"/>
            <p:cNvSpPr>
              <a:spLocks noChangeArrowheads="1"/>
            </p:cNvSpPr>
            <p:nvPr/>
          </p:nvSpPr>
          <p:spPr bwMode="auto">
            <a:xfrm>
              <a:off x="4198" y="3426"/>
              <a:ext cx="10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0</a:t>
              </a:r>
              <a:endParaRPr lang="en-US"/>
            </a:p>
          </p:txBody>
        </p:sp>
        <p:sp>
          <p:nvSpPr>
            <p:cNvPr id="14382" name="Rectangle 49"/>
            <p:cNvSpPr>
              <a:spLocks noChangeArrowheads="1"/>
            </p:cNvSpPr>
            <p:nvPr/>
          </p:nvSpPr>
          <p:spPr bwMode="auto">
            <a:xfrm>
              <a:off x="4257" y="3426"/>
              <a:ext cx="81"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3366FF"/>
                  </a:solidFill>
                  <a:latin typeface="Arial" charset="0"/>
                </a:rPr>
                <a:t>)</a:t>
              </a:r>
              <a:endParaRPr lang="en-US"/>
            </a:p>
          </p:txBody>
        </p:sp>
        <p:sp>
          <p:nvSpPr>
            <p:cNvPr id="14383" name="Freeform 50"/>
            <p:cNvSpPr>
              <a:spLocks/>
            </p:cNvSpPr>
            <p:nvPr/>
          </p:nvSpPr>
          <p:spPr bwMode="auto">
            <a:xfrm>
              <a:off x="4257" y="3094"/>
              <a:ext cx="184" cy="394"/>
            </a:xfrm>
            <a:custGeom>
              <a:avLst/>
              <a:gdLst>
                <a:gd name="T0" fmla="*/ 78 w 184"/>
                <a:gd name="T1" fmla="*/ 394 h 394"/>
                <a:gd name="T2" fmla="*/ 122 w 184"/>
                <a:gd name="T3" fmla="*/ 355 h 394"/>
                <a:gd name="T4" fmla="*/ 154 w 184"/>
                <a:gd name="T5" fmla="*/ 315 h 394"/>
                <a:gd name="T6" fmla="*/ 175 w 184"/>
                <a:gd name="T7" fmla="*/ 276 h 394"/>
                <a:gd name="T8" fmla="*/ 184 w 184"/>
                <a:gd name="T9" fmla="*/ 237 h 394"/>
                <a:gd name="T10" fmla="*/ 182 w 184"/>
                <a:gd name="T11" fmla="*/ 197 h 394"/>
                <a:gd name="T12" fmla="*/ 168 w 184"/>
                <a:gd name="T13" fmla="*/ 158 h 394"/>
                <a:gd name="T14" fmla="*/ 143 w 184"/>
                <a:gd name="T15" fmla="*/ 118 h 394"/>
                <a:gd name="T16" fmla="*/ 107 w 184"/>
                <a:gd name="T17" fmla="*/ 79 h 394"/>
                <a:gd name="T18" fmla="*/ 59 w 184"/>
                <a:gd name="T19" fmla="*/ 40 h 394"/>
                <a:gd name="T20" fmla="*/ 0 w 184"/>
                <a:gd name="T21" fmla="*/ 0 h 3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4"/>
                <a:gd name="T34" fmla="*/ 0 h 394"/>
                <a:gd name="T35" fmla="*/ 184 w 184"/>
                <a:gd name="T36" fmla="*/ 394 h 3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4" h="394">
                  <a:moveTo>
                    <a:pt x="78" y="394"/>
                  </a:moveTo>
                  <a:lnTo>
                    <a:pt x="122" y="355"/>
                  </a:lnTo>
                  <a:lnTo>
                    <a:pt x="154" y="315"/>
                  </a:lnTo>
                  <a:lnTo>
                    <a:pt x="175" y="276"/>
                  </a:lnTo>
                  <a:lnTo>
                    <a:pt x="184" y="237"/>
                  </a:lnTo>
                  <a:lnTo>
                    <a:pt x="182" y="197"/>
                  </a:lnTo>
                  <a:lnTo>
                    <a:pt x="168" y="158"/>
                  </a:lnTo>
                  <a:lnTo>
                    <a:pt x="143" y="118"/>
                  </a:lnTo>
                  <a:lnTo>
                    <a:pt x="107" y="79"/>
                  </a:lnTo>
                  <a:lnTo>
                    <a:pt x="59" y="40"/>
                  </a:lnTo>
                  <a:lnTo>
                    <a:pt x="0" y="0"/>
                  </a:lnTo>
                </a:path>
              </a:pathLst>
            </a:custGeom>
            <a:noFill/>
            <a:ln w="1588" cap="rnd">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384" name="Freeform 51"/>
            <p:cNvSpPr>
              <a:spLocks/>
            </p:cNvSpPr>
            <p:nvPr/>
          </p:nvSpPr>
          <p:spPr bwMode="auto">
            <a:xfrm>
              <a:off x="4234" y="3080"/>
              <a:ext cx="34" cy="30"/>
            </a:xfrm>
            <a:custGeom>
              <a:avLst/>
              <a:gdLst>
                <a:gd name="T0" fmla="*/ 18 w 34"/>
                <a:gd name="T1" fmla="*/ 30 h 30"/>
                <a:gd name="T2" fmla="*/ 0 w 34"/>
                <a:gd name="T3" fmla="*/ 0 h 30"/>
                <a:gd name="T4" fmla="*/ 34 w 34"/>
                <a:gd name="T5" fmla="*/ 3 h 30"/>
                <a:gd name="T6" fmla="*/ 18 w 34"/>
                <a:gd name="T7" fmla="*/ 30 h 30"/>
                <a:gd name="T8" fmla="*/ 0 60000 65536"/>
                <a:gd name="T9" fmla="*/ 0 60000 65536"/>
                <a:gd name="T10" fmla="*/ 0 60000 65536"/>
                <a:gd name="T11" fmla="*/ 0 60000 65536"/>
                <a:gd name="T12" fmla="*/ 0 w 34"/>
                <a:gd name="T13" fmla="*/ 0 h 30"/>
                <a:gd name="T14" fmla="*/ 34 w 34"/>
                <a:gd name="T15" fmla="*/ 30 h 30"/>
              </a:gdLst>
              <a:ahLst/>
              <a:cxnLst>
                <a:cxn ang="T8">
                  <a:pos x="T0" y="T1"/>
                </a:cxn>
                <a:cxn ang="T9">
                  <a:pos x="T2" y="T3"/>
                </a:cxn>
                <a:cxn ang="T10">
                  <a:pos x="T4" y="T5"/>
                </a:cxn>
                <a:cxn ang="T11">
                  <a:pos x="T6" y="T7"/>
                </a:cxn>
              </a:cxnLst>
              <a:rect l="T12" t="T13" r="T14" b="T15"/>
              <a:pathLst>
                <a:path w="34" h="30">
                  <a:moveTo>
                    <a:pt x="18" y="30"/>
                  </a:moveTo>
                  <a:lnTo>
                    <a:pt x="0" y="0"/>
                  </a:lnTo>
                  <a:lnTo>
                    <a:pt x="34" y="3"/>
                  </a:lnTo>
                  <a:lnTo>
                    <a:pt x="18" y="3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385" name="Rectangle 52"/>
            <p:cNvSpPr>
              <a:spLocks noChangeArrowheads="1"/>
            </p:cNvSpPr>
            <p:nvPr/>
          </p:nvSpPr>
          <p:spPr bwMode="auto">
            <a:xfrm>
              <a:off x="4490" y="3218"/>
              <a:ext cx="352"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return </a:t>
              </a:r>
              <a:endParaRPr lang="en-US"/>
            </a:p>
          </p:txBody>
        </p:sp>
        <p:sp>
          <p:nvSpPr>
            <p:cNvPr id="14386" name="Rectangle 53"/>
            <p:cNvSpPr>
              <a:spLocks noChangeArrowheads="1"/>
            </p:cNvSpPr>
            <p:nvPr/>
          </p:nvSpPr>
          <p:spPr bwMode="auto">
            <a:xfrm>
              <a:off x="4783" y="3218"/>
              <a:ext cx="10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1</a:t>
              </a:r>
              <a:endParaRPr lang="en-US"/>
            </a:p>
          </p:txBody>
        </p:sp>
        <p:sp>
          <p:nvSpPr>
            <p:cNvPr id="14387" name="Rectangle 54"/>
            <p:cNvSpPr>
              <a:spLocks noChangeArrowheads="1"/>
            </p:cNvSpPr>
            <p:nvPr/>
          </p:nvSpPr>
          <p:spPr bwMode="auto">
            <a:xfrm>
              <a:off x="3523" y="2008"/>
              <a:ext cx="174" cy="1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000">
                  <a:solidFill>
                    <a:srgbClr val="0000FF"/>
                  </a:solidFill>
                  <a:latin typeface="Arial" charset="0"/>
                </a:rPr>
                <a:t>call</a:t>
              </a:r>
              <a:endParaRPr lang="en-US"/>
            </a:p>
          </p:txBody>
        </p:sp>
        <p:sp>
          <p:nvSpPr>
            <p:cNvPr id="14388" name="Rectangle 55"/>
            <p:cNvSpPr>
              <a:spLocks noChangeArrowheads="1"/>
            </p:cNvSpPr>
            <p:nvPr/>
          </p:nvSpPr>
          <p:spPr bwMode="auto">
            <a:xfrm>
              <a:off x="3625" y="2419"/>
              <a:ext cx="174" cy="1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000">
                  <a:solidFill>
                    <a:srgbClr val="0000FF"/>
                  </a:solidFill>
                  <a:latin typeface="Arial" charset="0"/>
                </a:rPr>
                <a:t>call</a:t>
              </a:r>
              <a:endParaRPr lang="en-US"/>
            </a:p>
          </p:txBody>
        </p:sp>
        <p:sp>
          <p:nvSpPr>
            <p:cNvPr id="14389" name="Rectangle 56"/>
            <p:cNvSpPr>
              <a:spLocks noChangeArrowheads="1"/>
            </p:cNvSpPr>
            <p:nvPr/>
          </p:nvSpPr>
          <p:spPr bwMode="auto">
            <a:xfrm>
              <a:off x="3727" y="2827"/>
              <a:ext cx="174" cy="1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000">
                  <a:solidFill>
                    <a:srgbClr val="0000FF"/>
                  </a:solidFill>
                  <a:latin typeface="Arial" charset="0"/>
                </a:rPr>
                <a:t>call</a:t>
              </a:r>
              <a:endParaRPr lang="en-US"/>
            </a:p>
          </p:txBody>
        </p:sp>
        <p:sp>
          <p:nvSpPr>
            <p:cNvPr id="14390" name="Rectangle 57"/>
            <p:cNvSpPr>
              <a:spLocks noChangeArrowheads="1"/>
            </p:cNvSpPr>
            <p:nvPr/>
          </p:nvSpPr>
          <p:spPr bwMode="auto">
            <a:xfrm>
              <a:off x="3828" y="3243"/>
              <a:ext cx="174" cy="1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000">
                  <a:solidFill>
                    <a:srgbClr val="0000FF"/>
                  </a:solidFill>
                  <a:latin typeface="Arial" charset="0"/>
                </a:rPr>
                <a:t>call</a:t>
              </a:r>
              <a:endParaRPr lang="en-US"/>
            </a:p>
          </p:txBody>
        </p:sp>
        <p:sp>
          <p:nvSpPr>
            <p:cNvPr id="14391" name="Freeform 58"/>
            <p:cNvSpPr>
              <a:spLocks/>
            </p:cNvSpPr>
            <p:nvPr/>
          </p:nvSpPr>
          <p:spPr bwMode="auto">
            <a:xfrm>
              <a:off x="4155" y="2687"/>
              <a:ext cx="184" cy="393"/>
            </a:xfrm>
            <a:custGeom>
              <a:avLst/>
              <a:gdLst>
                <a:gd name="T0" fmla="*/ 79 w 184"/>
                <a:gd name="T1" fmla="*/ 393 h 393"/>
                <a:gd name="T2" fmla="*/ 122 w 184"/>
                <a:gd name="T3" fmla="*/ 354 h 393"/>
                <a:gd name="T4" fmla="*/ 154 w 184"/>
                <a:gd name="T5" fmla="*/ 315 h 393"/>
                <a:gd name="T6" fmla="*/ 175 w 184"/>
                <a:gd name="T7" fmla="*/ 275 h 393"/>
                <a:gd name="T8" fmla="*/ 184 w 184"/>
                <a:gd name="T9" fmla="*/ 236 h 393"/>
                <a:gd name="T10" fmla="*/ 182 w 184"/>
                <a:gd name="T11" fmla="*/ 197 h 393"/>
                <a:gd name="T12" fmla="*/ 169 w 184"/>
                <a:gd name="T13" fmla="*/ 157 h 393"/>
                <a:gd name="T14" fmla="*/ 144 w 184"/>
                <a:gd name="T15" fmla="*/ 118 h 393"/>
                <a:gd name="T16" fmla="*/ 107 w 184"/>
                <a:gd name="T17" fmla="*/ 78 h 393"/>
                <a:gd name="T18" fmla="*/ 60 w 184"/>
                <a:gd name="T19" fmla="*/ 39 h 393"/>
                <a:gd name="T20" fmla="*/ 0 w 184"/>
                <a:gd name="T21" fmla="*/ 0 h 3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4"/>
                <a:gd name="T34" fmla="*/ 0 h 393"/>
                <a:gd name="T35" fmla="*/ 184 w 184"/>
                <a:gd name="T36" fmla="*/ 393 h 39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4" h="393">
                  <a:moveTo>
                    <a:pt x="79" y="393"/>
                  </a:moveTo>
                  <a:lnTo>
                    <a:pt x="122" y="354"/>
                  </a:lnTo>
                  <a:lnTo>
                    <a:pt x="154" y="315"/>
                  </a:lnTo>
                  <a:lnTo>
                    <a:pt x="175" y="275"/>
                  </a:lnTo>
                  <a:lnTo>
                    <a:pt x="184" y="236"/>
                  </a:lnTo>
                  <a:lnTo>
                    <a:pt x="182" y="197"/>
                  </a:lnTo>
                  <a:lnTo>
                    <a:pt x="169" y="157"/>
                  </a:lnTo>
                  <a:lnTo>
                    <a:pt x="144" y="118"/>
                  </a:lnTo>
                  <a:lnTo>
                    <a:pt x="107" y="78"/>
                  </a:lnTo>
                  <a:lnTo>
                    <a:pt x="60" y="39"/>
                  </a:lnTo>
                  <a:lnTo>
                    <a:pt x="0" y="0"/>
                  </a:lnTo>
                </a:path>
              </a:pathLst>
            </a:custGeom>
            <a:noFill/>
            <a:ln w="1588" cap="rnd">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392" name="Freeform 59"/>
            <p:cNvSpPr>
              <a:spLocks/>
            </p:cNvSpPr>
            <p:nvPr/>
          </p:nvSpPr>
          <p:spPr bwMode="auto">
            <a:xfrm>
              <a:off x="4132" y="2673"/>
              <a:ext cx="35" cy="29"/>
            </a:xfrm>
            <a:custGeom>
              <a:avLst/>
              <a:gdLst>
                <a:gd name="T0" fmla="*/ 19 w 35"/>
                <a:gd name="T1" fmla="*/ 29 h 29"/>
                <a:gd name="T2" fmla="*/ 0 w 35"/>
                <a:gd name="T3" fmla="*/ 0 h 29"/>
                <a:gd name="T4" fmla="*/ 35 w 35"/>
                <a:gd name="T5" fmla="*/ 2 h 29"/>
                <a:gd name="T6" fmla="*/ 19 w 35"/>
                <a:gd name="T7" fmla="*/ 29 h 29"/>
                <a:gd name="T8" fmla="*/ 0 60000 65536"/>
                <a:gd name="T9" fmla="*/ 0 60000 65536"/>
                <a:gd name="T10" fmla="*/ 0 60000 65536"/>
                <a:gd name="T11" fmla="*/ 0 60000 65536"/>
                <a:gd name="T12" fmla="*/ 0 w 35"/>
                <a:gd name="T13" fmla="*/ 0 h 29"/>
                <a:gd name="T14" fmla="*/ 35 w 35"/>
                <a:gd name="T15" fmla="*/ 29 h 29"/>
              </a:gdLst>
              <a:ahLst/>
              <a:cxnLst>
                <a:cxn ang="T8">
                  <a:pos x="T0" y="T1"/>
                </a:cxn>
                <a:cxn ang="T9">
                  <a:pos x="T2" y="T3"/>
                </a:cxn>
                <a:cxn ang="T10">
                  <a:pos x="T4" y="T5"/>
                </a:cxn>
                <a:cxn ang="T11">
                  <a:pos x="T6" y="T7"/>
                </a:cxn>
              </a:cxnLst>
              <a:rect l="T12" t="T13" r="T14" b="T15"/>
              <a:pathLst>
                <a:path w="35" h="29">
                  <a:moveTo>
                    <a:pt x="19" y="29"/>
                  </a:moveTo>
                  <a:lnTo>
                    <a:pt x="0" y="0"/>
                  </a:lnTo>
                  <a:lnTo>
                    <a:pt x="35" y="2"/>
                  </a:lnTo>
                  <a:lnTo>
                    <a:pt x="19" y="29"/>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393" name="Freeform 60"/>
            <p:cNvSpPr>
              <a:spLocks/>
            </p:cNvSpPr>
            <p:nvPr/>
          </p:nvSpPr>
          <p:spPr bwMode="auto">
            <a:xfrm>
              <a:off x="4054" y="2279"/>
              <a:ext cx="183" cy="394"/>
            </a:xfrm>
            <a:custGeom>
              <a:avLst/>
              <a:gdLst>
                <a:gd name="T0" fmla="*/ 78 w 183"/>
                <a:gd name="T1" fmla="*/ 394 h 394"/>
                <a:gd name="T2" fmla="*/ 121 w 183"/>
                <a:gd name="T3" fmla="*/ 355 h 394"/>
                <a:gd name="T4" fmla="*/ 153 w 183"/>
                <a:gd name="T5" fmla="*/ 315 h 394"/>
                <a:gd name="T6" fmla="*/ 174 w 183"/>
                <a:gd name="T7" fmla="*/ 276 h 394"/>
                <a:gd name="T8" fmla="*/ 183 w 183"/>
                <a:gd name="T9" fmla="*/ 237 h 394"/>
                <a:gd name="T10" fmla="*/ 181 w 183"/>
                <a:gd name="T11" fmla="*/ 197 h 394"/>
                <a:gd name="T12" fmla="*/ 168 w 183"/>
                <a:gd name="T13" fmla="*/ 158 h 394"/>
                <a:gd name="T14" fmla="*/ 143 w 183"/>
                <a:gd name="T15" fmla="*/ 119 h 394"/>
                <a:gd name="T16" fmla="*/ 106 w 183"/>
                <a:gd name="T17" fmla="*/ 79 h 394"/>
                <a:gd name="T18" fmla="*/ 59 w 183"/>
                <a:gd name="T19" fmla="*/ 40 h 394"/>
                <a:gd name="T20" fmla="*/ 0 w 183"/>
                <a:gd name="T21" fmla="*/ 0 h 3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3"/>
                <a:gd name="T34" fmla="*/ 0 h 394"/>
                <a:gd name="T35" fmla="*/ 183 w 183"/>
                <a:gd name="T36" fmla="*/ 394 h 3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3" h="394">
                  <a:moveTo>
                    <a:pt x="78" y="394"/>
                  </a:moveTo>
                  <a:lnTo>
                    <a:pt x="121" y="355"/>
                  </a:lnTo>
                  <a:lnTo>
                    <a:pt x="153" y="315"/>
                  </a:lnTo>
                  <a:lnTo>
                    <a:pt x="174" y="276"/>
                  </a:lnTo>
                  <a:lnTo>
                    <a:pt x="183" y="237"/>
                  </a:lnTo>
                  <a:lnTo>
                    <a:pt x="181" y="197"/>
                  </a:lnTo>
                  <a:lnTo>
                    <a:pt x="168" y="158"/>
                  </a:lnTo>
                  <a:lnTo>
                    <a:pt x="143" y="119"/>
                  </a:lnTo>
                  <a:lnTo>
                    <a:pt x="106" y="79"/>
                  </a:lnTo>
                  <a:lnTo>
                    <a:pt x="59" y="40"/>
                  </a:lnTo>
                  <a:lnTo>
                    <a:pt x="0" y="0"/>
                  </a:lnTo>
                </a:path>
              </a:pathLst>
            </a:custGeom>
            <a:noFill/>
            <a:ln w="1588" cap="rnd">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394" name="Freeform 61"/>
            <p:cNvSpPr>
              <a:spLocks/>
            </p:cNvSpPr>
            <p:nvPr/>
          </p:nvSpPr>
          <p:spPr bwMode="auto">
            <a:xfrm>
              <a:off x="4030" y="2265"/>
              <a:ext cx="35" cy="30"/>
            </a:xfrm>
            <a:custGeom>
              <a:avLst/>
              <a:gdLst>
                <a:gd name="T0" fmla="*/ 19 w 35"/>
                <a:gd name="T1" fmla="*/ 30 h 30"/>
                <a:gd name="T2" fmla="*/ 0 w 35"/>
                <a:gd name="T3" fmla="*/ 0 h 30"/>
                <a:gd name="T4" fmla="*/ 35 w 35"/>
                <a:gd name="T5" fmla="*/ 3 h 30"/>
                <a:gd name="T6" fmla="*/ 19 w 35"/>
                <a:gd name="T7" fmla="*/ 30 h 30"/>
                <a:gd name="T8" fmla="*/ 0 60000 65536"/>
                <a:gd name="T9" fmla="*/ 0 60000 65536"/>
                <a:gd name="T10" fmla="*/ 0 60000 65536"/>
                <a:gd name="T11" fmla="*/ 0 60000 65536"/>
                <a:gd name="T12" fmla="*/ 0 w 35"/>
                <a:gd name="T13" fmla="*/ 0 h 30"/>
                <a:gd name="T14" fmla="*/ 35 w 35"/>
                <a:gd name="T15" fmla="*/ 30 h 30"/>
              </a:gdLst>
              <a:ahLst/>
              <a:cxnLst>
                <a:cxn ang="T8">
                  <a:pos x="T0" y="T1"/>
                </a:cxn>
                <a:cxn ang="T9">
                  <a:pos x="T2" y="T3"/>
                </a:cxn>
                <a:cxn ang="T10">
                  <a:pos x="T4" y="T5"/>
                </a:cxn>
                <a:cxn ang="T11">
                  <a:pos x="T6" y="T7"/>
                </a:cxn>
              </a:cxnLst>
              <a:rect l="T12" t="T13" r="T14" b="T15"/>
              <a:pathLst>
                <a:path w="35" h="30">
                  <a:moveTo>
                    <a:pt x="19" y="30"/>
                  </a:moveTo>
                  <a:lnTo>
                    <a:pt x="0" y="0"/>
                  </a:lnTo>
                  <a:lnTo>
                    <a:pt x="35" y="3"/>
                  </a:lnTo>
                  <a:lnTo>
                    <a:pt x="19" y="3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395" name="Freeform 62"/>
            <p:cNvSpPr>
              <a:spLocks/>
            </p:cNvSpPr>
            <p:nvPr/>
          </p:nvSpPr>
          <p:spPr bwMode="auto">
            <a:xfrm>
              <a:off x="3952" y="1872"/>
              <a:ext cx="184" cy="393"/>
            </a:xfrm>
            <a:custGeom>
              <a:avLst/>
              <a:gdLst>
                <a:gd name="T0" fmla="*/ 78 w 184"/>
                <a:gd name="T1" fmla="*/ 393 h 393"/>
                <a:gd name="T2" fmla="*/ 121 w 184"/>
                <a:gd name="T3" fmla="*/ 354 h 393"/>
                <a:gd name="T4" fmla="*/ 154 w 184"/>
                <a:gd name="T5" fmla="*/ 315 h 393"/>
                <a:gd name="T6" fmla="*/ 174 w 184"/>
                <a:gd name="T7" fmla="*/ 275 h 393"/>
                <a:gd name="T8" fmla="*/ 184 w 184"/>
                <a:gd name="T9" fmla="*/ 236 h 393"/>
                <a:gd name="T10" fmla="*/ 181 w 184"/>
                <a:gd name="T11" fmla="*/ 197 h 393"/>
                <a:gd name="T12" fmla="*/ 168 w 184"/>
                <a:gd name="T13" fmla="*/ 157 h 393"/>
                <a:gd name="T14" fmla="*/ 143 w 184"/>
                <a:gd name="T15" fmla="*/ 118 h 393"/>
                <a:gd name="T16" fmla="*/ 107 w 184"/>
                <a:gd name="T17" fmla="*/ 79 h 393"/>
                <a:gd name="T18" fmla="*/ 59 w 184"/>
                <a:gd name="T19" fmla="*/ 39 h 393"/>
                <a:gd name="T20" fmla="*/ 0 w 184"/>
                <a:gd name="T21" fmla="*/ 0 h 3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4"/>
                <a:gd name="T34" fmla="*/ 0 h 393"/>
                <a:gd name="T35" fmla="*/ 184 w 184"/>
                <a:gd name="T36" fmla="*/ 393 h 39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4" h="393">
                  <a:moveTo>
                    <a:pt x="78" y="393"/>
                  </a:moveTo>
                  <a:lnTo>
                    <a:pt x="121" y="354"/>
                  </a:lnTo>
                  <a:lnTo>
                    <a:pt x="154" y="315"/>
                  </a:lnTo>
                  <a:lnTo>
                    <a:pt x="174" y="275"/>
                  </a:lnTo>
                  <a:lnTo>
                    <a:pt x="184" y="236"/>
                  </a:lnTo>
                  <a:lnTo>
                    <a:pt x="181" y="197"/>
                  </a:lnTo>
                  <a:lnTo>
                    <a:pt x="168" y="157"/>
                  </a:lnTo>
                  <a:lnTo>
                    <a:pt x="143" y="118"/>
                  </a:lnTo>
                  <a:lnTo>
                    <a:pt x="107" y="79"/>
                  </a:lnTo>
                  <a:lnTo>
                    <a:pt x="59" y="39"/>
                  </a:lnTo>
                  <a:lnTo>
                    <a:pt x="0" y="0"/>
                  </a:lnTo>
                </a:path>
              </a:pathLst>
            </a:custGeom>
            <a:noFill/>
            <a:ln w="1588" cap="rnd">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396" name="Freeform 63"/>
            <p:cNvSpPr>
              <a:spLocks/>
            </p:cNvSpPr>
            <p:nvPr/>
          </p:nvSpPr>
          <p:spPr bwMode="auto">
            <a:xfrm>
              <a:off x="3928" y="1858"/>
              <a:ext cx="35" cy="29"/>
            </a:xfrm>
            <a:custGeom>
              <a:avLst/>
              <a:gdLst>
                <a:gd name="T0" fmla="*/ 19 w 35"/>
                <a:gd name="T1" fmla="*/ 29 h 29"/>
                <a:gd name="T2" fmla="*/ 0 w 35"/>
                <a:gd name="T3" fmla="*/ 0 h 29"/>
                <a:gd name="T4" fmla="*/ 35 w 35"/>
                <a:gd name="T5" fmla="*/ 2 h 29"/>
                <a:gd name="T6" fmla="*/ 19 w 35"/>
                <a:gd name="T7" fmla="*/ 29 h 29"/>
                <a:gd name="T8" fmla="*/ 0 60000 65536"/>
                <a:gd name="T9" fmla="*/ 0 60000 65536"/>
                <a:gd name="T10" fmla="*/ 0 60000 65536"/>
                <a:gd name="T11" fmla="*/ 0 60000 65536"/>
                <a:gd name="T12" fmla="*/ 0 w 35"/>
                <a:gd name="T13" fmla="*/ 0 h 29"/>
                <a:gd name="T14" fmla="*/ 35 w 35"/>
                <a:gd name="T15" fmla="*/ 29 h 29"/>
              </a:gdLst>
              <a:ahLst/>
              <a:cxnLst>
                <a:cxn ang="T8">
                  <a:pos x="T0" y="T1"/>
                </a:cxn>
                <a:cxn ang="T9">
                  <a:pos x="T2" y="T3"/>
                </a:cxn>
                <a:cxn ang="T10">
                  <a:pos x="T4" y="T5"/>
                </a:cxn>
                <a:cxn ang="T11">
                  <a:pos x="T6" y="T7"/>
                </a:cxn>
              </a:cxnLst>
              <a:rect l="T12" t="T13" r="T14" b="T15"/>
              <a:pathLst>
                <a:path w="35" h="29">
                  <a:moveTo>
                    <a:pt x="19" y="29"/>
                  </a:moveTo>
                  <a:lnTo>
                    <a:pt x="0" y="0"/>
                  </a:lnTo>
                  <a:lnTo>
                    <a:pt x="35" y="2"/>
                  </a:lnTo>
                  <a:lnTo>
                    <a:pt x="19" y="29"/>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397" name="Rectangle 64"/>
            <p:cNvSpPr>
              <a:spLocks noChangeArrowheads="1"/>
            </p:cNvSpPr>
            <p:nvPr/>
          </p:nvSpPr>
          <p:spPr bwMode="auto">
            <a:xfrm>
              <a:off x="4393" y="2819"/>
              <a:ext cx="352"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return </a:t>
              </a:r>
              <a:endParaRPr lang="en-US"/>
            </a:p>
          </p:txBody>
        </p:sp>
        <p:sp>
          <p:nvSpPr>
            <p:cNvPr id="14398" name="Rectangle 65"/>
            <p:cNvSpPr>
              <a:spLocks noChangeArrowheads="1"/>
            </p:cNvSpPr>
            <p:nvPr/>
          </p:nvSpPr>
          <p:spPr bwMode="auto">
            <a:xfrm>
              <a:off x="4690" y="2819"/>
              <a:ext cx="10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1</a:t>
              </a:r>
              <a:endParaRPr lang="en-US"/>
            </a:p>
          </p:txBody>
        </p:sp>
        <p:sp>
          <p:nvSpPr>
            <p:cNvPr id="14399" name="Rectangle 66"/>
            <p:cNvSpPr>
              <a:spLocks noChangeArrowheads="1"/>
            </p:cNvSpPr>
            <p:nvPr/>
          </p:nvSpPr>
          <p:spPr bwMode="auto">
            <a:xfrm>
              <a:off x="4745" y="2819"/>
              <a:ext cx="89"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a:t>
              </a:r>
              <a:endParaRPr lang="en-US"/>
            </a:p>
          </p:txBody>
        </p:sp>
        <p:sp>
          <p:nvSpPr>
            <p:cNvPr id="14400" name="Rectangle 67"/>
            <p:cNvSpPr>
              <a:spLocks noChangeArrowheads="1"/>
            </p:cNvSpPr>
            <p:nvPr/>
          </p:nvSpPr>
          <p:spPr bwMode="auto">
            <a:xfrm>
              <a:off x="4783" y="2819"/>
              <a:ext cx="13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1 </a:t>
              </a:r>
              <a:endParaRPr lang="en-US"/>
            </a:p>
          </p:txBody>
        </p:sp>
        <p:sp>
          <p:nvSpPr>
            <p:cNvPr id="14401" name="Rectangle 68"/>
            <p:cNvSpPr>
              <a:spLocks noChangeArrowheads="1"/>
            </p:cNvSpPr>
            <p:nvPr/>
          </p:nvSpPr>
          <p:spPr bwMode="auto">
            <a:xfrm>
              <a:off x="4868" y="2819"/>
              <a:ext cx="13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 </a:t>
              </a:r>
              <a:endParaRPr lang="en-US"/>
            </a:p>
          </p:txBody>
        </p:sp>
        <p:sp>
          <p:nvSpPr>
            <p:cNvPr id="14402" name="Rectangle 69"/>
            <p:cNvSpPr>
              <a:spLocks noChangeArrowheads="1"/>
            </p:cNvSpPr>
            <p:nvPr/>
          </p:nvSpPr>
          <p:spPr bwMode="auto">
            <a:xfrm>
              <a:off x="4957" y="2819"/>
              <a:ext cx="10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1</a:t>
              </a:r>
              <a:endParaRPr lang="en-US"/>
            </a:p>
          </p:txBody>
        </p:sp>
        <p:sp>
          <p:nvSpPr>
            <p:cNvPr id="14403" name="Rectangle 70"/>
            <p:cNvSpPr>
              <a:spLocks noChangeArrowheads="1"/>
            </p:cNvSpPr>
            <p:nvPr/>
          </p:nvSpPr>
          <p:spPr bwMode="auto">
            <a:xfrm>
              <a:off x="4299" y="2411"/>
              <a:ext cx="352"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return </a:t>
              </a:r>
              <a:endParaRPr lang="en-US"/>
            </a:p>
          </p:txBody>
        </p:sp>
        <p:sp>
          <p:nvSpPr>
            <p:cNvPr id="14404" name="Rectangle 71"/>
            <p:cNvSpPr>
              <a:spLocks noChangeArrowheads="1"/>
            </p:cNvSpPr>
            <p:nvPr/>
          </p:nvSpPr>
          <p:spPr bwMode="auto">
            <a:xfrm>
              <a:off x="4592" y="2411"/>
              <a:ext cx="10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2</a:t>
              </a:r>
              <a:endParaRPr lang="en-US"/>
            </a:p>
          </p:txBody>
        </p:sp>
        <p:sp>
          <p:nvSpPr>
            <p:cNvPr id="14405" name="Rectangle 72"/>
            <p:cNvSpPr>
              <a:spLocks noChangeArrowheads="1"/>
            </p:cNvSpPr>
            <p:nvPr/>
          </p:nvSpPr>
          <p:spPr bwMode="auto">
            <a:xfrm>
              <a:off x="4652" y="2411"/>
              <a:ext cx="89"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a:t>
              </a:r>
              <a:endParaRPr lang="en-US"/>
            </a:p>
          </p:txBody>
        </p:sp>
        <p:sp>
          <p:nvSpPr>
            <p:cNvPr id="14406" name="Rectangle 73"/>
            <p:cNvSpPr>
              <a:spLocks noChangeArrowheads="1"/>
            </p:cNvSpPr>
            <p:nvPr/>
          </p:nvSpPr>
          <p:spPr bwMode="auto">
            <a:xfrm>
              <a:off x="4690" y="2411"/>
              <a:ext cx="13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1 </a:t>
              </a:r>
              <a:endParaRPr lang="en-US"/>
            </a:p>
          </p:txBody>
        </p:sp>
        <p:sp>
          <p:nvSpPr>
            <p:cNvPr id="14407" name="Rectangle 74"/>
            <p:cNvSpPr>
              <a:spLocks noChangeArrowheads="1"/>
            </p:cNvSpPr>
            <p:nvPr/>
          </p:nvSpPr>
          <p:spPr bwMode="auto">
            <a:xfrm>
              <a:off x="4775" y="2411"/>
              <a:ext cx="13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 </a:t>
              </a:r>
              <a:endParaRPr lang="en-US"/>
            </a:p>
          </p:txBody>
        </p:sp>
        <p:sp>
          <p:nvSpPr>
            <p:cNvPr id="14408" name="Rectangle 75"/>
            <p:cNvSpPr>
              <a:spLocks noChangeArrowheads="1"/>
            </p:cNvSpPr>
            <p:nvPr/>
          </p:nvSpPr>
          <p:spPr bwMode="auto">
            <a:xfrm>
              <a:off x="4864" y="2411"/>
              <a:ext cx="10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2</a:t>
              </a:r>
              <a:endParaRPr lang="en-US"/>
            </a:p>
          </p:txBody>
        </p:sp>
        <p:sp>
          <p:nvSpPr>
            <p:cNvPr id="14409" name="Rectangle 76"/>
            <p:cNvSpPr>
              <a:spLocks noChangeArrowheads="1"/>
            </p:cNvSpPr>
            <p:nvPr/>
          </p:nvSpPr>
          <p:spPr bwMode="auto">
            <a:xfrm>
              <a:off x="4164" y="2004"/>
              <a:ext cx="352"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dirty="0">
                  <a:solidFill>
                    <a:srgbClr val="0000FF"/>
                  </a:solidFill>
                  <a:latin typeface="Arial" charset="0"/>
                </a:rPr>
                <a:t>return </a:t>
              </a:r>
              <a:endParaRPr lang="en-US" dirty="0"/>
            </a:p>
          </p:txBody>
        </p:sp>
        <p:sp>
          <p:nvSpPr>
            <p:cNvPr id="14410" name="Rectangle 77"/>
            <p:cNvSpPr>
              <a:spLocks noChangeArrowheads="1"/>
            </p:cNvSpPr>
            <p:nvPr/>
          </p:nvSpPr>
          <p:spPr bwMode="auto">
            <a:xfrm>
              <a:off x="4461" y="2004"/>
              <a:ext cx="10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3</a:t>
              </a:r>
              <a:endParaRPr lang="en-US"/>
            </a:p>
          </p:txBody>
        </p:sp>
        <p:sp>
          <p:nvSpPr>
            <p:cNvPr id="14411" name="Rectangle 78"/>
            <p:cNvSpPr>
              <a:spLocks noChangeArrowheads="1"/>
            </p:cNvSpPr>
            <p:nvPr/>
          </p:nvSpPr>
          <p:spPr bwMode="auto">
            <a:xfrm>
              <a:off x="4516" y="2004"/>
              <a:ext cx="89"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a:t>
              </a:r>
              <a:endParaRPr lang="en-US"/>
            </a:p>
          </p:txBody>
        </p:sp>
        <p:sp>
          <p:nvSpPr>
            <p:cNvPr id="14412" name="Rectangle 79"/>
            <p:cNvSpPr>
              <a:spLocks noChangeArrowheads="1"/>
            </p:cNvSpPr>
            <p:nvPr/>
          </p:nvSpPr>
          <p:spPr bwMode="auto">
            <a:xfrm>
              <a:off x="4554" y="2004"/>
              <a:ext cx="13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2 </a:t>
              </a:r>
              <a:endParaRPr lang="en-US"/>
            </a:p>
          </p:txBody>
        </p:sp>
        <p:sp>
          <p:nvSpPr>
            <p:cNvPr id="14413" name="Rectangle 80"/>
            <p:cNvSpPr>
              <a:spLocks noChangeArrowheads="1"/>
            </p:cNvSpPr>
            <p:nvPr/>
          </p:nvSpPr>
          <p:spPr bwMode="auto">
            <a:xfrm>
              <a:off x="4639" y="2004"/>
              <a:ext cx="13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 </a:t>
              </a:r>
              <a:endParaRPr lang="en-US"/>
            </a:p>
          </p:txBody>
        </p:sp>
        <p:sp>
          <p:nvSpPr>
            <p:cNvPr id="14414" name="Rectangle 81"/>
            <p:cNvSpPr>
              <a:spLocks noChangeArrowheads="1"/>
            </p:cNvSpPr>
            <p:nvPr/>
          </p:nvSpPr>
          <p:spPr bwMode="auto">
            <a:xfrm>
              <a:off x="4728" y="2004"/>
              <a:ext cx="10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6</a:t>
              </a:r>
              <a:endParaRPr lang="en-US"/>
            </a:p>
          </p:txBody>
        </p:sp>
        <p:sp>
          <p:nvSpPr>
            <p:cNvPr id="14415" name="Freeform 82"/>
            <p:cNvSpPr>
              <a:spLocks/>
            </p:cNvSpPr>
            <p:nvPr/>
          </p:nvSpPr>
          <p:spPr bwMode="auto">
            <a:xfrm>
              <a:off x="3928" y="1681"/>
              <a:ext cx="298" cy="177"/>
            </a:xfrm>
            <a:custGeom>
              <a:avLst/>
              <a:gdLst>
                <a:gd name="T0" fmla="*/ 0 w 298"/>
                <a:gd name="T1" fmla="*/ 177 h 177"/>
                <a:gd name="T2" fmla="*/ 64 w 298"/>
                <a:gd name="T3" fmla="*/ 173 h 177"/>
                <a:gd name="T4" fmla="*/ 121 w 298"/>
                <a:gd name="T5" fmla="*/ 163 h 177"/>
                <a:gd name="T6" fmla="*/ 171 w 298"/>
                <a:gd name="T7" fmla="*/ 144 h 177"/>
                <a:gd name="T8" fmla="*/ 214 w 298"/>
                <a:gd name="T9" fmla="*/ 119 h 177"/>
                <a:gd name="T10" fmla="*/ 249 w 298"/>
                <a:gd name="T11" fmla="*/ 87 h 177"/>
                <a:gd name="T12" fmla="*/ 277 w 298"/>
                <a:gd name="T13" fmla="*/ 47 h 177"/>
                <a:gd name="T14" fmla="*/ 298 w 298"/>
                <a:gd name="T15" fmla="*/ 0 h 177"/>
                <a:gd name="T16" fmla="*/ 0 60000 65536"/>
                <a:gd name="T17" fmla="*/ 0 60000 65536"/>
                <a:gd name="T18" fmla="*/ 0 60000 65536"/>
                <a:gd name="T19" fmla="*/ 0 60000 65536"/>
                <a:gd name="T20" fmla="*/ 0 60000 65536"/>
                <a:gd name="T21" fmla="*/ 0 60000 65536"/>
                <a:gd name="T22" fmla="*/ 0 60000 65536"/>
                <a:gd name="T23" fmla="*/ 0 60000 65536"/>
                <a:gd name="T24" fmla="*/ 0 w 298"/>
                <a:gd name="T25" fmla="*/ 0 h 177"/>
                <a:gd name="T26" fmla="*/ 298 w 298"/>
                <a:gd name="T27" fmla="*/ 177 h 17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8" h="177">
                  <a:moveTo>
                    <a:pt x="0" y="177"/>
                  </a:moveTo>
                  <a:lnTo>
                    <a:pt x="64" y="173"/>
                  </a:lnTo>
                  <a:lnTo>
                    <a:pt x="121" y="163"/>
                  </a:lnTo>
                  <a:lnTo>
                    <a:pt x="171" y="144"/>
                  </a:lnTo>
                  <a:lnTo>
                    <a:pt x="214" y="119"/>
                  </a:lnTo>
                  <a:lnTo>
                    <a:pt x="249" y="87"/>
                  </a:lnTo>
                  <a:lnTo>
                    <a:pt x="277" y="47"/>
                  </a:lnTo>
                  <a:lnTo>
                    <a:pt x="298" y="0"/>
                  </a:lnTo>
                </a:path>
              </a:pathLst>
            </a:custGeom>
            <a:noFill/>
            <a:ln w="1588" cap="rnd">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416" name="Freeform 83"/>
            <p:cNvSpPr>
              <a:spLocks/>
            </p:cNvSpPr>
            <p:nvPr/>
          </p:nvSpPr>
          <p:spPr bwMode="auto">
            <a:xfrm>
              <a:off x="4210" y="1654"/>
              <a:ext cx="30" cy="35"/>
            </a:xfrm>
            <a:custGeom>
              <a:avLst/>
              <a:gdLst>
                <a:gd name="T0" fmla="*/ 30 w 30"/>
                <a:gd name="T1" fmla="*/ 35 h 35"/>
                <a:gd name="T2" fmla="*/ 24 w 30"/>
                <a:gd name="T3" fmla="*/ 0 h 35"/>
                <a:gd name="T4" fmla="*/ 0 w 30"/>
                <a:gd name="T5" fmla="*/ 26 h 35"/>
                <a:gd name="T6" fmla="*/ 30 w 30"/>
                <a:gd name="T7" fmla="*/ 35 h 35"/>
                <a:gd name="T8" fmla="*/ 0 60000 65536"/>
                <a:gd name="T9" fmla="*/ 0 60000 65536"/>
                <a:gd name="T10" fmla="*/ 0 60000 65536"/>
                <a:gd name="T11" fmla="*/ 0 60000 65536"/>
                <a:gd name="T12" fmla="*/ 0 w 30"/>
                <a:gd name="T13" fmla="*/ 0 h 35"/>
                <a:gd name="T14" fmla="*/ 30 w 30"/>
                <a:gd name="T15" fmla="*/ 35 h 35"/>
              </a:gdLst>
              <a:ahLst/>
              <a:cxnLst>
                <a:cxn ang="T8">
                  <a:pos x="T0" y="T1"/>
                </a:cxn>
                <a:cxn ang="T9">
                  <a:pos x="T2" y="T3"/>
                </a:cxn>
                <a:cxn ang="T10">
                  <a:pos x="T4" y="T5"/>
                </a:cxn>
                <a:cxn ang="T11">
                  <a:pos x="T6" y="T7"/>
                </a:cxn>
              </a:cxnLst>
              <a:rect l="T12" t="T13" r="T14" b="T15"/>
              <a:pathLst>
                <a:path w="30" h="35">
                  <a:moveTo>
                    <a:pt x="30" y="35"/>
                  </a:moveTo>
                  <a:lnTo>
                    <a:pt x="24" y="0"/>
                  </a:lnTo>
                  <a:lnTo>
                    <a:pt x="0" y="26"/>
                  </a:lnTo>
                  <a:lnTo>
                    <a:pt x="30" y="35"/>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417" name="Rectangle 84"/>
            <p:cNvSpPr>
              <a:spLocks noChangeArrowheads="1"/>
            </p:cNvSpPr>
            <p:nvPr/>
          </p:nvSpPr>
          <p:spPr bwMode="auto">
            <a:xfrm>
              <a:off x="3884" y="1537"/>
              <a:ext cx="352"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return </a:t>
              </a:r>
              <a:endParaRPr lang="en-US"/>
            </a:p>
          </p:txBody>
        </p:sp>
        <p:sp>
          <p:nvSpPr>
            <p:cNvPr id="14418" name="Rectangle 85"/>
            <p:cNvSpPr>
              <a:spLocks noChangeArrowheads="1"/>
            </p:cNvSpPr>
            <p:nvPr/>
          </p:nvSpPr>
          <p:spPr bwMode="auto">
            <a:xfrm>
              <a:off x="4176" y="1537"/>
              <a:ext cx="10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4</a:t>
              </a:r>
              <a:endParaRPr lang="en-US"/>
            </a:p>
          </p:txBody>
        </p:sp>
        <p:sp>
          <p:nvSpPr>
            <p:cNvPr id="14419" name="Rectangle 86"/>
            <p:cNvSpPr>
              <a:spLocks noChangeArrowheads="1"/>
            </p:cNvSpPr>
            <p:nvPr/>
          </p:nvSpPr>
          <p:spPr bwMode="auto">
            <a:xfrm>
              <a:off x="4232" y="1537"/>
              <a:ext cx="89"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a:t>
              </a:r>
              <a:endParaRPr lang="en-US"/>
            </a:p>
          </p:txBody>
        </p:sp>
        <p:sp>
          <p:nvSpPr>
            <p:cNvPr id="14420" name="Rectangle 87"/>
            <p:cNvSpPr>
              <a:spLocks noChangeArrowheads="1"/>
            </p:cNvSpPr>
            <p:nvPr/>
          </p:nvSpPr>
          <p:spPr bwMode="auto">
            <a:xfrm>
              <a:off x="4274" y="1537"/>
              <a:ext cx="13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6 </a:t>
              </a:r>
              <a:endParaRPr lang="en-US"/>
            </a:p>
          </p:txBody>
        </p:sp>
        <p:sp>
          <p:nvSpPr>
            <p:cNvPr id="14421" name="Rectangle 88"/>
            <p:cNvSpPr>
              <a:spLocks noChangeArrowheads="1"/>
            </p:cNvSpPr>
            <p:nvPr/>
          </p:nvSpPr>
          <p:spPr bwMode="auto">
            <a:xfrm>
              <a:off x="4359" y="1537"/>
              <a:ext cx="13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 </a:t>
              </a:r>
              <a:endParaRPr lang="en-US"/>
            </a:p>
          </p:txBody>
        </p:sp>
        <p:sp>
          <p:nvSpPr>
            <p:cNvPr id="14422" name="Rectangle 89"/>
            <p:cNvSpPr>
              <a:spLocks noChangeArrowheads="1"/>
            </p:cNvSpPr>
            <p:nvPr/>
          </p:nvSpPr>
          <p:spPr bwMode="auto">
            <a:xfrm>
              <a:off x="4444" y="1537"/>
              <a:ext cx="166"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24</a:t>
              </a:r>
              <a:endParaRPr lang="en-US"/>
            </a:p>
          </p:txBody>
        </p:sp>
        <p:sp>
          <p:nvSpPr>
            <p:cNvPr id="14423" name="Line 90"/>
            <p:cNvSpPr>
              <a:spLocks noChangeShapeType="1"/>
            </p:cNvSpPr>
            <p:nvPr/>
          </p:nvSpPr>
          <p:spPr bwMode="auto">
            <a:xfrm>
              <a:off x="4590" y="1603"/>
              <a:ext cx="329" cy="1"/>
            </a:xfrm>
            <a:prstGeom prst="line">
              <a:avLst/>
            </a:prstGeom>
            <a:noFill/>
            <a:ln w="1588" cap="rnd">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424" name="Freeform 91"/>
            <p:cNvSpPr>
              <a:spLocks/>
            </p:cNvSpPr>
            <p:nvPr/>
          </p:nvSpPr>
          <p:spPr bwMode="auto">
            <a:xfrm>
              <a:off x="4915" y="1588"/>
              <a:ext cx="32" cy="31"/>
            </a:xfrm>
            <a:custGeom>
              <a:avLst/>
              <a:gdLst>
                <a:gd name="T0" fmla="*/ 0 w 32"/>
                <a:gd name="T1" fmla="*/ 0 h 31"/>
                <a:gd name="T2" fmla="*/ 32 w 32"/>
                <a:gd name="T3" fmla="*/ 15 h 31"/>
                <a:gd name="T4" fmla="*/ 0 w 32"/>
                <a:gd name="T5" fmla="*/ 31 h 31"/>
                <a:gd name="T6" fmla="*/ 0 w 32"/>
                <a:gd name="T7" fmla="*/ 0 h 31"/>
                <a:gd name="T8" fmla="*/ 0 60000 65536"/>
                <a:gd name="T9" fmla="*/ 0 60000 65536"/>
                <a:gd name="T10" fmla="*/ 0 60000 65536"/>
                <a:gd name="T11" fmla="*/ 0 60000 65536"/>
                <a:gd name="T12" fmla="*/ 0 w 32"/>
                <a:gd name="T13" fmla="*/ 0 h 31"/>
                <a:gd name="T14" fmla="*/ 32 w 32"/>
                <a:gd name="T15" fmla="*/ 31 h 31"/>
              </a:gdLst>
              <a:ahLst/>
              <a:cxnLst>
                <a:cxn ang="T8">
                  <a:pos x="T0" y="T1"/>
                </a:cxn>
                <a:cxn ang="T9">
                  <a:pos x="T2" y="T3"/>
                </a:cxn>
                <a:cxn ang="T10">
                  <a:pos x="T4" y="T5"/>
                </a:cxn>
                <a:cxn ang="T11">
                  <a:pos x="T6" y="T7"/>
                </a:cxn>
              </a:cxnLst>
              <a:rect l="T12" t="T13" r="T14" b="T15"/>
              <a:pathLst>
                <a:path w="32" h="31">
                  <a:moveTo>
                    <a:pt x="0" y="0"/>
                  </a:moveTo>
                  <a:lnTo>
                    <a:pt x="32" y="15"/>
                  </a:lnTo>
                  <a:lnTo>
                    <a:pt x="0" y="31"/>
                  </a:lnTo>
                  <a:lnTo>
                    <a:pt x="0" y="0"/>
                  </a:lnTo>
                  <a:close/>
                </a:path>
              </a:pathLst>
            </a:custGeom>
            <a:solidFill>
              <a:srgbClr val="0000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425" name="Rectangle 92"/>
            <p:cNvSpPr>
              <a:spLocks noChangeArrowheads="1"/>
            </p:cNvSpPr>
            <p:nvPr/>
          </p:nvSpPr>
          <p:spPr bwMode="auto">
            <a:xfrm>
              <a:off x="4978" y="1541"/>
              <a:ext cx="611"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0000FF"/>
                  </a:solidFill>
                  <a:latin typeface="Arial" charset="0"/>
                </a:rPr>
                <a:t>final answer</a:t>
              </a:r>
              <a:endParaRPr lang="en-US"/>
            </a:p>
          </p:txBody>
        </p:sp>
        <p:sp>
          <p:nvSpPr>
            <p:cNvPr id="14426" name="Line 93"/>
            <p:cNvSpPr>
              <a:spLocks noChangeShapeType="1"/>
            </p:cNvSpPr>
            <p:nvPr/>
          </p:nvSpPr>
          <p:spPr bwMode="auto">
            <a:xfrm flipV="1">
              <a:off x="4794" y="2971"/>
              <a:ext cx="1" cy="257"/>
            </a:xfrm>
            <a:prstGeom prst="line">
              <a:avLst/>
            </a:prstGeom>
            <a:noFill/>
            <a:ln w="6350" cap="rnd">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427" name="Freeform 94"/>
            <p:cNvSpPr>
              <a:spLocks/>
            </p:cNvSpPr>
            <p:nvPr/>
          </p:nvSpPr>
          <p:spPr bwMode="auto">
            <a:xfrm>
              <a:off x="4776" y="2939"/>
              <a:ext cx="36" cy="37"/>
            </a:xfrm>
            <a:custGeom>
              <a:avLst/>
              <a:gdLst>
                <a:gd name="T0" fmla="*/ 0 w 36"/>
                <a:gd name="T1" fmla="*/ 37 h 37"/>
                <a:gd name="T2" fmla="*/ 18 w 36"/>
                <a:gd name="T3" fmla="*/ 0 h 37"/>
                <a:gd name="T4" fmla="*/ 36 w 36"/>
                <a:gd name="T5" fmla="*/ 37 h 37"/>
                <a:gd name="T6" fmla="*/ 0 w 36"/>
                <a:gd name="T7" fmla="*/ 37 h 37"/>
                <a:gd name="T8" fmla="*/ 0 60000 65536"/>
                <a:gd name="T9" fmla="*/ 0 60000 65536"/>
                <a:gd name="T10" fmla="*/ 0 60000 65536"/>
                <a:gd name="T11" fmla="*/ 0 60000 65536"/>
                <a:gd name="T12" fmla="*/ 0 w 36"/>
                <a:gd name="T13" fmla="*/ 0 h 37"/>
                <a:gd name="T14" fmla="*/ 36 w 36"/>
                <a:gd name="T15" fmla="*/ 37 h 37"/>
              </a:gdLst>
              <a:ahLst/>
              <a:cxnLst>
                <a:cxn ang="T8">
                  <a:pos x="T0" y="T1"/>
                </a:cxn>
                <a:cxn ang="T9">
                  <a:pos x="T2" y="T3"/>
                </a:cxn>
                <a:cxn ang="T10">
                  <a:pos x="T4" y="T5"/>
                </a:cxn>
                <a:cxn ang="T11">
                  <a:pos x="T6" y="T7"/>
                </a:cxn>
              </a:cxnLst>
              <a:rect l="T12" t="T13" r="T14" b="T15"/>
              <a:pathLst>
                <a:path w="36" h="37">
                  <a:moveTo>
                    <a:pt x="0" y="37"/>
                  </a:moveTo>
                  <a:lnTo>
                    <a:pt x="18" y="0"/>
                  </a:lnTo>
                  <a:lnTo>
                    <a:pt x="36" y="37"/>
                  </a:lnTo>
                  <a:lnTo>
                    <a:pt x="0" y="37"/>
                  </a:lnTo>
                  <a:close/>
                </a:path>
              </a:pathLst>
            </a:custGeom>
            <a:solidFill>
              <a:srgbClr val="0000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428" name="Line 95"/>
            <p:cNvSpPr>
              <a:spLocks noChangeShapeType="1"/>
            </p:cNvSpPr>
            <p:nvPr/>
          </p:nvSpPr>
          <p:spPr bwMode="auto">
            <a:xfrm flipH="1" flipV="1">
              <a:off x="4736" y="2558"/>
              <a:ext cx="185" cy="268"/>
            </a:xfrm>
            <a:prstGeom prst="line">
              <a:avLst/>
            </a:prstGeom>
            <a:noFill/>
            <a:ln w="6350" cap="rnd">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429" name="Freeform 96"/>
            <p:cNvSpPr>
              <a:spLocks/>
            </p:cNvSpPr>
            <p:nvPr/>
          </p:nvSpPr>
          <p:spPr bwMode="auto">
            <a:xfrm>
              <a:off x="4717" y="2532"/>
              <a:ext cx="36" cy="40"/>
            </a:xfrm>
            <a:custGeom>
              <a:avLst/>
              <a:gdLst>
                <a:gd name="T0" fmla="*/ 6 w 36"/>
                <a:gd name="T1" fmla="*/ 40 h 40"/>
                <a:gd name="T2" fmla="*/ 0 w 36"/>
                <a:gd name="T3" fmla="*/ 0 h 40"/>
                <a:gd name="T4" fmla="*/ 36 w 36"/>
                <a:gd name="T5" fmla="*/ 19 h 40"/>
                <a:gd name="T6" fmla="*/ 6 w 36"/>
                <a:gd name="T7" fmla="*/ 40 h 40"/>
                <a:gd name="T8" fmla="*/ 0 60000 65536"/>
                <a:gd name="T9" fmla="*/ 0 60000 65536"/>
                <a:gd name="T10" fmla="*/ 0 60000 65536"/>
                <a:gd name="T11" fmla="*/ 0 60000 65536"/>
                <a:gd name="T12" fmla="*/ 0 w 36"/>
                <a:gd name="T13" fmla="*/ 0 h 40"/>
                <a:gd name="T14" fmla="*/ 36 w 36"/>
                <a:gd name="T15" fmla="*/ 40 h 40"/>
              </a:gdLst>
              <a:ahLst/>
              <a:cxnLst>
                <a:cxn ang="T8">
                  <a:pos x="T0" y="T1"/>
                </a:cxn>
                <a:cxn ang="T9">
                  <a:pos x="T2" y="T3"/>
                </a:cxn>
                <a:cxn ang="T10">
                  <a:pos x="T4" y="T5"/>
                </a:cxn>
                <a:cxn ang="T11">
                  <a:pos x="T6" y="T7"/>
                </a:cxn>
              </a:cxnLst>
              <a:rect l="T12" t="T13" r="T14" b="T15"/>
              <a:pathLst>
                <a:path w="36" h="40">
                  <a:moveTo>
                    <a:pt x="6" y="40"/>
                  </a:moveTo>
                  <a:lnTo>
                    <a:pt x="0" y="0"/>
                  </a:lnTo>
                  <a:lnTo>
                    <a:pt x="36" y="19"/>
                  </a:lnTo>
                  <a:lnTo>
                    <a:pt x="6" y="40"/>
                  </a:lnTo>
                  <a:close/>
                </a:path>
              </a:pathLst>
            </a:custGeom>
            <a:solidFill>
              <a:srgbClr val="0000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430" name="Line 97"/>
            <p:cNvSpPr>
              <a:spLocks noChangeShapeType="1"/>
            </p:cNvSpPr>
            <p:nvPr/>
          </p:nvSpPr>
          <p:spPr bwMode="auto">
            <a:xfrm flipH="1" flipV="1">
              <a:off x="4611" y="2148"/>
              <a:ext cx="234" cy="270"/>
            </a:xfrm>
            <a:prstGeom prst="line">
              <a:avLst/>
            </a:prstGeom>
            <a:noFill/>
            <a:ln w="6350" cap="rnd">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431" name="Freeform 98"/>
            <p:cNvSpPr>
              <a:spLocks/>
            </p:cNvSpPr>
            <p:nvPr/>
          </p:nvSpPr>
          <p:spPr bwMode="auto">
            <a:xfrm>
              <a:off x="4590" y="2124"/>
              <a:ext cx="38" cy="40"/>
            </a:xfrm>
            <a:custGeom>
              <a:avLst/>
              <a:gdLst>
                <a:gd name="T0" fmla="*/ 10 w 38"/>
                <a:gd name="T1" fmla="*/ 40 h 40"/>
                <a:gd name="T2" fmla="*/ 0 w 38"/>
                <a:gd name="T3" fmla="*/ 0 h 40"/>
                <a:gd name="T4" fmla="*/ 38 w 38"/>
                <a:gd name="T5" fmla="*/ 16 h 40"/>
                <a:gd name="T6" fmla="*/ 10 w 38"/>
                <a:gd name="T7" fmla="*/ 40 h 40"/>
                <a:gd name="T8" fmla="*/ 0 60000 65536"/>
                <a:gd name="T9" fmla="*/ 0 60000 65536"/>
                <a:gd name="T10" fmla="*/ 0 60000 65536"/>
                <a:gd name="T11" fmla="*/ 0 60000 65536"/>
                <a:gd name="T12" fmla="*/ 0 w 38"/>
                <a:gd name="T13" fmla="*/ 0 h 40"/>
                <a:gd name="T14" fmla="*/ 38 w 38"/>
                <a:gd name="T15" fmla="*/ 40 h 40"/>
              </a:gdLst>
              <a:ahLst/>
              <a:cxnLst>
                <a:cxn ang="T8">
                  <a:pos x="T0" y="T1"/>
                </a:cxn>
                <a:cxn ang="T9">
                  <a:pos x="T2" y="T3"/>
                </a:cxn>
                <a:cxn ang="T10">
                  <a:pos x="T4" y="T5"/>
                </a:cxn>
                <a:cxn ang="T11">
                  <a:pos x="T6" y="T7"/>
                </a:cxn>
              </a:cxnLst>
              <a:rect l="T12" t="T13" r="T14" b="T15"/>
              <a:pathLst>
                <a:path w="38" h="40">
                  <a:moveTo>
                    <a:pt x="10" y="40"/>
                  </a:moveTo>
                  <a:lnTo>
                    <a:pt x="0" y="0"/>
                  </a:lnTo>
                  <a:lnTo>
                    <a:pt x="38" y="16"/>
                  </a:lnTo>
                  <a:lnTo>
                    <a:pt x="10" y="40"/>
                  </a:lnTo>
                  <a:close/>
                </a:path>
              </a:pathLst>
            </a:custGeom>
            <a:solidFill>
              <a:srgbClr val="0000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432" name="Line 99"/>
            <p:cNvSpPr>
              <a:spLocks noChangeShapeType="1"/>
            </p:cNvSpPr>
            <p:nvPr/>
          </p:nvSpPr>
          <p:spPr bwMode="auto">
            <a:xfrm flipH="1" flipV="1">
              <a:off x="4335" y="1675"/>
              <a:ext cx="408" cy="336"/>
            </a:xfrm>
            <a:prstGeom prst="line">
              <a:avLst/>
            </a:prstGeom>
            <a:noFill/>
            <a:ln w="6350" cap="rnd">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433" name="Freeform 100"/>
            <p:cNvSpPr>
              <a:spLocks/>
            </p:cNvSpPr>
            <p:nvPr/>
          </p:nvSpPr>
          <p:spPr bwMode="auto">
            <a:xfrm>
              <a:off x="4310" y="1654"/>
              <a:ext cx="40" cy="38"/>
            </a:xfrm>
            <a:custGeom>
              <a:avLst/>
              <a:gdLst>
                <a:gd name="T0" fmla="*/ 17 w 40"/>
                <a:gd name="T1" fmla="*/ 38 h 38"/>
                <a:gd name="T2" fmla="*/ 0 w 40"/>
                <a:gd name="T3" fmla="*/ 0 h 38"/>
                <a:gd name="T4" fmla="*/ 40 w 40"/>
                <a:gd name="T5" fmla="*/ 10 h 38"/>
                <a:gd name="T6" fmla="*/ 17 w 40"/>
                <a:gd name="T7" fmla="*/ 38 h 38"/>
                <a:gd name="T8" fmla="*/ 0 60000 65536"/>
                <a:gd name="T9" fmla="*/ 0 60000 65536"/>
                <a:gd name="T10" fmla="*/ 0 60000 65536"/>
                <a:gd name="T11" fmla="*/ 0 60000 65536"/>
                <a:gd name="T12" fmla="*/ 0 w 40"/>
                <a:gd name="T13" fmla="*/ 0 h 38"/>
                <a:gd name="T14" fmla="*/ 40 w 40"/>
                <a:gd name="T15" fmla="*/ 38 h 38"/>
              </a:gdLst>
              <a:ahLst/>
              <a:cxnLst>
                <a:cxn ang="T8">
                  <a:pos x="T0" y="T1"/>
                </a:cxn>
                <a:cxn ang="T9">
                  <a:pos x="T2" y="T3"/>
                </a:cxn>
                <a:cxn ang="T10">
                  <a:pos x="T4" y="T5"/>
                </a:cxn>
                <a:cxn ang="T11">
                  <a:pos x="T6" y="T7"/>
                </a:cxn>
              </a:cxnLst>
              <a:rect l="T12" t="T13" r="T14" b="T15"/>
              <a:pathLst>
                <a:path w="40" h="38">
                  <a:moveTo>
                    <a:pt x="17" y="38"/>
                  </a:moveTo>
                  <a:lnTo>
                    <a:pt x="0" y="0"/>
                  </a:lnTo>
                  <a:lnTo>
                    <a:pt x="40" y="10"/>
                  </a:lnTo>
                  <a:lnTo>
                    <a:pt x="17" y="38"/>
                  </a:lnTo>
                  <a:close/>
                </a:path>
              </a:pathLst>
            </a:custGeom>
            <a:solidFill>
              <a:srgbClr val="0000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434" name="Line 101"/>
            <p:cNvSpPr>
              <a:spLocks noChangeShapeType="1"/>
            </p:cNvSpPr>
            <p:nvPr/>
          </p:nvSpPr>
          <p:spPr bwMode="auto">
            <a:xfrm>
              <a:off x="3368" y="1552"/>
              <a:ext cx="44" cy="178"/>
            </a:xfrm>
            <a:prstGeom prst="line">
              <a:avLst/>
            </a:prstGeom>
            <a:noFill/>
            <a:ln w="1588" cap="rnd">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435" name="Freeform 102"/>
            <p:cNvSpPr>
              <a:spLocks/>
            </p:cNvSpPr>
            <p:nvPr/>
          </p:nvSpPr>
          <p:spPr bwMode="auto">
            <a:xfrm>
              <a:off x="3396" y="1722"/>
              <a:ext cx="30" cy="34"/>
            </a:xfrm>
            <a:custGeom>
              <a:avLst/>
              <a:gdLst>
                <a:gd name="T0" fmla="*/ 30 w 30"/>
                <a:gd name="T1" fmla="*/ 0 h 34"/>
                <a:gd name="T2" fmla="*/ 23 w 30"/>
                <a:gd name="T3" fmla="*/ 34 h 34"/>
                <a:gd name="T4" fmla="*/ 0 w 30"/>
                <a:gd name="T5" fmla="*/ 8 h 34"/>
                <a:gd name="T6" fmla="*/ 30 w 30"/>
                <a:gd name="T7" fmla="*/ 0 h 34"/>
                <a:gd name="T8" fmla="*/ 0 60000 65536"/>
                <a:gd name="T9" fmla="*/ 0 60000 65536"/>
                <a:gd name="T10" fmla="*/ 0 60000 65536"/>
                <a:gd name="T11" fmla="*/ 0 60000 65536"/>
                <a:gd name="T12" fmla="*/ 0 w 30"/>
                <a:gd name="T13" fmla="*/ 0 h 34"/>
                <a:gd name="T14" fmla="*/ 30 w 30"/>
                <a:gd name="T15" fmla="*/ 34 h 34"/>
              </a:gdLst>
              <a:ahLst/>
              <a:cxnLst>
                <a:cxn ang="T8">
                  <a:pos x="T0" y="T1"/>
                </a:cxn>
                <a:cxn ang="T9">
                  <a:pos x="T2" y="T3"/>
                </a:cxn>
                <a:cxn ang="T10">
                  <a:pos x="T4" y="T5"/>
                </a:cxn>
                <a:cxn ang="T11">
                  <a:pos x="T6" y="T7"/>
                </a:cxn>
              </a:cxnLst>
              <a:rect l="T12" t="T13" r="T14" b="T15"/>
              <a:pathLst>
                <a:path w="30" h="34">
                  <a:moveTo>
                    <a:pt x="30" y="0"/>
                  </a:moveTo>
                  <a:lnTo>
                    <a:pt x="23" y="34"/>
                  </a:lnTo>
                  <a:lnTo>
                    <a:pt x="0" y="8"/>
                  </a:lnTo>
                  <a:lnTo>
                    <a:pt x="30"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436" name="Rectangle 103"/>
            <p:cNvSpPr>
              <a:spLocks noChangeArrowheads="1"/>
            </p:cNvSpPr>
            <p:nvPr/>
          </p:nvSpPr>
          <p:spPr bwMode="auto">
            <a:xfrm>
              <a:off x="3421" y="1600"/>
              <a:ext cx="174" cy="1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000">
                  <a:solidFill>
                    <a:srgbClr val="0000FF"/>
                  </a:solidFill>
                  <a:latin typeface="Arial" charset="0"/>
                </a:rPr>
                <a:t>call</a:t>
              </a:r>
              <a:endParaRPr lang="en-US"/>
            </a:p>
          </p:txBody>
        </p:sp>
      </p:grpSp>
      <p:sp>
        <p:nvSpPr>
          <p:cNvPr id="14343" name="Date Placeholder 103"/>
          <p:cNvSpPr>
            <a:spLocks noGrp="1"/>
          </p:cNvSpPr>
          <p:nvPr>
            <p:ph type="dt" sz="quarter" idx="10"/>
          </p:nvPr>
        </p:nvSpPr>
        <p:spPr>
          <a:xfrm>
            <a:off x="3124200" y="6248400"/>
            <a:ext cx="2895600" cy="457200"/>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r>
              <a:rPr lang="en-US" sz="1200"/>
              <a:t>© 2014 Goodrich, Tamassia, Goldwasser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85800" y="2057400"/>
            <a:ext cx="8105825" cy="4395986"/>
          </a:xfrm>
          <a:prstGeom prst="rect">
            <a:avLst/>
          </a:prstGeom>
        </p:spPr>
      </p:pic>
      <p:sp>
        <p:nvSpPr>
          <p:cNvPr id="45057" name="Title 1"/>
          <p:cNvSpPr>
            <a:spLocks noGrp="1"/>
          </p:cNvSpPr>
          <p:nvPr>
            <p:ph type="title"/>
          </p:nvPr>
        </p:nvSpPr>
        <p:spPr/>
        <p:txBody>
          <a:bodyPr/>
          <a:lstStyle/>
          <a:p>
            <a:r>
              <a:rPr lang="en-US">
                <a:latin typeface="Tahoma" charset="0"/>
              </a:rPr>
              <a:t>Binary Search</a:t>
            </a:r>
          </a:p>
        </p:txBody>
      </p:sp>
      <p:sp>
        <p:nvSpPr>
          <p:cNvPr id="45058" name="Content Placeholder 2" descr="Rectangle: Click to edit Master text styles&#10;Second level&#10;Third level&#10;Fourth level&#10;Fifth level"/>
          <p:cNvSpPr>
            <a:spLocks noGrp="1"/>
          </p:cNvSpPr>
          <p:nvPr>
            <p:ph idx="1"/>
          </p:nvPr>
        </p:nvSpPr>
        <p:spPr>
          <a:xfrm>
            <a:off x="685800" y="1600200"/>
            <a:ext cx="7772400" cy="381000"/>
          </a:xfrm>
        </p:spPr>
        <p:txBody>
          <a:bodyPr>
            <a:normAutofit fontScale="70000" lnSpcReduction="20000"/>
          </a:bodyPr>
          <a:lstStyle/>
          <a:p>
            <a:pPr marL="0" indent="0">
              <a:buNone/>
            </a:pPr>
            <a:r>
              <a:rPr lang="en-US" dirty="0">
                <a:latin typeface="Tahoma" charset="0"/>
              </a:rPr>
              <a:t>Search for an integer in an ordered list</a:t>
            </a:r>
          </a:p>
        </p:txBody>
      </p:sp>
      <p:sp>
        <p:nvSpPr>
          <p:cNvPr id="45059"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
        <p:nvSpPr>
          <p:cNvPr id="45060"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7D9A72E1-57E3-084E-9D01-E4ED51A3D46E}" type="slidenum">
              <a:rPr lang="en-US" sz="1400"/>
              <a:pPr eaLnBrk="1" hangingPunct="1"/>
              <a:t>5</a:t>
            </a:fld>
            <a:endParaRPr lang="en-US" sz="1400"/>
          </a:p>
        </p:txBody>
      </p:sp>
      <p:sp>
        <p:nvSpPr>
          <p:cNvPr id="6" name="Footer Placeholder 5"/>
          <p:cNvSpPr>
            <a:spLocks noGrp="1"/>
          </p:cNvSpPr>
          <p:nvPr>
            <p:ph type="ftr" sz="quarter" idx="12"/>
          </p:nvPr>
        </p:nvSpPr>
        <p:spPr/>
        <p:txBody>
          <a:bodyPr/>
          <a:lstStyle/>
          <a:p>
            <a:pPr>
              <a:defRPr/>
            </a:pPr>
            <a:r>
              <a:rPr lang="en-US"/>
              <a:t>Recursion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r>
              <a:rPr lang="en-US">
                <a:latin typeface="Tahoma" charset="0"/>
              </a:rPr>
              <a:t>Visualizing Binary Search</a:t>
            </a:r>
          </a:p>
        </p:txBody>
      </p:sp>
      <p:sp>
        <p:nvSpPr>
          <p:cNvPr id="46082" name="Content Placeholder 2" descr="Rectangle: Click to edit Master text styles&#10;Second level&#10;Third level&#10;Fourth level&#10;Fifth level"/>
          <p:cNvSpPr>
            <a:spLocks noGrp="1"/>
          </p:cNvSpPr>
          <p:nvPr>
            <p:ph idx="1"/>
          </p:nvPr>
        </p:nvSpPr>
        <p:spPr>
          <a:xfrm>
            <a:off x="609600" y="1524000"/>
            <a:ext cx="8229600" cy="4495800"/>
          </a:xfrm>
        </p:spPr>
        <p:txBody>
          <a:bodyPr/>
          <a:lstStyle/>
          <a:p>
            <a:r>
              <a:rPr lang="en-US" sz="2400" dirty="0">
                <a:latin typeface="Tahoma" charset="0"/>
              </a:rPr>
              <a:t>We consider three cases:</a:t>
            </a:r>
          </a:p>
          <a:p>
            <a:pPr lvl="1"/>
            <a:r>
              <a:rPr lang="en-US" sz="2000" dirty="0">
                <a:latin typeface="Tahoma" charset="0"/>
              </a:rPr>
              <a:t>If the target equals data[mid], then we have found the target.</a:t>
            </a:r>
          </a:p>
          <a:p>
            <a:pPr lvl="1"/>
            <a:r>
              <a:rPr lang="en-US" sz="2000" dirty="0">
                <a:latin typeface="Tahoma" charset="0"/>
              </a:rPr>
              <a:t>If target &lt; data[mid], then we </a:t>
            </a:r>
            <a:r>
              <a:rPr lang="en-US" sz="2000" dirty="0">
                <a:highlight>
                  <a:srgbClr val="FFFF00"/>
                </a:highlight>
                <a:latin typeface="Tahoma" charset="0"/>
              </a:rPr>
              <a:t>recur(repeat) </a:t>
            </a:r>
            <a:r>
              <a:rPr lang="en-US" sz="2000" dirty="0">
                <a:latin typeface="Tahoma" charset="0"/>
              </a:rPr>
              <a:t>on the first half of the sequence.</a:t>
            </a:r>
          </a:p>
          <a:p>
            <a:pPr lvl="1"/>
            <a:r>
              <a:rPr lang="en-US" sz="2000" dirty="0">
                <a:latin typeface="Tahoma" charset="0"/>
              </a:rPr>
              <a:t>If target &gt; data[mid], then we </a:t>
            </a:r>
            <a:r>
              <a:rPr lang="en-US" sz="2000" dirty="0">
                <a:highlight>
                  <a:srgbClr val="FFFF00"/>
                </a:highlight>
                <a:latin typeface="Tahoma" charset="0"/>
              </a:rPr>
              <a:t>recur</a:t>
            </a:r>
            <a:r>
              <a:rPr lang="en-US" sz="2000" dirty="0">
                <a:latin typeface="Tahoma" charset="0"/>
              </a:rPr>
              <a:t> on the second half of the sequence.</a:t>
            </a:r>
          </a:p>
        </p:txBody>
      </p:sp>
      <p:sp>
        <p:nvSpPr>
          <p:cNvPr id="46083"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
        <p:nvSpPr>
          <p:cNvPr id="46084"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FB1E9D9C-F009-924E-901E-BCCFB2FD8961}" type="slidenum">
              <a:rPr lang="en-US" sz="1400"/>
              <a:pPr eaLnBrk="1" hangingPunct="1"/>
              <a:t>6</a:t>
            </a:fld>
            <a:endParaRPr lang="en-US" sz="1400"/>
          </a:p>
        </p:txBody>
      </p:sp>
      <p:sp>
        <p:nvSpPr>
          <p:cNvPr id="6" name="Footer Placeholder 5"/>
          <p:cNvSpPr>
            <a:spLocks noGrp="1"/>
          </p:cNvSpPr>
          <p:nvPr>
            <p:ph type="ftr" sz="quarter" idx="12"/>
          </p:nvPr>
        </p:nvSpPr>
        <p:spPr/>
        <p:txBody>
          <a:bodyPr/>
          <a:lstStyle/>
          <a:p>
            <a:pPr>
              <a:defRPr/>
            </a:pPr>
            <a:r>
              <a:rPr lang="en-US"/>
              <a:t>Recursion</a:t>
            </a:r>
          </a:p>
        </p:txBody>
      </p:sp>
      <p:pic>
        <p:nvPicPr>
          <p:cNvPr id="46086" name="Picture 6"/>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743200" y="3505200"/>
            <a:ext cx="4505325" cy="2971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p:nvPr>
        </p:nvSpPr>
        <p:spPr/>
        <p:txBody>
          <a:bodyPr/>
          <a:lstStyle/>
          <a:p>
            <a:r>
              <a:rPr lang="en-US">
                <a:latin typeface="Tahoma" charset="0"/>
              </a:rPr>
              <a:t>Analyzing Binary Search</a:t>
            </a:r>
          </a:p>
        </p:txBody>
      </p:sp>
      <p:sp>
        <p:nvSpPr>
          <p:cNvPr id="47106" name="Content Placeholder 2" descr="Rectangle: Click to edit Master text styles&#10;Second level&#10;Third level&#10;Fourth level&#10;Fifth level"/>
          <p:cNvSpPr>
            <a:spLocks noGrp="1"/>
          </p:cNvSpPr>
          <p:nvPr>
            <p:ph idx="1"/>
          </p:nvPr>
        </p:nvSpPr>
        <p:spPr>
          <a:xfrm>
            <a:off x="1143000" y="1447800"/>
            <a:ext cx="7010400" cy="4876800"/>
          </a:xfrm>
        </p:spPr>
        <p:txBody>
          <a:bodyPr/>
          <a:lstStyle/>
          <a:p>
            <a:r>
              <a:rPr lang="en-US" sz="2800" dirty="0">
                <a:latin typeface="Tahoma" charset="0"/>
              </a:rPr>
              <a:t>Runs in O(log n) time.</a:t>
            </a:r>
          </a:p>
          <a:p>
            <a:pPr lvl="1"/>
            <a:r>
              <a:rPr lang="en-US" sz="2400" dirty="0">
                <a:latin typeface="Tahoma" charset="0"/>
              </a:rPr>
              <a:t>The remaining portion of the list is of size high – low + 1</a:t>
            </a:r>
          </a:p>
          <a:p>
            <a:pPr lvl="1"/>
            <a:r>
              <a:rPr lang="en-US" sz="2400" dirty="0">
                <a:latin typeface="Tahoma" charset="0"/>
              </a:rPr>
              <a:t>After one comparison, this becomes one of the following:</a:t>
            </a:r>
          </a:p>
          <a:p>
            <a:pPr lvl="1"/>
            <a:endParaRPr lang="en-US" sz="2400" dirty="0">
              <a:latin typeface="Tahoma" charset="0"/>
            </a:endParaRPr>
          </a:p>
          <a:p>
            <a:pPr lvl="1"/>
            <a:endParaRPr lang="en-US" sz="2400" dirty="0">
              <a:latin typeface="Tahoma" charset="0"/>
            </a:endParaRPr>
          </a:p>
          <a:p>
            <a:pPr lvl="1"/>
            <a:endParaRPr lang="en-US" sz="2400" dirty="0">
              <a:latin typeface="Tahoma" charset="0"/>
            </a:endParaRPr>
          </a:p>
          <a:p>
            <a:pPr lvl="1"/>
            <a:endParaRPr lang="en-US" sz="2400" dirty="0">
              <a:latin typeface="Tahoma" charset="0"/>
            </a:endParaRPr>
          </a:p>
          <a:p>
            <a:pPr lvl="1"/>
            <a:r>
              <a:rPr lang="en-US" sz="2400" dirty="0">
                <a:latin typeface="Tahoma" charset="0"/>
              </a:rPr>
              <a:t>Thus, each recursive call divides the search region in half; hence, there can be at most log n levels</a:t>
            </a:r>
          </a:p>
        </p:txBody>
      </p:sp>
      <p:sp>
        <p:nvSpPr>
          <p:cNvPr id="47107" name="Date Placeholder 3"/>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
        <p:nvSpPr>
          <p:cNvPr id="47108"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E1F3D6B7-56BE-2049-A6AF-AFF134446C9C}" type="slidenum">
              <a:rPr lang="en-US" sz="1400"/>
              <a:pPr eaLnBrk="1" hangingPunct="1"/>
              <a:t>7</a:t>
            </a:fld>
            <a:endParaRPr lang="en-US" sz="1400"/>
          </a:p>
        </p:txBody>
      </p:sp>
      <p:sp>
        <p:nvSpPr>
          <p:cNvPr id="6" name="Footer Placeholder 5"/>
          <p:cNvSpPr>
            <a:spLocks noGrp="1"/>
          </p:cNvSpPr>
          <p:nvPr>
            <p:ph type="ftr" sz="quarter" idx="12"/>
          </p:nvPr>
        </p:nvSpPr>
        <p:spPr/>
        <p:txBody>
          <a:bodyPr/>
          <a:lstStyle/>
          <a:p>
            <a:pPr>
              <a:defRPr/>
            </a:pPr>
            <a:r>
              <a:rPr lang="en-US"/>
              <a:t>Recursion</a:t>
            </a:r>
          </a:p>
        </p:txBody>
      </p:sp>
      <p:pic>
        <p:nvPicPr>
          <p:cNvPr id="47110"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8182" y="3570287"/>
            <a:ext cx="6547618" cy="16875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3878E-56A2-C65B-7CE8-D083710C2A7A}"/>
              </a:ext>
            </a:extLst>
          </p:cNvPr>
          <p:cNvSpPr>
            <a:spLocks noGrp="1"/>
          </p:cNvSpPr>
          <p:nvPr>
            <p:ph type="title"/>
          </p:nvPr>
        </p:nvSpPr>
        <p:spPr>
          <a:xfrm>
            <a:off x="609600" y="304800"/>
            <a:ext cx="7772400" cy="533400"/>
          </a:xfrm>
        </p:spPr>
        <p:txBody>
          <a:bodyPr/>
          <a:lstStyle/>
          <a:p>
            <a:r>
              <a:rPr lang="en-US" sz="2800" b="1" dirty="0">
                <a:solidFill>
                  <a:srgbClr val="2C2C36"/>
                </a:solidFill>
                <a:latin typeface="system-ui"/>
              </a:rPr>
              <a:t>Binary Search Complexity Analysis: Why </a:t>
            </a:r>
            <a:r>
              <a:rPr lang="en-US" sz="2800" b="1" i="1" dirty="0">
                <a:solidFill>
                  <a:srgbClr val="2C2C36"/>
                </a:solidFill>
                <a:latin typeface="KaTeX_Math"/>
              </a:rPr>
              <a:t>O</a:t>
            </a:r>
            <a:r>
              <a:rPr lang="en-US" sz="2800" b="1" dirty="0">
                <a:solidFill>
                  <a:srgbClr val="2C2C36"/>
                </a:solidFill>
                <a:latin typeface="KaTeX_Main"/>
              </a:rPr>
              <a:t>(</a:t>
            </a:r>
            <a:r>
              <a:rPr lang="en-US" sz="2800" b="1" dirty="0" err="1">
                <a:solidFill>
                  <a:srgbClr val="2C2C36"/>
                </a:solidFill>
                <a:latin typeface="KaTeX_Main"/>
              </a:rPr>
              <a:t>log</a:t>
            </a:r>
            <a:r>
              <a:rPr lang="en-US" sz="2800" b="1" i="1" dirty="0" err="1">
                <a:solidFill>
                  <a:srgbClr val="2C2C36"/>
                </a:solidFill>
                <a:latin typeface="KaTeX_Math"/>
              </a:rPr>
              <a:t>n</a:t>
            </a:r>
            <a:r>
              <a:rPr lang="en-US" sz="2800" b="1" dirty="0">
                <a:solidFill>
                  <a:srgbClr val="2C2C36"/>
                </a:solidFill>
                <a:latin typeface="KaTeX_Main"/>
              </a:rPr>
              <a:t>)</a:t>
            </a:r>
            <a:r>
              <a:rPr lang="en-US" sz="2800" b="1" dirty="0">
                <a:solidFill>
                  <a:srgbClr val="2C2C36"/>
                </a:solidFill>
                <a:latin typeface="system-ui"/>
              </a:rPr>
              <a:t>?</a:t>
            </a:r>
            <a:endParaRPr lang="en-US" sz="2800" dirty="0"/>
          </a:p>
        </p:txBody>
      </p:sp>
      <p:sp>
        <p:nvSpPr>
          <p:cNvPr id="3" name="Content Placeholder 2">
            <a:extLst>
              <a:ext uri="{FF2B5EF4-FFF2-40B4-BE49-F238E27FC236}">
                <a16:creationId xmlns:a16="http://schemas.microsoft.com/office/drawing/2014/main" id="{1DD522B4-2674-3200-40E1-55421187A57B}"/>
              </a:ext>
            </a:extLst>
          </p:cNvPr>
          <p:cNvSpPr>
            <a:spLocks noGrp="1"/>
          </p:cNvSpPr>
          <p:nvPr>
            <p:ph idx="1"/>
          </p:nvPr>
        </p:nvSpPr>
        <p:spPr>
          <a:xfrm>
            <a:off x="609600" y="990600"/>
            <a:ext cx="8001000" cy="5029200"/>
          </a:xfrm>
        </p:spPr>
        <p:txBody>
          <a:bodyPr/>
          <a:lstStyle/>
          <a:p>
            <a:pPr algn="l">
              <a:spcBef>
                <a:spcPts val="900"/>
              </a:spcBef>
              <a:spcAft>
                <a:spcPts val="900"/>
              </a:spcAft>
              <a:buFont typeface="Arial" panose="020B0604020202020204" pitchFamily="34" charset="0"/>
              <a:buChar char="•"/>
            </a:pPr>
            <a:r>
              <a:rPr lang="en-US" sz="2400" b="0" i="0" dirty="0">
                <a:solidFill>
                  <a:srgbClr val="FF0000"/>
                </a:solidFill>
                <a:effectLst/>
                <a:latin typeface="system-ui"/>
              </a:rPr>
              <a:t>Key Idea </a:t>
            </a:r>
            <a:r>
              <a:rPr lang="en-US" sz="2400" b="0" i="0" dirty="0">
                <a:solidFill>
                  <a:srgbClr val="2C2C36"/>
                </a:solidFill>
                <a:effectLst/>
                <a:latin typeface="system-ui"/>
              </a:rPr>
              <a:t>: At each step, binary search eliminates </a:t>
            </a:r>
            <a:r>
              <a:rPr lang="en-US" sz="2400" b="0" i="0" dirty="0">
                <a:solidFill>
                  <a:srgbClr val="111827"/>
                </a:solidFill>
                <a:effectLst/>
                <a:latin typeface="system-ui"/>
              </a:rPr>
              <a:t>half </a:t>
            </a:r>
            <a:r>
              <a:rPr lang="en-US" sz="2400" b="0" i="0" dirty="0">
                <a:solidFill>
                  <a:srgbClr val="2C2C36"/>
                </a:solidFill>
                <a:effectLst/>
                <a:latin typeface="system-ui"/>
              </a:rPr>
              <a:t>of the remaining elements.</a:t>
            </a:r>
          </a:p>
          <a:p>
            <a:pPr marL="742950" lvl="1" indent="-285750" algn="l">
              <a:spcBef>
                <a:spcPts val="900"/>
              </a:spcBef>
              <a:spcAft>
                <a:spcPts val="900"/>
              </a:spcAft>
              <a:buFont typeface="Arial" panose="020B0604020202020204" pitchFamily="34" charset="0"/>
              <a:buChar char="•"/>
            </a:pPr>
            <a:r>
              <a:rPr lang="en-US" sz="2000" b="0" i="0" dirty="0">
                <a:solidFill>
                  <a:srgbClr val="2C2C36"/>
                </a:solidFill>
                <a:effectLst/>
                <a:latin typeface="system-ui"/>
              </a:rPr>
              <a:t>After 1st comparison: Search space reduces from </a:t>
            </a:r>
            <a:r>
              <a:rPr lang="en-US" sz="2000" b="0" i="1" dirty="0">
                <a:solidFill>
                  <a:srgbClr val="2C2C36"/>
                </a:solidFill>
                <a:effectLst/>
                <a:latin typeface="KaTeX_Math"/>
              </a:rPr>
              <a:t>n</a:t>
            </a:r>
            <a:r>
              <a:rPr lang="en-US" sz="2000" b="0" i="0" dirty="0">
                <a:solidFill>
                  <a:srgbClr val="2C2C36"/>
                </a:solidFill>
                <a:effectLst/>
                <a:latin typeface="system-ui"/>
              </a:rPr>
              <a:t> to </a:t>
            </a:r>
            <a:r>
              <a:rPr lang="en-US" sz="2000" b="0" i="1" dirty="0">
                <a:solidFill>
                  <a:srgbClr val="2C2C36"/>
                </a:solidFill>
                <a:effectLst/>
                <a:latin typeface="KaTeX_Math"/>
              </a:rPr>
              <a:t>n/2</a:t>
            </a:r>
            <a:r>
              <a:rPr lang="en-US" sz="2000" b="0" i="0" dirty="0">
                <a:solidFill>
                  <a:srgbClr val="2C2C36"/>
                </a:solidFill>
                <a:effectLst/>
                <a:latin typeface="KaTeX_Main"/>
              </a:rPr>
              <a:t>​</a:t>
            </a:r>
            <a:r>
              <a:rPr lang="en-US" sz="2000" b="0" i="0" dirty="0">
                <a:solidFill>
                  <a:srgbClr val="2C2C36"/>
                </a:solidFill>
                <a:effectLst/>
                <a:latin typeface="system-ui"/>
              </a:rPr>
              <a:t>.</a:t>
            </a:r>
          </a:p>
          <a:p>
            <a:pPr marL="742950" lvl="1" indent="-285750" algn="l">
              <a:spcBef>
                <a:spcPts val="900"/>
              </a:spcBef>
              <a:spcAft>
                <a:spcPts val="900"/>
              </a:spcAft>
              <a:buFont typeface="Arial" panose="020B0604020202020204" pitchFamily="34" charset="0"/>
              <a:buChar char="•"/>
            </a:pPr>
            <a:r>
              <a:rPr lang="en-US" sz="2000" b="0" i="0" dirty="0">
                <a:solidFill>
                  <a:srgbClr val="2C2C36"/>
                </a:solidFill>
                <a:effectLst/>
                <a:latin typeface="system-ui"/>
              </a:rPr>
              <a:t>After 2nd comparison: Search space reduces to </a:t>
            </a:r>
            <a:r>
              <a:rPr lang="en-US" sz="2000" b="0" i="1" dirty="0">
                <a:solidFill>
                  <a:srgbClr val="2C2C36"/>
                </a:solidFill>
                <a:effectLst/>
                <a:latin typeface="KaTeX_Math"/>
              </a:rPr>
              <a:t>n/4</a:t>
            </a:r>
            <a:r>
              <a:rPr lang="en-US" sz="2000" b="0" i="0" dirty="0">
                <a:solidFill>
                  <a:srgbClr val="2C2C36"/>
                </a:solidFill>
                <a:effectLst/>
                <a:latin typeface="KaTeX_Main"/>
              </a:rPr>
              <a:t>​</a:t>
            </a:r>
            <a:r>
              <a:rPr lang="en-US" sz="2000" b="0" i="0" dirty="0">
                <a:solidFill>
                  <a:srgbClr val="2C2C36"/>
                </a:solidFill>
                <a:effectLst/>
                <a:latin typeface="system-ui"/>
              </a:rPr>
              <a:t>.</a:t>
            </a:r>
          </a:p>
          <a:p>
            <a:pPr marL="742950" lvl="1" indent="-285750" algn="l">
              <a:spcBef>
                <a:spcPts val="900"/>
              </a:spcBef>
              <a:spcAft>
                <a:spcPts val="900"/>
              </a:spcAft>
              <a:buFont typeface="Arial" panose="020B0604020202020204" pitchFamily="34" charset="0"/>
              <a:buChar char="•"/>
            </a:pPr>
            <a:r>
              <a:rPr lang="en-US" sz="2000" b="0" i="0" dirty="0">
                <a:solidFill>
                  <a:srgbClr val="2C2C36"/>
                </a:solidFill>
                <a:effectLst/>
                <a:latin typeface="system-ui"/>
              </a:rPr>
              <a:t>After 3rd comparison: Search space reduces to </a:t>
            </a:r>
            <a:r>
              <a:rPr lang="en-US" sz="2000" b="0" i="1" dirty="0">
                <a:solidFill>
                  <a:srgbClr val="2C2C36"/>
                </a:solidFill>
                <a:effectLst/>
                <a:latin typeface="KaTeX_Math"/>
              </a:rPr>
              <a:t>n/8</a:t>
            </a:r>
            <a:r>
              <a:rPr lang="en-US" sz="2000" b="0" i="0" dirty="0">
                <a:solidFill>
                  <a:srgbClr val="2C2C36"/>
                </a:solidFill>
                <a:effectLst/>
                <a:latin typeface="KaTeX_Main"/>
              </a:rPr>
              <a:t>​</a:t>
            </a:r>
            <a:r>
              <a:rPr lang="en-US" sz="2000" b="0" i="0" dirty="0">
                <a:solidFill>
                  <a:srgbClr val="2C2C36"/>
                </a:solidFill>
                <a:effectLst/>
                <a:latin typeface="system-ui"/>
              </a:rPr>
              <a:t>, and so on.</a:t>
            </a:r>
          </a:p>
          <a:p>
            <a:pPr algn="l">
              <a:spcBef>
                <a:spcPts val="900"/>
              </a:spcBef>
              <a:spcAft>
                <a:spcPts val="900"/>
              </a:spcAft>
              <a:buFont typeface="Arial" panose="020B0604020202020204" pitchFamily="34" charset="0"/>
              <a:buChar char="•"/>
            </a:pPr>
            <a:r>
              <a:rPr lang="en-US" sz="2400" b="0" i="0" dirty="0">
                <a:solidFill>
                  <a:srgbClr val="111827"/>
                </a:solidFill>
                <a:effectLst/>
                <a:latin typeface="system-ui"/>
              </a:rPr>
              <a:t>Mathematical Representation </a:t>
            </a:r>
            <a:r>
              <a:rPr lang="en-US" sz="2400" b="0" i="0" dirty="0">
                <a:solidFill>
                  <a:srgbClr val="2C2C36"/>
                </a:solidFill>
                <a:effectLst/>
                <a:latin typeface="system-ui"/>
              </a:rPr>
              <a:t>:</a:t>
            </a:r>
          </a:p>
          <a:p>
            <a:pPr marL="742950" lvl="1" indent="-285750" algn="l">
              <a:spcBef>
                <a:spcPts val="900"/>
              </a:spcBef>
              <a:spcAft>
                <a:spcPts val="900"/>
              </a:spcAft>
              <a:buFont typeface="Arial" panose="020B0604020202020204" pitchFamily="34" charset="0"/>
              <a:buChar char="•"/>
            </a:pPr>
            <a:r>
              <a:rPr lang="en-US" sz="2000" b="0" i="0" dirty="0">
                <a:solidFill>
                  <a:srgbClr val="2C2C36"/>
                </a:solidFill>
                <a:effectLst/>
                <a:latin typeface="system-ui"/>
              </a:rPr>
              <a:t>The process continues until the search space is reduced to 1 element.</a:t>
            </a:r>
          </a:p>
          <a:p>
            <a:pPr marL="742950" lvl="1" indent="-285750" algn="l">
              <a:spcBef>
                <a:spcPts val="900"/>
              </a:spcBef>
              <a:spcAft>
                <a:spcPts val="900"/>
              </a:spcAft>
              <a:buFont typeface="Arial" panose="020B0604020202020204" pitchFamily="34" charset="0"/>
              <a:buChar char="•"/>
            </a:pPr>
            <a:r>
              <a:rPr lang="en-US" sz="2000" b="0" i="0" dirty="0">
                <a:solidFill>
                  <a:srgbClr val="2C2C36"/>
                </a:solidFill>
                <a:effectLst/>
                <a:latin typeface="system-ui"/>
              </a:rPr>
              <a:t>Number of steps required: Solve for </a:t>
            </a:r>
            <a:r>
              <a:rPr lang="en-US" sz="2000" b="0" i="1" dirty="0">
                <a:solidFill>
                  <a:srgbClr val="2C2C36"/>
                </a:solidFill>
                <a:effectLst/>
                <a:latin typeface="KaTeX_Math"/>
              </a:rPr>
              <a:t>k</a:t>
            </a:r>
            <a:r>
              <a:rPr lang="en-US" sz="2000" b="0" i="0" dirty="0">
                <a:solidFill>
                  <a:srgbClr val="2C2C36"/>
                </a:solidFill>
                <a:effectLst/>
                <a:latin typeface="system-ui"/>
              </a:rPr>
              <a:t> in ( 1=  n/2</a:t>
            </a:r>
            <a:r>
              <a:rPr lang="en-US" sz="2000" b="0" i="0" baseline="30000" dirty="0">
                <a:solidFill>
                  <a:srgbClr val="2C2C36"/>
                </a:solidFill>
                <a:effectLst/>
                <a:latin typeface="system-ui"/>
              </a:rPr>
              <a:t>k  </a:t>
            </a:r>
            <a:r>
              <a:rPr lang="en-US" sz="2000" dirty="0">
                <a:solidFill>
                  <a:srgbClr val="2C2C36"/>
                </a:solidFill>
                <a:latin typeface="system-ui"/>
              </a:rPr>
              <a:t>) </a:t>
            </a:r>
            <a:r>
              <a:rPr lang="en-US" sz="2000" b="0" i="1" dirty="0">
                <a:solidFill>
                  <a:srgbClr val="2C2C36"/>
                </a:solidFill>
                <a:effectLst/>
                <a:latin typeface="KaTeX_Math"/>
              </a:rPr>
              <a:t> </a:t>
            </a:r>
            <a:r>
              <a:rPr lang="en-US" sz="2000" b="0" i="0" dirty="0">
                <a:solidFill>
                  <a:srgbClr val="2C2C36"/>
                </a:solidFill>
                <a:effectLst/>
                <a:latin typeface="KaTeX_Main"/>
              </a:rPr>
              <a:t>⟹</a:t>
            </a:r>
            <a:r>
              <a:rPr lang="en-US" sz="2000" dirty="0">
                <a:solidFill>
                  <a:srgbClr val="2C2C36"/>
                </a:solidFill>
                <a:latin typeface="KaTeX_Main"/>
              </a:rPr>
              <a:t>2</a:t>
            </a:r>
            <a:r>
              <a:rPr lang="en-US" sz="2000" baseline="30000" dirty="0">
                <a:solidFill>
                  <a:srgbClr val="2C2C36"/>
                </a:solidFill>
                <a:latin typeface="system-ui"/>
              </a:rPr>
              <a:t>k</a:t>
            </a:r>
            <a:r>
              <a:rPr lang="en-US" sz="2000" b="0" i="0" dirty="0">
                <a:solidFill>
                  <a:srgbClr val="2C2C36"/>
                </a:solidFill>
                <a:effectLst/>
                <a:latin typeface="KaTeX_Main"/>
              </a:rPr>
              <a:t>=</a:t>
            </a:r>
            <a:r>
              <a:rPr lang="en-US" sz="2000" b="0" i="1" dirty="0">
                <a:solidFill>
                  <a:srgbClr val="2C2C36"/>
                </a:solidFill>
                <a:effectLst/>
                <a:latin typeface="KaTeX_Math"/>
              </a:rPr>
              <a:t>n </a:t>
            </a:r>
            <a:r>
              <a:rPr lang="en-US" sz="2000" b="0" i="0" dirty="0">
                <a:solidFill>
                  <a:srgbClr val="2C2C36"/>
                </a:solidFill>
                <a:effectLst/>
                <a:latin typeface="KaTeX_Main"/>
              </a:rPr>
              <a:t>⟹</a:t>
            </a:r>
            <a:r>
              <a:rPr lang="en-US" sz="2000" b="0" i="1" dirty="0">
                <a:solidFill>
                  <a:srgbClr val="2C2C36"/>
                </a:solidFill>
                <a:effectLst/>
                <a:highlight>
                  <a:srgbClr val="FFFF00"/>
                </a:highlight>
                <a:latin typeface="KaTeX_Math"/>
              </a:rPr>
              <a:t>k</a:t>
            </a:r>
            <a:r>
              <a:rPr lang="en-US" sz="2000" b="0" i="0" dirty="0">
                <a:solidFill>
                  <a:srgbClr val="2C2C36"/>
                </a:solidFill>
                <a:effectLst/>
                <a:highlight>
                  <a:srgbClr val="FFFF00"/>
                </a:highlight>
                <a:latin typeface="KaTeX_Main"/>
              </a:rPr>
              <a:t>=log2​(</a:t>
            </a:r>
            <a:r>
              <a:rPr lang="en-US" sz="2000" b="0" i="1" dirty="0">
                <a:solidFill>
                  <a:srgbClr val="2C2C36"/>
                </a:solidFill>
                <a:effectLst/>
                <a:highlight>
                  <a:srgbClr val="FFFF00"/>
                </a:highlight>
                <a:latin typeface="KaTeX_Math"/>
              </a:rPr>
              <a:t>n</a:t>
            </a:r>
            <a:r>
              <a:rPr lang="en-US" sz="2000" b="0" i="0" dirty="0">
                <a:solidFill>
                  <a:srgbClr val="2C2C36"/>
                </a:solidFill>
                <a:effectLst/>
                <a:highlight>
                  <a:srgbClr val="FFFF00"/>
                </a:highlight>
                <a:latin typeface="KaTeX_Main"/>
              </a:rPr>
              <a:t>)</a:t>
            </a:r>
            <a:endParaRPr lang="en-US" sz="2000" b="0" i="0" dirty="0">
              <a:solidFill>
                <a:srgbClr val="2C2C36"/>
              </a:solidFill>
              <a:effectLst/>
              <a:highlight>
                <a:srgbClr val="FFFF00"/>
              </a:highlight>
              <a:latin typeface="system-ui"/>
            </a:endParaRPr>
          </a:p>
          <a:p>
            <a:endParaRPr lang="en-US" sz="1200" dirty="0">
              <a:latin typeface="Abadi" panose="020B0604020104020204" pitchFamily="34" charset="0"/>
            </a:endParaRPr>
          </a:p>
        </p:txBody>
      </p:sp>
      <p:sp>
        <p:nvSpPr>
          <p:cNvPr id="4" name="Date Placeholder 3">
            <a:extLst>
              <a:ext uri="{FF2B5EF4-FFF2-40B4-BE49-F238E27FC236}">
                <a16:creationId xmlns:a16="http://schemas.microsoft.com/office/drawing/2014/main" id="{ED4B9BB3-3153-DF38-8343-79970CD71692}"/>
              </a:ext>
            </a:extLst>
          </p:cNvPr>
          <p:cNvSpPr>
            <a:spLocks noGrp="1"/>
          </p:cNvSpPr>
          <p:nvPr>
            <p:ph type="dt" sz="half" idx="10"/>
          </p:nvPr>
        </p:nvSpPr>
        <p:spPr/>
        <p:txBody>
          <a:bodyPr/>
          <a:lstStyle/>
          <a:p>
            <a:pPr>
              <a:defRPr/>
            </a:pPr>
            <a:r>
              <a:rPr lang="en-US"/>
              <a:t>© 2014 Goodrich, Tamassia, Goldwasser</a:t>
            </a:r>
          </a:p>
        </p:txBody>
      </p:sp>
      <p:sp>
        <p:nvSpPr>
          <p:cNvPr id="5" name="Slide Number Placeholder 4">
            <a:extLst>
              <a:ext uri="{FF2B5EF4-FFF2-40B4-BE49-F238E27FC236}">
                <a16:creationId xmlns:a16="http://schemas.microsoft.com/office/drawing/2014/main" id="{03CCBF1C-AED9-1456-A330-E01E5D09A67F}"/>
              </a:ext>
            </a:extLst>
          </p:cNvPr>
          <p:cNvSpPr>
            <a:spLocks noGrp="1"/>
          </p:cNvSpPr>
          <p:nvPr>
            <p:ph type="sldNum" sz="quarter" idx="11"/>
          </p:nvPr>
        </p:nvSpPr>
        <p:spPr/>
        <p:txBody>
          <a:bodyPr/>
          <a:lstStyle/>
          <a:p>
            <a:pPr>
              <a:defRPr/>
            </a:pPr>
            <a:fld id="{9E71B39E-2B67-9942-90F9-67F1E20F1D89}" type="slidenum">
              <a:rPr lang="en-US" smtClean="0"/>
              <a:pPr>
                <a:defRPr/>
              </a:pPr>
              <a:t>8</a:t>
            </a:fld>
            <a:endParaRPr lang="en-US"/>
          </a:p>
        </p:txBody>
      </p:sp>
      <p:sp>
        <p:nvSpPr>
          <p:cNvPr id="6" name="Footer Placeholder 5">
            <a:extLst>
              <a:ext uri="{FF2B5EF4-FFF2-40B4-BE49-F238E27FC236}">
                <a16:creationId xmlns:a16="http://schemas.microsoft.com/office/drawing/2014/main" id="{360C84A6-F89C-D388-B2CF-18CBAF60684D}"/>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2233071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Footer Placeholder 4"/>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20482"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9FDEA54B-737E-E042-9CAD-971A094AD5CD}" type="slidenum">
              <a:rPr lang="en-US" sz="1400"/>
              <a:pPr eaLnBrk="1" hangingPunct="1"/>
              <a:t>9</a:t>
            </a:fld>
            <a:endParaRPr lang="en-US" sz="1400"/>
          </a:p>
        </p:txBody>
      </p:sp>
      <p:sp>
        <p:nvSpPr>
          <p:cNvPr id="20483" name="Rectangle 2"/>
          <p:cNvSpPr>
            <a:spLocks noGrp="1" noChangeArrowheads="1"/>
          </p:cNvSpPr>
          <p:nvPr>
            <p:ph type="title"/>
          </p:nvPr>
        </p:nvSpPr>
        <p:spPr>
          <a:xfrm>
            <a:off x="609600" y="304800"/>
            <a:ext cx="8153400" cy="1143000"/>
          </a:xfrm>
        </p:spPr>
        <p:txBody>
          <a:bodyPr/>
          <a:lstStyle/>
          <a:p>
            <a:pPr eaLnBrk="1" hangingPunct="1"/>
            <a:r>
              <a:rPr lang="en-US" dirty="0">
                <a:latin typeface="Tahoma" charset="0"/>
              </a:rPr>
              <a:t>Linear Recursion</a:t>
            </a:r>
            <a:endParaRPr lang="en-US" dirty="0">
              <a:latin typeface="Tahoma" charset="0"/>
              <a:cs typeface="Tahoma" charset="0"/>
            </a:endParaRPr>
          </a:p>
        </p:txBody>
      </p:sp>
      <p:sp>
        <p:nvSpPr>
          <p:cNvPr id="7173" name="Rectangle 3" descr="Rectangle: Click to edit Master text styles&#10;Second level&#10;Third level&#10;Fourth level&#10;Fifth level"/>
          <p:cNvSpPr>
            <a:spLocks noGrp="1" noChangeArrowheads="1"/>
          </p:cNvSpPr>
          <p:nvPr>
            <p:ph type="body" idx="1"/>
          </p:nvPr>
        </p:nvSpPr>
        <p:spPr>
          <a:xfrm>
            <a:off x="685800" y="1676400"/>
            <a:ext cx="8077200" cy="4724400"/>
          </a:xfrm>
        </p:spPr>
        <p:txBody>
          <a:bodyPr>
            <a:normAutofit lnSpcReduction="10000"/>
          </a:bodyPr>
          <a:lstStyle/>
          <a:p>
            <a:pPr eaLnBrk="1" hangingPunct="1">
              <a:lnSpc>
                <a:spcPct val="110000"/>
              </a:lnSpc>
              <a:buFont typeface="Wingdings" pitchFamily="2" charset="2"/>
              <a:buChar char="q"/>
              <a:defRPr/>
            </a:pPr>
            <a:r>
              <a:rPr lang="en-US" dirty="0"/>
              <a:t>A recursive method is called linear recursion if each invocation of the method makes at most one new recursive call .</a:t>
            </a:r>
          </a:p>
          <a:p>
            <a:r>
              <a:rPr lang="en-US" dirty="0"/>
              <a:t>It requires:</a:t>
            </a:r>
          </a:p>
          <a:p>
            <a:pPr lvl="1"/>
            <a:r>
              <a:rPr lang="en-US" dirty="0"/>
              <a:t>Clear base cases to terminate recursion.</a:t>
            </a:r>
          </a:p>
          <a:p>
            <a:pPr lvl="1"/>
            <a:r>
              <a:rPr lang="en-US" dirty="0"/>
              <a:t>A single recursive call in each step.</a:t>
            </a:r>
          </a:p>
          <a:p>
            <a:pPr lvl="1"/>
            <a:r>
              <a:rPr lang="en-US" dirty="0"/>
              <a:t>Progress towards the base case in every recursive call.</a:t>
            </a:r>
          </a:p>
        </p:txBody>
      </p:sp>
      <p:sp>
        <p:nvSpPr>
          <p:cNvPr id="20485" name="Date Placeholder 5"/>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Footer Placeholder 6"/>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21506" name="Slide Number Placeholder 7"/>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95066F1D-4C91-2144-AB64-9A3FE94192D4}" type="slidenum">
              <a:rPr lang="en-US" sz="1400"/>
              <a:pPr eaLnBrk="1" hangingPunct="1"/>
              <a:t>10</a:t>
            </a:fld>
            <a:endParaRPr lang="en-US" sz="1400"/>
          </a:p>
        </p:txBody>
      </p:sp>
      <p:sp>
        <p:nvSpPr>
          <p:cNvPr id="21507" name="Rectangle 2"/>
          <p:cNvSpPr>
            <a:spLocks noGrp="1" noChangeArrowheads="1"/>
          </p:cNvSpPr>
          <p:nvPr>
            <p:ph type="title"/>
          </p:nvPr>
        </p:nvSpPr>
        <p:spPr>
          <a:xfrm>
            <a:off x="152400" y="304800"/>
            <a:ext cx="8763000" cy="1143000"/>
          </a:xfrm>
        </p:spPr>
        <p:txBody>
          <a:bodyPr/>
          <a:lstStyle/>
          <a:p>
            <a:pPr eaLnBrk="1" hangingPunct="1"/>
            <a:r>
              <a:rPr lang="en-US" sz="4000" dirty="0">
                <a:latin typeface="Tahoma" charset="0"/>
              </a:rPr>
              <a:t>Example of Linear Recursion</a:t>
            </a:r>
            <a:br>
              <a:rPr lang="en-US" sz="4000" dirty="0">
                <a:latin typeface="Tahoma" charset="0"/>
              </a:rPr>
            </a:br>
            <a:r>
              <a:rPr lang="en-US" sz="2400" dirty="0"/>
              <a:t>Computing the sum of a sequence recursively, by adding the last number to the sum of the first n−1.</a:t>
            </a:r>
            <a:endParaRPr lang="en-US" sz="4000" dirty="0">
              <a:latin typeface="Tahoma" charset="0"/>
            </a:endParaRPr>
          </a:p>
        </p:txBody>
      </p:sp>
      <p:sp>
        <p:nvSpPr>
          <p:cNvPr id="21511" name="Date Placeholder 135"/>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endParaRPr lang="en-US" sz="1400" dirty="0"/>
          </a:p>
        </p:txBody>
      </p:sp>
      <p:pic>
        <p:nvPicPr>
          <p:cNvPr id="2" name="Picture 1"/>
          <p:cNvPicPr>
            <a:picLocks noChangeAspect="1"/>
          </p:cNvPicPr>
          <p:nvPr/>
        </p:nvPicPr>
        <p:blipFill rotWithShape="1">
          <a:blip r:embed="rId2"/>
          <a:srcRect l="2451"/>
          <a:stretch/>
        </p:blipFill>
        <p:spPr>
          <a:xfrm>
            <a:off x="3222190" y="2209801"/>
            <a:ext cx="5921810" cy="4114800"/>
          </a:xfrm>
          <a:prstGeom prst="rect">
            <a:avLst/>
          </a:prstGeom>
        </p:spPr>
      </p:pic>
      <p:sp>
        <p:nvSpPr>
          <p:cNvPr id="21508" name="Rectangle 3" descr="Rectangle: Click to edit Master text styles&#10;Second level&#10;Third level&#10;Fourth level&#10;Fifth level"/>
          <p:cNvSpPr>
            <a:spLocks noGrp="1" noChangeArrowheads="1"/>
          </p:cNvSpPr>
          <p:nvPr>
            <p:ph type="body" sz="half" idx="1"/>
          </p:nvPr>
        </p:nvSpPr>
        <p:spPr>
          <a:xfrm>
            <a:off x="609600" y="1752600"/>
            <a:ext cx="3733800" cy="4572000"/>
          </a:xfrm>
        </p:spPr>
        <p:txBody>
          <a:bodyPr/>
          <a:lstStyle/>
          <a:p>
            <a:pPr eaLnBrk="1" hangingPunct="1">
              <a:lnSpc>
                <a:spcPct val="80000"/>
              </a:lnSpc>
              <a:buFont typeface="Wingdings" charset="0"/>
              <a:buNone/>
            </a:pPr>
            <a:r>
              <a:rPr lang="en-US" sz="1800" dirty="0">
                <a:solidFill>
                  <a:srgbClr val="000000"/>
                </a:solidFill>
                <a:latin typeface="Tahoma" charset="0"/>
              </a:rPr>
              <a:t>Algorithm</a:t>
            </a:r>
            <a:r>
              <a:rPr lang="en-US" sz="1800" dirty="0">
                <a:latin typeface="Tahoma" charset="0"/>
              </a:rPr>
              <a:t> </a:t>
            </a:r>
            <a:r>
              <a:rPr lang="en-US" sz="1800" dirty="0" err="1">
                <a:solidFill>
                  <a:schemeClr val="tx2"/>
                </a:solidFill>
                <a:highlight>
                  <a:srgbClr val="FFFF00"/>
                </a:highlight>
                <a:latin typeface="Tahoma" charset="0"/>
              </a:rPr>
              <a:t>linearSum</a:t>
            </a:r>
            <a:r>
              <a:rPr lang="en-US" sz="1800" dirty="0">
                <a:latin typeface="Tahoma" charset="0"/>
              </a:rPr>
              <a:t>(A, n):</a:t>
            </a:r>
          </a:p>
          <a:p>
            <a:pPr eaLnBrk="1" hangingPunct="1">
              <a:lnSpc>
                <a:spcPct val="80000"/>
              </a:lnSpc>
              <a:buFont typeface="Wingdings" charset="0"/>
              <a:buNone/>
            </a:pPr>
            <a:r>
              <a:rPr lang="en-US" sz="1800" dirty="0">
                <a:solidFill>
                  <a:srgbClr val="000000"/>
                </a:solidFill>
                <a:latin typeface="Tahoma" charset="0"/>
              </a:rPr>
              <a:t>Input: </a:t>
            </a:r>
          </a:p>
          <a:p>
            <a:pPr eaLnBrk="1" hangingPunct="1">
              <a:lnSpc>
                <a:spcPct val="80000"/>
              </a:lnSpc>
              <a:buFont typeface="Wingdings" charset="0"/>
              <a:buNone/>
            </a:pPr>
            <a:r>
              <a:rPr lang="en-US" sz="1800" dirty="0">
                <a:latin typeface="Tahoma" charset="0"/>
              </a:rPr>
              <a:t>  Array, A, of integers</a:t>
            </a:r>
          </a:p>
          <a:p>
            <a:pPr eaLnBrk="1" hangingPunct="1">
              <a:lnSpc>
                <a:spcPct val="80000"/>
              </a:lnSpc>
              <a:buFont typeface="Wingdings" charset="0"/>
              <a:buNone/>
            </a:pPr>
            <a:r>
              <a:rPr lang="en-US" sz="1800" dirty="0">
                <a:latin typeface="Tahoma" charset="0"/>
              </a:rPr>
              <a:t>  Integer n such that</a:t>
            </a:r>
          </a:p>
          <a:p>
            <a:pPr eaLnBrk="1" hangingPunct="1">
              <a:lnSpc>
                <a:spcPct val="80000"/>
              </a:lnSpc>
              <a:buFont typeface="Wingdings" charset="0"/>
              <a:buNone/>
            </a:pPr>
            <a:r>
              <a:rPr lang="en-US" sz="1800" dirty="0">
                <a:latin typeface="Tahoma" charset="0"/>
              </a:rPr>
              <a:t>	0 ≤ n ≤ |A|</a:t>
            </a:r>
          </a:p>
          <a:p>
            <a:pPr eaLnBrk="1" hangingPunct="1">
              <a:lnSpc>
                <a:spcPct val="80000"/>
              </a:lnSpc>
              <a:buFont typeface="Wingdings" charset="0"/>
              <a:buNone/>
            </a:pPr>
            <a:r>
              <a:rPr lang="en-US" sz="1800" dirty="0">
                <a:solidFill>
                  <a:srgbClr val="000000"/>
                </a:solidFill>
                <a:latin typeface="Tahoma" charset="0"/>
              </a:rPr>
              <a:t>Output: </a:t>
            </a:r>
          </a:p>
          <a:p>
            <a:pPr eaLnBrk="1" hangingPunct="1">
              <a:lnSpc>
                <a:spcPct val="80000"/>
              </a:lnSpc>
              <a:buFont typeface="Wingdings" charset="0"/>
              <a:buNone/>
            </a:pPr>
            <a:r>
              <a:rPr lang="en-US" sz="1800" dirty="0">
                <a:latin typeface="Tahoma" charset="0"/>
              </a:rPr>
              <a:t>	Sum of the first n </a:t>
            </a:r>
            <a:br>
              <a:rPr lang="en-US" sz="1800" dirty="0">
                <a:latin typeface="Tahoma" charset="0"/>
              </a:rPr>
            </a:br>
            <a:r>
              <a:rPr lang="en-US" sz="1800" dirty="0">
                <a:latin typeface="Tahoma" charset="0"/>
              </a:rPr>
              <a:t>integers in A</a:t>
            </a:r>
          </a:p>
          <a:p>
            <a:pPr eaLnBrk="1" hangingPunct="1">
              <a:lnSpc>
                <a:spcPct val="80000"/>
              </a:lnSpc>
              <a:buFont typeface="Wingdings" charset="0"/>
              <a:buNone/>
            </a:pPr>
            <a:endParaRPr lang="en-US" sz="1800" dirty="0">
              <a:solidFill>
                <a:srgbClr val="000000"/>
              </a:solidFill>
              <a:latin typeface="Tahoma" charset="0"/>
            </a:endParaRPr>
          </a:p>
          <a:p>
            <a:pPr eaLnBrk="1" hangingPunct="1">
              <a:lnSpc>
                <a:spcPct val="80000"/>
              </a:lnSpc>
              <a:buFont typeface="Wingdings" charset="0"/>
              <a:buNone/>
            </a:pPr>
            <a:r>
              <a:rPr lang="en-US" sz="1800" dirty="0">
                <a:solidFill>
                  <a:srgbClr val="000000"/>
                </a:solidFill>
                <a:latin typeface="Tahoma" charset="0"/>
              </a:rPr>
              <a:t>if</a:t>
            </a:r>
            <a:r>
              <a:rPr lang="en-US" sz="1800" dirty="0">
                <a:latin typeface="Tahoma" charset="0"/>
              </a:rPr>
              <a:t> n = 0 </a:t>
            </a:r>
            <a:r>
              <a:rPr lang="en-US" sz="1800" dirty="0">
                <a:solidFill>
                  <a:srgbClr val="000000"/>
                </a:solidFill>
                <a:latin typeface="Tahoma" charset="0"/>
              </a:rPr>
              <a:t>then</a:t>
            </a:r>
          </a:p>
          <a:p>
            <a:pPr eaLnBrk="1" hangingPunct="1">
              <a:lnSpc>
                <a:spcPct val="80000"/>
              </a:lnSpc>
              <a:buFont typeface="Wingdings" charset="0"/>
              <a:buNone/>
            </a:pPr>
            <a:r>
              <a:rPr lang="en-US" sz="1800" dirty="0">
                <a:latin typeface="Tahoma" charset="0"/>
              </a:rPr>
              <a:t>  </a:t>
            </a:r>
            <a:r>
              <a:rPr lang="en-US" sz="1800" dirty="0">
                <a:solidFill>
                  <a:srgbClr val="000000"/>
                </a:solidFill>
                <a:latin typeface="Tahoma" charset="0"/>
              </a:rPr>
              <a:t>return</a:t>
            </a:r>
            <a:r>
              <a:rPr lang="en-US" sz="1800" dirty="0">
                <a:latin typeface="Tahoma" charset="0"/>
              </a:rPr>
              <a:t> 0</a:t>
            </a:r>
          </a:p>
          <a:p>
            <a:pPr eaLnBrk="1" hangingPunct="1">
              <a:lnSpc>
                <a:spcPct val="80000"/>
              </a:lnSpc>
              <a:buFont typeface="Wingdings" charset="0"/>
              <a:buNone/>
            </a:pPr>
            <a:r>
              <a:rPr lang="en-US" sz="1800" dirty="0">
                <a:solidFill>
                  <a:srgbClr val="000000"/>
                </a:solidFill>
                <a:latin typeface="Tahoma" charset="0"/>
              </a:rPr>
              <a:t>else</a:t>
            </a:r>
          </a:p>
          <a:p>
            <a:pPr eaLnBrk="1" hangingPunct="1">
              <a:lnSpc>
                <a:spcPct val="80000"/>
              </a:lnSpc>
              <a:buFont typeface="Wingdings" charset="0"/>
              <a:buNone/>
            </a:pPr>
            <a:r>
              <a:rPr lang="en-US" sz="1800" dirty="0">
                <a:solidFill>
                  <a:srgbClr val="000000"/>
                </a:solidFill>
                <a:latin typeface="Tahoma" charset="0"/>
              </a:rPr>
              <a:t>  return </a:t>
            </a:r>
          </a:p>
          <a:p>
            <a:pPr eaLnBrk="1" hangingPunct="1">
              <a:lnSpc>
                <a:spcPct val="80000"/>
              </a:lnSpc>
              <a:buFont typeface="Wingdings" charset="0"/>
              <a:buNone/>
            </a:pPr>
            <a:r>
              <a:rPr lang="en-US" sz="1800" dirty="0" err="1">
                <a:solidFill>
                  <a:srgbClr val="BE2D00"/>
                </a:solidFill>
                <a:latin typeface="Tahoma" charset="0"/>
              </a:rPr>
              <a:t>linearSum</a:t>
            </a:r>
            <a:r>
              <a:rPr lang="en-US" sz="1800" dirty="0">
                <a:latin typeface="Tahoma" charset="0"/>
              </a:rPr>
              <a:t>(A, n - 1) + A[n - 1]</a:t>
            </a:r>
          </a:p>
          <a:p>
            <a:pPr eaLnBrk="1" hangingPunct="1">
              <a:lnSpc>
                <a:spcPct val="80000"/>
              </a:lnSpc>
              <a:buFont typeface="Wingdings" charset="0"/>
              <a:buNone/>
            </a:pPr>
            <a:endParaRPr lang="en-US" sz="1800" dirty="0">
              <a:latin typeface="Tahoma" charset="0"/>
            </a:endParaRPr>
          </a:p>
          <a:p>
            <a:pPr eaLnBrk="1" hangingPunct="1">
              <a:lnSpc>
                <a:spcPct val="80000"/>
              </a:lnSpc>
            </a:pPr>
            <a:endParaRPr lang="en-US" sz="1800" dirty="0">
              <a:latin typeface="Tahoma" charset="0"/>
            </a:endParaRPr>
          </a:p>
        </p:txBody>
      </p:sp>
      <p:sp>
        <p:nvSpPr>
          <p:cNvPr id="21509" name="Text Box 8"/>
          <p:cNvSpPr txBox="1">
            <a:spLocks noChangeArrowheads="1"/>
          </p:cNvSpPr>
          <p:nvPr/>
        </p:nvSpPr>
        <p:spPr bwMode="auto">
          <a:xfrm>
            <a:off x="4343400" y="1447800"/>
            <a:ext cx="4419600"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2000" dirty="0"/>
              <a:t>Recursion trace of </a:t>
            </a:r>
            <a:r>
              <a:rPr lang="en-US" sz="2000" dirty="0" err="1">
                <a:solidFill>
                  <a:schemeClr val="tx2"/>
                </a:solidFill>
              </a:rPr>
              <a:t>linearSum</a:t>
            </a:r>
            <a:r>
              <a:rPr lang="en-US" sz="2000" dirty="0"/>
              <a:t>(data, 5) called on array data = [4, 3, 6, 2, 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4B1DF57-BE46-4D69-4538-A6C44892715F}"/>
              </a:ext>
            </a:extLst>
          </p:cNvPr>
          <p:cNvSpPr>
            <a:spLocks noGrp="1"/>
          </p:cNvSpPr>
          <p:nvPr>
            <p:ph type="title"/>
          </p:nvPr>
        </p:nvSpPr>
        <p:spPr/>
        <p:txBody>
          <a:bodyPr/>
          <a:lstStyle/>
          <a:p>
            <a:r>
              <a:rPr lang="en-US" sz="4400" dirty="0" err="1"/>
              <a:t>linearSum</a:t>
            </a:r>
            <a:r>
              <a:rPr lang="en-US" sz="4400" dirty="0"/>
              <a:t> in java</a:t>
            </a:r>
            <a:endParaRPr lang="en-US" dirty="0"/>
          </a:p>
        </p:txBody>
      </p:sp>
      <p:sp>
        <p:nvSpPr>
          <p:cNvPr id="10" name="Content Placeholder 9">
            <a:extLst>
              <a:ext uri="{FF2B5EF4-FFF2-40B4-BE49-F238E27FC236}">
                <a16:creationId xmlns:a16="http://schemas.microsoft.com/office/drawing/2014/main" id="{2999EDD3-F7AC-8371-8A76-564E5492DB2C}"/>
              </a:ext>
            </a:extLst>
          </p:cNvPr>
          <p:cNvSpPr>
            <a:spLocks noGrp="1"/>
          </p:cNvSpPr>
          <p:nvPr>
            <p:ph idx="1"/>
          </p:nvPr>
        </p:nvSpPr>
        <p:spPr/>
        <p:txBody>
          <a:bodyPr/>
          <a:lstStyle/>
          <a:p>
            <a:pPr marL="0" indent="0">
              <a:buNone/>
            </a:pPr>
            <a:r>
              <a:rPr lang="en-US" sz="2800" dirty="0"/>
              <a:t> </a:t>
            </a:r>
            <a:r>
              <a:rPr lang="en-US" sz="2000" dirty="0"/>
              <a:t>/∗∗ Returns the sum of the first n integers of the given array. ∗/ </a:t>
            </a:r>
            <a:endParaRPr lang="en-US" sz="2800" dirty="0"/>
          </a:p>
          <a:p>
            <a:pPr marL="0" indent="0">
              <a:buNone/>
            </a:pPr>
            <a:r>
              <a:rPr lang="en-US" sz="2800" dirty="0"/>
              <a:t>public static int </a:t>
            </a:r>
            <a:r>
              <a:rPr lang="en-US" sz="2800" dirty="0" err="1">
                <a:solidFill>
                  <a:srgbClr val="FF0000"/>
                </a:solidFill>
              </a:rPr>
              <a:t>linearSum</a:t>
            </a:r>
            <a:r>
              <a:rPr lang="en-US" sz="2800" dirty="0"/>
              <a:t>(int[ ] data, int n) { </a:t>
            </a:r>
          </a:p>
          <a:p>
            <a:pPr marL="0" indent="0">
              <a:buNone/>
            </a:pPr>
            <a:r>
              <a:rPr lang="en-US" sz="2800" dirty="0"/>
              <a:t>   if (n == 0) </a:t>
            </a:r>
          </a:p>
          <a:p>
            <a:pPr marL="0" indent="0">
              <a:buNone/>
            </a:pPr>
            <a:r>
              <a:rPr lang="en-US" sz="2800" dirty="0"/>
              <a:t>     return 0; </a:t>
            </a:r>
          </a:p>
          <a:p>
            <a:pPr marL="0" indent="0">
              <a:buNone/>
            </a:pPr>
            <a:r>
              <a:rPr lang="en-US" sz="2800" dirty="0"/>
              <a:t>   else </a:t>
            </a:r>
          </a:p>
          <a:p>
            <a:pPr marL="0" indent="0">
              <a:buNone/>
            </a:pPr>
            <a:r>
              <a:rPr lang="en-US" sz="2800" dirty="0"/>
              <a:t>       return </a:t>
            </a:r>
            <a:r>
              <a:rPr lang="en-US" sz="2800" dirty="0" err="1">
                <a:solidFill>
                  <a:srgbClr val="FF0000"/>
                </a:solidFill>
              </a:rPr>
              <a:t>linearSum</a:t>
            </a:r>
            <a:r>
              <a:rPr lang="en-US" sz="2800" dirty="0"/>
              <a:t>(data, n−1) +data[n−1];</a:t>
            </a:r>
          </a:p>
          <a:p>
            <a:pPr marL="0" indent="0">
              <a:buNone/>
            </a:pPr>
            <a:r>
              <a:rPr lang="en-US" sz="2800" dirty="0"/>
              <a:t>}</a:t>
            </a:r>
          </a:p>
        </p:txBody>
      </p:sp>
      <p:sp>
        <p:nvSpPr>
          <p:cNvPr id="6" name="Date Placeholder 5">
            <a:extLst>
              <a:ext uri="{FF2B5EF4-FFF2-40B4-BE49-F238E27FC236}">
                <a16:creationId xmlns:a16="http://schemas.microsoft.com/office/drawing/2014/main" id="{51B4AF32-70C7-59C1-BA10-B848435825FA}"/>
              </a:ext>
            </a:extLst>
          </p:cNvPr>
          <p:cNvSpPr>
            <a:spLocks noGrp="1"/>
          </p:cNvSpPr>
          <p:nvPr>
            <p:ph type="dt" sz="half" idx="10"/>
          </p:nvPr>
        </p:nvSpPr>
        <p:spPr/>
        <p:txBody>
          <a:bodyPr/>
          <a:lstStyle/>
          <a:p>
            <a:pPr>
              <a:defRPr/>
            </a:pPr>
            <a:r>
              <a:rPr lang="en-US"/>
              <a:t>© 2014 Goodrich, Tamassia, Goldwasser</a:t>
            </a:r>
          </a:p>
        </p:txBody>
      </p:sp>
      <p:sp>
        <p:nvSpPr>
          <p:cNvPr id="7" name="Slide Number Placeholder 6">
            <a:extLst>
              <a:ext uri="{FF2B5EF4-FFF2-40B4-BE49-F238E27FC236}">
                <a16:creationId xmlns:a16="http://schemas.microsoft.com/office/drawing/2014/main" id="{DE660617-4F21-8AA0-3CE6-CC417DAD23B1}"/>
              </a:ext>
            </a:extLst>
          </p:cNvPr>
          <p:cNvSpPr>
            <a:spLocks noGrp="1"/>
          </p:cNvSpPr>
          <p:nvPr>
            <p:ph type="sldNum" sz="quarter" idx="11"/>
          </p:nvPr>
        </p:nvSpPr>
        <p:spPr/>
        <p:txBody>
          <a:bodyPr/>
          <a:lstStyle/>
          <a:p>
            <a:pPr>
              <a:defRPr/>
            </a:pPr>
            <a:fld id="{DE773B9B-2255-BC41-AEC8-AD5B25286682}" type="slidenum">
              <a:rPr lang="en-US" smtClean="0"/>
              <a:pPr>
                <a:defRPr/>
              </a:pPr>
              <a:t>11</a:t>
            </a:fld>
            <a:endParaRPr lang="en-US"/>
          </a:p>
        </p:txBody>
      </p:sp>
      <p:sp>
        <p:nvSpPr>
          <p:cNvPr id="8" name="Footer Placeholder 7">
            <a:extLst>
              <a:ext uri="{FF2B5EF4-FFF2-40B4-BE49-F238E27FC236}">
                <a16:creationId xmlns:a16="http://schemas.microsoft.com/office/drawing/2014/main" id="{0DC5C1DA-3907-81D7-3902-147BFC1A73D4}"/>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3371146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Footer Placeholder 4"/>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22530"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D7A0A9FD-C67D-DA4E-B3E3-2F1484597457}" type="slidenum">
              <a:rPr lang="en-US" sz="1400"/>
              <a:pPr eaLnBrk="1" hangingPunct="1"/>
              <a:t>12</a:t>
            </a:fld>
            <a:endParaRPr lang="en-US" sz="1400"/>
          </a:p>
        </p:txBody>
      </p:sp>
      <p:sp>
        <p:nvSpPr>
          <p:cNvPr id="22531" name="Rectangle 2"/>
          <p:cNvSpPr>
            <a:spLocks noGrp="1" noChangeArrowheads="1"/>
          </p:cNvSpPr>
          <p:nvPr>
            <p:ph type="title"/>
          </p:nvPr>
        </p:nvSpPr>
        <p:spPr/>
        <p:txBody>
          <a:bodyPr/>
          <a:lstStyle/>
          <a:p>
            <a:pPr eaLnBrk="1" hangingPunct="1"/>
            <a:r>
              <a:rPr lang="en-US" dirty="0">
                <a:latin typeface="Tahoma" charset="0"/>
              </a:rPr>
              <a:t>Reversing an Array</a:t>
            </a:r>
          </a:p>
        </p:txBody>
      </p:sp>
      <p:sp>
        <p:nvSpPr>
          <p:cNvPr id="22532" name="Rectangle 3" descr="Rectangle: Click to edit Master text styles&#10;Second level&#10;Third level&#10;Fourth level&#10;Fifth level"/>
          <p:cNvSpPr>
            <a:spLocks noGrp="1" noChangeArrowheads="1"/>
          </p:cNvSpPr>
          <p:nvPr>
            <p:ph type="body" idx="1"/>
          </p:nvPr>
        </p:nvSpPr>
        <p:spPr>
          <a:xfrm>
            <a:off x="838200" y="1600200"/>
            <a:ext cx="7772400" cy="4419600"/>
          </a:xfrm>
        </p:spPr>
        <p:txBody>
          <a:bodyPr/>
          <a:lstStyle/>
          <a:p>
            <a:pPr eaLnBrk="1" hangingPunct="1">
              <a:lnSpc>
                <a:spcPct val="90000"/>
              </a:lnSpc>
              <a:buFont typeface="Wingdings" charset="0"/>
              <a:buNone/>
            </a:pPr>
            <a:r>
              <a:rPr lang="en-US" sz="2800" dirty="0">
                <a:solidFill>
                  <a:srgbClr val="000000"/>
                </a:solidFill>
                <a:latin typeface="Tahoma" charset="0"/>
              </a:rPr>
              <a:t>Algorithm</a:t>
            </a:r>
            <a:r>
              <a:rPr lang="en-US" sz="2800" b="1" dirty="0">
                <a:latin typeface="Tahoma" charset="0"/>
              </a:rPr>
              <a:t> </a:t>
            </a:r>
            <a:r>
              <a:rPr lang="en-US" sz="2800" dirty="0" err="1">
                <a:solidFill>
                  <a:srgbClr val="BE2D00"/>
                </a:solidFill>
                <a:latin typeface="Tahoma" charset="0"/>
              </a:rPr>
              <a:t>reverseArray</a:t>
            </a:r>
            <a:r>
              <a:rPr lang="en-US" sz="2800" dirty="0">
                <a:latin typeface="Tahoma" charset="0"/>
              </a:rPr>
              <a:t>(A, </a:t>
            </a:r>
            <a:r>
              <a:rPr lang="en-US" sz="2800" dirty="0" err="1">
                <a:latin typeface="Tahoma" charset="0"/>
              </a:rPr>
              <a:t>i</a:t>
            </a:r>
            <a:r>
              <a:rPr lang="en-US" sz="2800" dirty="0">
                <a:latin typeface="Tahoma" charset="0"/>
              </a:rPr>
              <a:t>,  j):</a:t>
            </a:r>
          </a:p>
          <a:p>
            <a:pPr eaLnBrk="1" hangingPunct="1">
              <a:lnSpc>
                <a:spcPct val="90000"/>
              </a:lnSpc>
              <a:buFont typeface="Wingdings" charset="0"/>
              <a:buNone/>
            </a:pPr>
            <a:r>
              <a:rPr lang="en-US" sz="2800" dirty="0">
                <a:solidFill>
                  <a:srgbClr val="000000"/>
                </a:solidFill>
                <a:latin typeface="Tahoma" charset="0"/>
              </a:rPr>
              <a:t>Input: </a:t>
            </a:r>
            <a:r>
              <a:rPr lang="en-US" sz="2000" dirty="0">
                <a:latin typeface="Tahoma" charset="0"/>
              </a:rPr>
              <a:t>An array A and nonnegative integer indices </a:t>
            </a:r>
            <a:r>
              <a:rPr lang="en-US" sz="2000" dirty="0" err="1">
                <a:latin typeface="Tahoma" charset="0"/>
              </a:rPr>
              <a:t>i</a:t>
            </a:r>
            <a:r>
              <a:rPr lang="en-US" sz="2000" dirty="0">
                <a:latin typeface="Tahoma" charset="0"/>
              </a:rPr>
              <a:t> and  j</a:t>
            </a:r>
          </a:p>
          <a:p>
            <a:pPr eaLnBrk="1" hangingPunct="1">
              <a:lnSpc>
                <a:spcPct val="90000"/>
              </a:lnSpc>
              <a:buFont typeface="Wingdings" charset="0"/>
              <a:buNone/>
            </a:pPr>
            <a:r>
              <a:rPr lang="en-US" sz="2800" dirty="0">
                <a:solidFill>
                  <a:srgbClr val="000000"/>
                </a:solidFill>
                <a:latin typeface="Tahoma" charset="0"/>
              </a:rPr>
              <a:t>Output: </a:t>
            </a:r>
            <a:r>
              <a:rPr lang="en-US" sz="2000" dirty="0">
                <a:latin typeface="Tahoma" charset="0"/>
              </a:rPr>
              <a:t>The reversal of the elements in A starting at index </a:t>
            </a:r>
            <a:r>
              <a:rPr lang="en-US" sz="2000" dirty="0" err="1">
                <a:latin typeface="Tahoma" charset="0"/>
              </a:rPr>
              <a:t>i</a:t>
            </a:r>
            <a:r>
              <a:rPr lang="en-US" sz="2000" dirty="0">
                <a:latin typeface="Tahoma" charset="0"/>
              </a:rPr>
              <a:t> and ending at  j</a:t>
            </a:r>
            <a:endParaRPr lang="en-US" sz="2800" dirty="0">
              <a:latin typeface="Tahoma" charset="0"/>
            </a:endParaRPr>
          </a:p>
          <a:p>
            <a:pPr eaLnBrk="1" hangingPunct="1">
              <a:lnSpc>
                <a:spcPct val="90000"/>
              </a:lnSpc>
              <a:buFont typeface="Wingdings" charset="0"/>
              <a:buNone/>
            </a:pPr>
            <a:r>
              <a:rPr lang="en-US" sz="2800" dirty="0">
                <a:solidFill>
                  <a:srgbClr val="000000"/>
                </a:solidFill>
                <a:latin typeface="Tahoma" charset="0"/>
              </a:rPr>
              <a:t>   if</a:t>
            </a:r>
            <a:r>
              <a:rPr lang="en-US" sz="2800" b="1" dirty="0">
                <a:solidFill>
                  <a:srgbClr val="000000"/>
                </a:solidFill>
                <a:latin typeface="Tahoma" charset="0"/>
              </a:rPr>
              <a:t> </a:t>
            </a:r>
            <a:r>
              <a:rPr lang="en-US" sz="2800" dirty="0" err="1">
                <a:latin typeface="Tahoma" charset="0"/>
              </a:rPr>
              <a:t>i</a:t>
            </a:r>
            <a:r>
              <a:rPr lang="en-US" sz="2800" dirty="0">
                <a:latin typeface="Tahoma" charset="0"/>
              </a:rPr>
              <a:t> &lt;  j </a:t>
            </a:r>
            <a:r>
              <a:rPr lang="en-US" sz="2800" dirty="0">
                <a:solidFill>
                  <a:srgbClr val="000000"/>
                </a:solidFill>
                <a:latin typeface="Tahoma" charset="0"/>
              </a:rPr>
              <a:t>then</a:t>
            </a:r>
          </a:p>
          <a:p>
            <a:pPr eaLnBrk="1" hangingPunct="1">
              <a:lnSpc>
                <a:spcPct val="90000"/>
              </a:lnSpc>
              <a:buFont typeface="Wingdings" charset="0"/>
              <a:buNone/>
            </a:pPr>
            <a:r>
              <a:rPr lang="en-US" sz="2800" dirty="0">
                <a:latin typeface="Tahoma" charset="0"/>
              </a:rPr>
              <a:t>		Swap A[</a:t>
            </a:r>
            <a:r>
              <a:rPr lang="en-US" sz="2800" dirty="0" err="1">
                <a:latin typeface="Tahoma" charset="0"/>
              </a:rPr>
              <a:t>i</a:t>
            </a:r>
            <a:r>
              <a:rPr lang="en-US" sz="2800" dirty="0">
                <a:latin typeface="Tahoma" charset="0"/>
              </a:rPr>
              <a:t>] and A[ j]</a:t>
            </a:r>
          </a:p>
          <a:p>
            <a:pPr eaLnBrk="1" hangingPunct="1">
              <a:lnSpc>
                <a:spcPct val="90000"/>
              </a:lnSpc>
              <a:buFont typeface="Wingdings" charset="0"/>
              <a:buNone/>
            </a:pPr>
            <a:r>
              <a:rPr lang="en-US" sz="2800" dirty="0">
                <a:latin typeface="Tahoma" charset="0"/>
              </a:rPr>
              <a:t>		</a:t>
            </a:r>
            <a:r>
              <a:rPr lang="en-US" sz="2800" dirty="0" err="1">
                <a:latin typeface="Tahoma" charset="0"/>
              </a:rPr>
              <a:t>reverseArray</a:t>
            </a:r>
            <a:r>
              <a:rPr lang="en-US" sz="2800" dirty="0">
                <a:latin typeface="Tahoma" charset="0"/>
              </a:rPr>
              <a:t>(A, </a:t>
            </a:r>
            <a:r>
              <a:rPr lang="en-US" sz="2800" dirty="0" err="1">
                <a:latin typeface="Tahoma" charset="0"/>
              </a:rPr>
              <a:t>i</a:t>
            </a:r>
            <a:r>
              <a:rPr lang="en-US" sz="2800" dirty="0">
                <a:latin typeface="Tahoma" charset="0"/>
              </a:rPr>
              <a:t> + 1,  j </a:t>
            </a:r>
            <a:r>
              <a:rPr lang="en-US" sz="2800" dirty="0">
                <a:latin typeface="Symbol" charset="2"/>
                <a:cs typeface="Symbol" charset="2"/>
              </a:rPr>
              <a:t>-</a:t>
            </a:r>
            <a:r>
              <a:rPr lang="en-US" sz="2800" dirty="0">
                <a:latin typeface="Tahoma" charset="0"/>
              </a:rPr>
              <a:t> 1)</a:t>
            </a:r>
          </a:p>
          <a:p>
            <a:pPr eaLnBrk="1" hangingPunct="1">
              <a:lnSpc>
                <a:spcPct val="90000"/>
              </a:lnSpc>
              <a:buFont typeface="Wingdings" charset="0"/>
              <a:buNone/>
            </a:pPr>
            <a:r>
              <a:rPr lang="en-US" sz="2800" dirty="0">
                <a:solidFill>
                  <a:srgbClr val="000000"/>
                </a:solidFill>
                <a:latin typeface="Tahoma" charset="0"/>
              </a:rPr>
              <a:t>   return</a:t>
            </a:r>
          </a:p>
        </p:txBody>
      </p:sp>
      <p:sp>
        <p:nvSpPr>
          <p:cNvPr id="22533" name="Date Placeholder 5"/>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Footer Placeholder 4"/>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23554"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9326BB66-2E46-3647-8828-3C96E3886EDF}" type="slidenum">
              <a:rPr lang="en-US" sz="1400"/>
              <a:pPr eaLnBrk="1" hangingPunct="1"/>
              <a:t>13</a:t>
            </a:fld>
            <a:endParaRPr lang="en-US" sz="1400"/>
          </a:p>
        </p:txBody>
      </p:sp>
      <p:sp>
        <p:nvSpPr>
          <p:cNvPr id="23555" name="Rectangle 2"/>
          <p:cNvSpPr>
            <a:spLocks noGrp="1" noChangeArrowheads="1"/>
          </p:cNvSpPr>
          <p:nvPr>
            <p:ph type="title"/>
          </p:nvPr>
        </p:nvSpPr>
        <p:spPr/>
        <p:txBody>
          <a:bodyPr/>
          <a:lstStyle/>
          <a:p>
            <a:pPr eaLnBrk="1" hangingPunct="1"/>
            <a:r>
              <a:rPr lang="en-US" sz="4000" dirty="0">
                <a:latin typeface="Tahoma" charset="0"/>
              </a:rPr>
              <a:t>Defining Arguments for Recursion</a:t>
            </a:r>
          </a:p>
        </p:txBody>
      </p:sp>
      <p:sp>
        <p:nvSpPr>
          <p:cNvPr id="23556" name="Rectangle 3" descr="Rectangle: Click to edit Master text styles&#10;Second level&#10;Third level&#10;Fourth level&#10;Fifth level"/>
          <p:cNvSpPr>
            <a:spLocks noGrp="1" noChangeArrowheads="1"/>
          </p:cNvSpPr>
          <p:nvPr>
            <p:ph type="body" idx="1"/>
          </p:nvPr>
        </p:nvSpPr>
        <p:spPr>
          <a:xfrm>
            <a:off x="685800" y="1524000"/>
            <a:ext cx="8001000" cy="2057400"/>
          </a:xfrm>
        </p:spPr>
        <p:txBody>
          <a:bodyPr>
            <a:normAutofit fontScale="92500" lnSpcReduction="10000"/>
          </a:bodyPr>
          <a:lstStyle/>
          <a:p>
            <a:pPr eaLnBrk="1" hangingPunct="1"/>
            <a:r>
              <a:rPr lang="en-US" sz="2400" dirty="0">
                <a:latin typeface="Tahoma" charset="0"/>
              </a:rPr>
              <a:t>In creating recursive methods, it is important to define the methods in ways that facilitate recursion.</a:t>
            </a:r>
          </a:p>
          <a:p>
            <a:pPr eaLnBrk="1" hangingPunct="1"/>
            <a:r>
              <a:rPr lang="en-US" sz="2400" dirty="0">
                <a:latin typeface="Tahoma" charset="0"/>
              </a:rPr>
              <a:t>This sometimes requires we define additional parameters that are passed to the method.</a:t>
            </a:r>
          </a:p>
          <a:p>
            <a:pPr eaLnBrk="1" hangingPunct="1"/>
            <a:r>
              <a:rPr lang="en-US" sz="2400" dirty="0">
                <a:latin typeface="Tahoma" charset="0"/>
              </a:rPr>
              <a:t>For example, we defined the array reversal method as </a:t>
            </a:r>
            <a:r>
              <a:rPr lang="en-US" sz="2400" dirty="0" err="1">
                <a:solidFill>
                  <a:srgbClr val="BE2D00"/>
                </a:solidFill>
                <a:latin typeface="Tahoma" charset="0"/>
              </a:rPr>
              <a:t>reverseArray</a:t>
            </a:r>
            <a:r>
              <a:rPr lang="en-US" sz="2400" dirty="0">
                <a:latin typeface="Tahoma" charset="0"/>
              </a:rPr>
              <a:t>(A, </a:t>
            </a:r>
            <a:r>
              <a:rPr lang="en-US" sz="2400" dirty="0" err="1">
                <a:latin typeface="Tahoma" charset="0"/>
              </a:rPr>
              <a:t>i</a:t>
            </a:r>
            <a:r>
              <a:rPr lang="en-US" sz="2400" dirty="0">
                <a:latin typeface="Tahoma" charset="0"/>
              </a:rPr>
              <a:t>,  j), not </a:t>
            </a:r>
            <a:r>
              <a:rPr lang="en-US" sz="2400" dirty="0" err="1">
                <a:solidFill>
                  <a:srgbClr val="BE2D00"/>
                </a:solidFill>
                <a:latin typeface="Tahoma" charset="0"/>
              </a:rPr>
              <a:t>reverseArray</a:t>
            </a:r>
            <a:r>
              <a:rPr lang="en-US" sz="2400" dirty="0">
                <a:latin typeface="Tahoma" charset="0"/>
              </a:rPr>
              <a:t>(A)</a:t>
            </a:r>
          </a:p>
        </p:txBody>
      </p:sp>
      <p:sp>
        <p:nvSpPr>
          <p:cNvPr id="23557" name="Date Placeholder 5"/>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pic>
        <p:nvPicPr>
          <p:cNvPr id="2" name="Picture 1"/>
          <p:cNvPicPr>
            <a:picLocks noChangeAspect="1"/>
          </p:cNvPicPr>
          <p:nvPr/>
        </p:nvPicPr>
        <p:blipFill rotWithShape="1">
          <a:blip r:embed="rId2"/>
          <a:srcRect l="1313" r="1291"/>
          <a:stretch/>
        </p:blipFill>
        <p:spPr>
          <a:xfrm>
            <a:off x="152400" y="3657600"/>
            <a:ext cx="8950011" cy="2667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Footer Placeholder 4"/>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28674"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B9AE0F45-B480-744D-95CA-E7336005D694}" type="slidenum">
              <a:rPr lang="en-US" sz="1400"/>
              <a:pPr eaLnBrk="1" hangingPunct="1"/>
              <a:t>14</a:t>
            </a:fld>
            <a:endParaRPr lang="en-US" sz="1400"/>
          </a:p>
        </p:txBody>
      </p:sp>
      <p:sp>
        <p:nvSpPr>
          <p:cNvPr id="28675" name="Rectangle 2"/>
          <p:cNvSpPr>
            <a:spLocks noGrp="1" noChangeArrowheads="1"/>
          </p:cNvSpPr>
          <p:nvPr>
            <p:ph type="title"/>
          </p:nvPr>
        </p:nvSpPr>
        <p:spPr/>
        <p:txBody>
          <a:bodyPr/>
          <a:lstStyle/>
          <a:p>
            <a:pPr eaLnBrk="1" hangingPunct="1"/>
            <a:r>
              <a:rPr lang="en-US" sz="3600" dirty="0">
                <a:highlight>
                  <a:srgbClr val="FFFF00"/>
                </a:highlight>
                <a:latin typeface="Tahoma" charset="0"/>
              </a:rPr>
              <a:t>Tail Recursion</a:t>
            </a:r>
          </a:p>
        </p:txBody>
      </p:sp>
      <p:sp>
        <p:nvSpPr>
          <p:cNvPr id="28676" name="Rectangle 3" descr="Rectangle: Click to edit Master text styles&#10;Second level&#10;Third level&#10;Fourth level&#10;Fifth level"/>
          <p:cNvSpPr>
            <a:spLocks noGrp="1" noChangeArrowheads="1"/>
          </p:cNvSpPr>
          <p:nvPr>
            <p:ph type="body" idx="1"/>
          </p:nvPr>
        </p:nvSpPr>
        <p:spPr>
          <a:xfrm>
            <a:off x="381000" y="1600200"/>
            <a:ext cx="8610600" cy="4800600"/>
          </a:xfrm>
        </p:spPr>
        <p:txBody>
          <a:bodyPr/>
          <a:lstStyle/>
          <a:p>
            <a:r>
              <a:rPr lang="en-US" sz="2400" dirty="0"/>
              <a:t>Definition :</a:t>
            </a:r>
            <a:br>
              <a:rPr lang="en-US" sz="2400" dirty="0"/>
            </a:br>
            <a:r>
              <a:rPr lang="en-US" sz="2400" dirty="0"/>
              <a:t>Tail recursion is a specific type of linear recursion where the recursive call is the last operation performed in the method. This means that after making the recursive call, there are no further computations or operations to perform.</a:t>
            </a:r>
          </a:p>
          <a:p>
            <a:r>
              <a:rPr lang="en-US" sz="2400" dirty="0"/>
              <a:t>Key Points :</a:t>
            </a:r>
          </a:p>
          <a:p>
            <a:pPr lvl="1"/>
            <a:r>
              <a:rPr lang="en-US" sz="2000" dirty="0"/>
              <a:t>Tail recursion is always linear recursion : Since the recursive call must be the final step, it is impossible to make a second recursive call immediately afterward.</a:t>
            </a:r>
          </a:p>
          <a:p>
            <a:pPr lvl="1"/>
            <a:r>
              <a:rPr lang="en-US" sz="2000" dirty="0"/>
              <a:t>Immediate Return : After the recursive call, the result is returned directly without any additional processing.</a:t>
            </a:r>
          </a:p>
          <a:p>
            <a:pPr lvl="1"/>
            <a:r>
              <a:rPr lang="en-US" sz="2000" dirty="0"/>
              <a:t>Example : </a:t>
            </a:r>
            <a:r>
              <a:rPr lang="en-US" sz="2000" dirty="0">
                <a:solidFill>
                  <a:srgbClr val="FF0000"/>
                </a:solidFill>
                <a:highlight>
                  <a:srgbClr val="FFFF00"/>
                </a:highlight>
              </a:rPr>
              <a:t>The array reversal method </a:t>
            </a:r>
            <a:r>
              <a:rPr lang="en-US" sz="2000" dirty="0"/>
              <a:t>is an example of tail recursion.</a:t>
            </a:r>
          </a:p>
          <a:p>
            <a:pPr eaLnBrk="1" hangingPunct="1">
              <a:lnSpc>
                <a:spcPct val="80000"/>
              </a:lnSpc>
            </a:pPr>
            <a:endParaRPr lang="en-US" sz="1600" dirty="0">
              <a:latin typeface="+mj-lt"/>
            </a:endParaRPr>
          </a:p>
        </p:txBody>
      </p:sp>
      <p:sp>
        <p:nvSpPr>
          <p:cNvPr id="28677" name="Date Placeholder 5"/>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C6450-525E-BCE0-B48E-B2BC3C80F652}"/>
              </a:ext>
            </a:extLst>
          </p:cNvPr>
          <p:cNvSpPr>
            <a:spLocks noGrp="1"/>
          </p:cNvSpPr>
          <p:nvPr>
            <p:ph type="title"/>
          </p:nvPr>
        </p:nvSpPr>
        <p:spPr/>
        <p:txBody>
          <a:bodyPr/>
          <a:lstStyle/>
          <a:p>
            <a:endParaRPr lang="en-US" dirty="0"/>
          </a:p>
        </p:txBody>
      </p:sp>
      <p:pic>
        <p:nvPicPr>
          <p:cNvPr id="8" name="Content Placeholder 7">
            <a:extLst>
              <a:ext uri="{FF2B5EF4-FFF2-40B4-BE49-F238E27FC236}">
                <a16:creationId xmlns:a16="http://schemas.microsoft.com/office/drawing/2014/main" id="{CD56220C-79F9-9EDE-BBE9-3C68F3BF68DE}"/>
              </a:ext>
            </a:extLst>
          </p:cNvPr>
          <p:cNvPicPr>
            <a:picLocks noGrp="1" noChangeAspect="1"/>
          </p:cNvPicPr>
          <p:nvPr>
            <p:ph idx="1"/>
          </p:nvPr>
        </p:nvPicPr>
        <p:blipFill>
          <a:blip r:embed="rId2"/>
          <a:stretch>
            <a:fillRect/>
          </a:stretch>
        </p:blipFill>
        <p:spPr>
          <a:xfrm>
            <a:off x="152400" y="228600"/>
            <a:ext cx="8763000" cy="5598558"/>
          </a:xfrm>
        </p:spPr>
      </p:pic>
      <p:sp>
        <p:nvSpPr>
          <p:cNvPr id="4" name="Date Placeholder 3">
            <a:extLst>
              <a:ext uri="{FF2B5EF4-FFF2-40B4-BE49-F238E27FC236}">
                <a16:creationId xmlns:a16="http://schemas.microsoft.com/office/drawing/2014/main" id="{96670274-C39B-AB4D-469C-163E52C01F0D}"/>
              </a:ext>
            </a:extLst>
          </p:cNvPr>
          <p:cNvSpPr>
            <a:spLocks noGrp="1"/>
          </p:cNvSpPr>
          <p:nvPr>
            <p:ph type="dt" sz="half" idx="10"/>
          </p:nvPr>
        </p:nvSpPr>
        <p:spPr/>
        <p:txBody>
          <a:bodyPr/>
          <a:lstStyle/>
          <a:p>
            <a:pPr>
              <a:defRPr/>
            </a:pPr>
            <a:r>
              <a:rPr lang="en-US"/>
              <a:t>© 2014 Goodrich, Tamassia, Goldwasser</a:t>
            </a:r>
          </a:p>
        </p:txBody>
      </p:sp>
      <p:sp>
        <p:nvSpPr>
          <p:cNvPr id="5" name="Slide Number Placeholder 4">
            <a:extLst>
              <a:ext uri="{FF2B5EF4-FFF2-40B4-BE49-F238E27FC236}">
                <a16:creationId xmlns:a16="http://schemas.microsoft.com/office/drawing/2014/main" id="{06699E86-4F23-EAE9-F297-79F99D6EB559}"/>
              </a:ext>
            </a:extLst>
          </p:cNvPr>
          <p:cNvSpPr>
            <a:spLocks noGrp="1"/>
          </p:cNvSpPr>
          <p:nvPr>
            <p:ph type="sldNum" sz="quarter" idx="11"/>
          </p:nvPr>
        </p:nvSpPr>
        <p:spPr/>
        <p:txBody>
          <a:bodyPr/>
          <a:lstStyle/>
          <a:p>
            <a:pPr>
              <a:defRPr/>
            </a:pPr>
            <a:fld id="{9E71B39E-2B67-9942-90F9-67F1E20F1D89}" type="slidenum">
              <a:rPr lang="en-US" smtClean="0"/>
              <a:pPr>
                <a:defRPr/>
              </a:pPr>
              <a:t>15</a:t>
            </a:fld>
            <a:endParaRPr lang="en-US"/>
          </a:p>
        </p:txBody>
      </p:sp>
      <p:sp>
        <p:nvSpPr>
          <p:cNvPr id="6" name="Footer Placeholder 5">
            <a:extLst>
              <a:ext uri="{FF2B5EF4-FFF2-40B4-BE49-F238E27FC236}">
                <a16:creationId xmlns:a16="http://schemas.microsoft.com/office/drawing/2014/main" id="{3ADB8EF2-B437-CCBD-51CB-6D24D26E332A}"/>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683403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F64C0-AABC-35F0-9C6F-74FD36DE8C89}"/>
              </a:ext>
            </a:extLst>
          </p:cNvPr>
          <p:cNvSpPr>
            <a:spLocks noGrp="1"/>
          </p:cNvSpPr>
          <p:nvPr>
            <p:ph type="title"/>
          </p:nvPr>
        </p:nvSpPr>
        <p:spPr/>
        <p:txBody>
          <a:bodyPr/>
          <a:lstStyle/>
          <a:p>
            <a:endParaRPr lang="en-US" dirty="0"/>
          </a:p>
        </p:txBody>
      </p:sp>
      <p:pic>
        <p:nvPicPr>
          <p:cNvPr id="8" name="Content Placeholder 7">
            <a:extLst>
              <a:ext uri="{FF2B5EF4-FFF2-40B4-BE49-F238E27FC236}">
                <a16:creationId xmlns:a16="http://schemas.microsoft.com/office/drawing/2014/main" id="{FBA3AE5E-F578-25B4-0CF3-E8C4CF25B72A}"/>
              </a:ext>
            </a:extLst>
          </p:cNvPr>
          <p:cNvPicPr>
            <a:picLocks noGrp="1" noChangeAspect="1"/>
          </p:cNvPicPr>
          <p:nvPr>
            <p:ph idx="1"/>
          </p:nvPr>
        </p:nvPicPr>
        <p:blipFill>
          <a:blip r:embed="rId2"/>
          <a:stretch>
            <a:fillRect/>
          </a:stretch>
        </p:blipFill>
        <p:spPr>
          <a:xfrm>
            <a:off x="152400" y="304800"/>
            <a:ext cx="8763000" cy="6019800"/>
          </a:xfrm>
        </p:spPr>
      </p:pic>
      <p:sp>
        <p:nvSpPr>
          <p:cNvPr id="4" name="Date Placeholder 3">
            <a:extLst>
              <a:ext uri="{FF2B5EF4-FFF2-40B4-BE49-F238E27FC236}">
                <a16:creationId xmlns:a16="http://schemas.microsoft.com/office/drawing/2014/main" id="{05456E53-E8FB-2BBE-66DF-B3DC639A7034}"/>
              </a:ext>
            </a:extLst>
          </p:cNvPr>
          <p:cNvSpPr>
            <a:spLocks noGrp="1"/>
          </p:cNvSpPr>
          <p:nvPr>
            <p:ph type="dt" sz="half" idx="10"/>
          </p:nvPr>
        </p:nvSpPr>
        <p:spPr/>
        <p:txBody>
          <a:bodyPr/>
          <a:lstStyle/>
          <a:p>
            <a:pPr>
              <a:defRPr/>
            </a:pPr>
            <a:r>
              <a:rPr lang="en-US"/>
              <a:t>© 2014 Goodrich, Tamassia, Goldwasser</a:t>
            </a:r>
          </a:p>
        </p:txBody>
      </p:sp>
      <p:sp>
        <p:nvSpPr>
          <p:cNvPr id="5" name="Slide Number Placeholder 4">
            <a:extLst>
              <a:ext uri="{FF2B5EF4-FFF2-40B4-BE49-F238E27FC236}">
                <a16:creationId xmlns:a16="http://schemas.microsoft.com/office/drawing/2014/main" id="{84303055-6D2A-8976-2706-3B2B2E240FEB}"/>
              </a:ext>
            </a:extLst>
          </p:cNvPr>
          <p:cNvSpPr>
            <a:spLocks noGrp="1"/>
          </p:cNvSpPr>
          <p:nvPr>
            <p:ph type="sldNum" sz="quarter" idx="11"/>
          </p:nvPr>
        </p:nvSpPr>
        <p:spPr/>
        <p:txBody>
          <a:bodyPr/>
          <a:lstStyle/>
          <a:p>
            <a:pPr>
              <a:defRPr/>
            </a:pPr>
            <a:fld id="{9E71B39E-2B67-9942-90F9-67F1E20F1D89}" type="slidenum">
              <a:rPr lang="en-US" smtClean="0"/>
              <a:pPr>
                <a:defRPr/>
              </a:pPr>
              <a:t>16</a:t>
            </a:fld>
            <a:endParaRPr lang="en-US"/>
          </a:p>
        </p:txBody>
      </p:sp>
      <p:sp>
        <p:nvSpPr>
          <p:cNvPr id="6" name="Footer Placeholder 5">
            <a:extLst>
              <a:ext uri="{FF2B5EF4-FFF2-40B4-BE49-F238E27FC236}">
                <a16:creationId xmlns:a16="http://schemas.microsoft.com/office/drawing/2014/main" id="{020C12B0-2087-0A09-7F97-0C01BBCC552E}"/>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2790948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FADE5-D5A9-4611-F94C-68B5A93620D9}"/>
              </a:ext>
            </a:extLst>
          </p:cNvPr>
          <p:cNvSpPr>
            <a:spLocks noGrp="1"/>
          </p:cNvSpPr>
          <p:nvPr>
            <p:ph type="title"/>
          </p:nvPr>
        </p:nvSpPr>
        <p:spPr/>
        <p:txBody>
          <a:bodyPr/>
          <a:lstStyle/>
          <a:p>
            <a:endParaRPr lang="en-US" dirty="0"/>
          </a:p>
        </p:txBody>
      </p:sp>
      <p:pic>
        <p:nvPicPr>
          <p:cNvPr id="8" name="Content Placeholder 7">
            <a:extLst>
              <a:ext uri="{FF2B5EF4-FFF2-40B4-BE49-F238E27FC236}">
                <a16:creationId xmlns:a16="http://schemas.microsoft.com/office/drawing/2014/main" id="{27067DF2-0593-0930-52A4-A9BBA3BA3952}"/>
              </a:ext>
            </a:extLst>
          </p:cNvPr>
          <p:cNvPicPr>
            <a:picLocks noGrp="1" noChangeAspect="1"/>
          </p:cNvPicPr>
          <p:nvPr>
            <p:ph idx="1"/>
          </p:nvPr>
        </p:nvPicPr>
        <p:blipFill>
          <a:blip r:embed="rId2"/>
          <a:stretch>
            <a:fillRect/>
          </a:stretch>
        </p:blipFill>
        <p:spPr>
          <a:xfrm>
            <a:off x="152400" y="304801"/>
            <a:ext cx="8458200" cy="5493888"/>
          </a:xfrm>
        </p:spPr>
      </p:pic>
      <p:sp>
        <p:nvSpPr>
          <p:cNvPr id="4" name="Date Placeholder 3">
            <a:extLst>
              <a:ext uri="{FF2B5EF4-FFF2-40B4-BE49-F238E27FC236}">
                <a16:creationId xmlns:a16="http://schemas.microsoft.com/office/drawing/2014/main" id="{8C1E167E-DCBF-8D5A-5067-435A18EF4796}"/>
              </a:ext>
            </a:extLst>
          </p:cNvPr>
          <p:cNvSpPr>
            <a:spLocks noGrp="1"/>
          </p:cNvSpPr>
          <p:nvPr>
            <p:ph type="dt" sz="half" idx="10"/>
          </p:nvPr>
        </p:nvSpPr>
        <p:spPr/>
        <p:txBody>
          <a:bodyPr/>
          <a:lstStyle/>
          <a:p>
            <a:pPr>
              <a:defRPr/>
            </a:pPr>
            <a:r>
              <a:rPr lang="en-US"/>
              <a:t>© 2014 Goodrich, Tamassia, Goldwasser</a:t>
            </a:r>
          </a:p>
        </p:txBody>
      </p:sp>
      <p:sp>
        <p:nvSpPr>
          <p:cNvPr id="5" name="Slide Number Placeholder 4">
            <a:extLst>
              <a:ext uri="{FF2B5EF4-FFF2-40B4-BE49-F238E27FC236}">
                <a16:creationId xmlns:a16="http://schemas.microsoft.com/office/drawing/2014/main" id="{80958EC3-2701-6DDE-E168-A3F4AF36473E}"/>
              </a:ext>
            </a:extLst>
          </p:cNvPr>
          <p:cNvSpPr>
            <a:spLocks noGrp="1"/>
          </p:cNvSpPr>
          <p:nvPr>
            <p:ph type="sldNum" sz="quarter" idx="11"/>
          </p:nvPr>
        </p:nvSpPr>
        <p:spPr/>
        <p:txBody>
          <a:bodyPr/>
          <a:lstStyle/>
          <a:p>
            <a:pPr>
              <a:defRPr/>
            </a:pPr>
            <a:fld id="{9E71B39E-2B67-9942-90F9-67F1E20F1D89}" type="slidenum">
              <a:rPr lang="en-US" smtClean="0"/>
              <a:pPr>
                <a:defRPr/>
              </a:pPr>
              <a:t>17</a:t>
            </a:fld>
            <a:endParaRPr lang="en-US"/>
          </a:p>
        </p:txBody>
      </p:sp>
      <p:sp>
        <p:nvSpPr>
          <p:cNvPr id="6" name="Footer Placeholder 5">
            <a:extLst>
              <a:ext uri="{FF2B5EF4-FFF2-40B4-BE49-F238E27FC236}">
                <a16:creationId xmlns:a16="http://schemas.microsoft.com/office/drawing/2014/main" id="{1FFF9884-8522-DF32-FB6B-4A1851999DAD}"/>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3842364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9DD4E-EB6D-976F-14E3-5AE48F54BF54}"/>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9288EDE1-A5AD-4CCD-3C30-56D1D83B9A1C}"/>
              </a:ext>
            </a:extLst>
          </p:cNvPr>
          <p:cNvPicPr>
            <a:picLocks noGrp="1" noChangeAspect="1"/>
          </p:cNvPicPr>
          <p:nvPr>
            <p:ph idx="1"/>
          </p:nvPr>
        </p:nvPicPr>
        <p:blipFill>
          <a:blip r:embed="rId2"/>
          <a:stretch>
            <a:fillRect/>
          </a:stretch>
        </p:blipFill>
        <p:spPr>
          <a:xfrm>
            <a:off x="152400" y="152400"/>
            <a:ext cx="8763000" cy="5807137"/>
          </a:xfrm>
        </p:spPr>
      </p:pic>
      <p:sp>
        <p:nvSpPr>
          <p:cNvPr id="4" name="Date Placeholder 3">
            <a:extLst>
              <a:ext uri="{FF2B5EF4-FFF2-40B4-BE49-F238E27FC236}">
                <a16:creationId xmlns:a16="http://schemas.microsoft.com/office/drawing/2014/main" id="{408D440D-35E2-EF32-CB45-A7B116576CBD}"/>
              </a:ext>
            </a:extLst>
          </p:cNvPr>
          <p:cNvSpPr>
            <a:spLocks noGrp="1"/>
          </p:cNvSpPr>
          <p:nvPr>
            <p:ph type="dt" sz="half" idx="10"/>
          </p:nvPr>
        </p:nvSpPr>
        <p:spPr/>
        <p:txBody>
          <a:bodyPr/>
          <a:lstStyle/>
          <a:p>
            <a:pPr>
              <a:defRPr/>
            </a:pPr>
            <a:r>
              <a:rPr lang="en-US"/>
              <a:t>© 2014 Goodrich, Tamassia, Goldwasser</a:t>
            </a:r>
          </a:p>
        </p:txBody>
      </p:sp>
      <p:sp>
        <p:nvSpPr>
          <p:cNvPr id="5" name="Slide Number Placeholder 4">
            <a:extLst>
              <a:ext uri="{FF2B5EF4-FFF2-40B4-BE49-F238E27FC236}">
                <a16:creationId xmlns:a16="http://schemas.microsoft.com/office/drawing/2014/main" id="{00DFAA80-C0A1-FC24-3D97-82BBC635224E}"/>
              </a:ext>
            </a:extLst>
          </p:cNvPr>
          <p:cNvSpPr>
            <a:spLocks noGrp="1"/>
          </p:cNvSpPr>
          <p:nvPr>
            <p:ph type="sldNum" sz="quarter" idx="11"/>
          </p:nvPr>
        </p:nvSpPr>
        <p:spPr/>
        <p:txBody>
          <a:bodyPr/>
          <a:lstStyle/>
          <a:p>
            <a:pPr>
              <a:defRPr/>
            </a:pPr>
            <a:fld id="{9E71B39E-2B67-9942-90F9-67F1E20F1D89}" type="slidenum">
              <a:rPr lang="en-US" smtClean="0"/>
              <a:pPr>
                <a:defRPr/>
              </a:pPr>
              <a:t>18</a:t>
            </a:fld>
            <a:endParaRPr lang="en-US"/>
          </a:p>
        </p:txBody>
      </p:sp>
      <p:sp>
        <p:nvSpPr>
          <p:cNvPr id="6" name="Footer Placeholder 5">
            <a:extLst>
              <a:ext uri="{FF2B5EF4-FFF2-40B4-BE49-F238E27FC236}">
                <a16:creationId xmlns:a16="http://schemas.microsoft.com/office/drawing/2014/main" id="{D5B68C4C-E5CE-952F-1977-CCF3FC37AA0D}"/>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211399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44982-04AB-7CE9-529C-B9F2D3089EA0}"/>
              </a:ext>
            </a:extLst>
          </p:cNvPr>
          <p:cNvSpPr>
            <a:spLocks noGrp="1"/>
          </p:cNvSpPr>
          <p:nvPr>
            <p:ph type="title"/>
          </p:nvPr>
        </p:nvSpPr>
        <p:spPr/>
        <p:txBody>
          <a:bodyPr/>
          <a:lstStyle/>
          <a:p>
            <a:r>
              <a:rPr lang="en-US" dirty="0"/>
              <a:t>Example tail recursions</a:t>
            </a:r>
          </a:p>
        </p:txBody>
      </p:sp>
      <p:sp>
        <p:nvSpPr>
          <p:cNvPr id="3" name="Content Placeholder 2">
            <a:extLst>
              <a:ext uri="{FF2B5EF4-FFF2-40B4-BE49-F238E27FC236}">
                <a16:creationId xmlns:a16="http://schemas.microsoft.com/office/drawing/2014/main" id="{A97DFC5D-8186-6342-CE9D-7AD3031FAFF2}"/>
              </a:ext>
            </a:extLst>
          </p:cNvPr>
          <p:cNvSpPr>
            <a:spLocks noGrp="1"/>
          </p:cNvSpPr>
          <p:nvPr>
            <p:ph idx="1"/>
          </p:nvPr>
        </p:nvSpPr>
        <p:spPr/>
        <p:txBody>
          <a:bodyPr/>
          <a:lstStyle/>
          <a:p>
            <a:r>
              <a:rPr lang="en-US" dirty="0"/>
              <a:t>the </a:t>
            </a:r>
            <a:r>
              <a:rPr lang="en-US" dirty="0" err="1"/>
              <a:t>binarySearch</a:t>
            </a:r>
            <a:r>
              <a:rPr lang="en-US" dirty="0"/>
              <a:t> method </a:t>
            </a:r>
          </a:p>
          <a:p>
            <a:r>
              <a:rPr lang="en-US" dirty="0"/>
              <a:t>the </a:t>
            </a:r>
            <a:r>
              <a:rPr lang="en-US" dirty="0" err="1"/>
              <a:t>reverseArray</a:t>
            </a:r>
            <a:r>
              <a:rPr lang="en-US" dirty="0"/>
              <a:t> method</a:t>
            </a:r>
          </a:p>
        </p:txBody>
      </p:sp>
      <p:sp>
        <p:nvSpPr>
          <p:cNvPr id="4" name="Date Placeholder 3">
            <a:extLst>
              <a:ext uri="{FF2B5EF4-FFF2-40B4-BE49-F238E27FC236}">
                <a16:creationId xmlns:a16="http://schemas.microsoft.com/office/drawing/2014/main" id="{E91A4B37-6712-7BBB-FA32-908F0A8980A9}"/>
              </a:ext>
            </a:extLst>
          </p:cNvPr>
          <p:cNvSpPr>
            <a:spLocks noGrp="1"/>
          </p:cNvSpPr>
          <p:nvPr>
            <p:ph type="dt" sz="half" idx="10"/>
          </p:nvPr>
        </p:nvSpPr>
        <p:spPr/>
        <p:txBody>
          <a:bodyPr/>
          <a:lstStyle/>
          <a:p>
            <a:pPr>
              <a:defRPr/>
            </a:pPr>
            <a:r>
              <a:rPr lang="en-US"/>
              <a:t>© 2014 Goodrich, Tamassia, Goldwasser</a:t>
            </a:r>
          </a:p>
        </p:txBody>
      </p:sp>
      <p:sp>
        <p:nvSpPr>
          <p:cNvPr id="5" name="Slide Number Placeholder 4">
            <a:extLst>
              <a:ext uri="{FF2B5EF4-FFF2-40B4-BE49-F238E27FC236}">
                <a16:creationId xmlns:a16="http://schemas.microsoft.com/office/drawing/2014/main" id="{9EFC0974-171E-D4E6-754A-17D3369CCF77}"/>
              </a:ext>
            </a:extLst>
          </p:cNvPr>
          <p:cNvSpPr>
            <a:spLocks noGrp="1"/>
          </p:cNvSpPr>
          <p:nvPr>
            <p:ph type="sldNum" sz="quarter" idx="11"/>
          </p:nvPr>
        </p:nvSpPr>
        <p:spPr/>
        <p:txBody>
          <a:bodyPr/>
          <a:lstStyle/>
          <a:p>
            <a:pPr>
              <a:defRPr/>
            </a:pPr>
            <a:fld id="{9E71B39E-2B67-9942-90F9-67F1E20F1D89}" type="slidenum">
              <a:rPr lang="en-US" smtClean="0"/>
              <a:pPr>
                <a:defRPr/>
              </a:pPr>
              <a:t>19</a:t>
            </a:fld>
            <a:endParaRPr lang="en-US"/>
          </a:p>
        </p:txBody>
      </p:sp>
      <p:sp>
        <p:nvSpPr>
          <p:cNvPr id="6" name="Footer Placeholder 5">
            <a:extLst>
              <a:ext uri="{FF2B5EF4-FFF2-40B4-BE49-F238E27FC236}">
                <a16:creationId xmlns:a16="http://schemas.microsoft.com/office/drawing/2014/main" id="{DA261553-DD1D-1DCB-D05A-789CBACDD24D}"/>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2100024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FEA44-6D1A-ABCD-0D2B-EAC861F910D6}"/>
              </a:ext>
            </a:extLst>
          </p:cNvPr>
          <p:cNvSpPr>
            <a:spLocks noGrp="1"/>
          </p:cNvSpPr>
          <p:nvPr>
            <p:ph type="title"/>
          </p:nvPr>
        </p:nvSpPr>
        <p:spPr/>
        <p:txBody>
          <a:bodyPr/>
          <a:lstStyle/>
          <a:p>
            <a:r>
              <a:rPr lang="en-US" dirty="0"/>
              <a:t>Example of non tail</a:t>
            </a:r>
          </a:p>
        </p:txBody>
      </p:sp>
      <p:sp>
        <p:nvSpPr>
          <p:cNvPr id="3" name="Content Placeholder 2">
            <a:extLst>
              <a:ext uri="{FF2B5EF4-FFF2-40B4-BE49-F238E27FC236}">
                <a16:creationId xmlns:a16="http://schemas.microsoft.com/office/drawing/2014/main" id="{471EA50D-2ED4-48E9-73BE-039704004E55}"/>
              </a:ext>
            </a:extLst>
          </p:cNvPr>
          <p:cNvSpPr>
            <a:spLocks noGrp="1"/>
          </p:cNvSpPr>
          <p:nvPr>
            <p:ph idx="1"/>
          </p:nvPr>
        </p:nvSpPr>
        <p:spPr/>
        <p:txBody>
          <a:bodyPr/>
          <a:lstStyle/>
          <a:p>
            <a:r>
              <a:rPr lang="en-US" dirty="0"/>
              <a:t>factorial method, </a:t>
            </a:r>
          </a:p>
          <a:p>
            <a:pPr lvl="1"/>
            <a:r>
              <a:rPr lang="en-US" dirty="0"/>
              <a:t>This is not a tail recursion because an additional multiplication is performed after the recursive call is completed,</a:t>
            </a:r>
          </a:p>
          <a:p>
            <a:r>
              <a:rPr lang="en-US" dirty="0"/>
              <a:t>the </a:t>
            </a:r>
            <a:r>
              <a:rPr lang="en-US" dirty="0" err="1"/>
              <a:t>linearSum</a:t>
            </a:r>
            <a:r>
              <a:rPr lang="en-US" dirty="0"/>
              <a:t> method</a:t>
            </a:r>
          </a:p>
          <a:p>
            <a:r>
              <a:rPr lang="en-US"/>
              <a:t>power methods</a:t>
            </a:r>
          </a:p>
          <a:p>
            <a:endParaRPr lang="en-US" dirty="0"/>
          </a:p>
        </p:txBody>
      </p:sp>
      <p:sp>
        <p:nvSpPr>
          <p:cNvPr id="4" name="Date Placeholder 3">
            <a:extLst>
              <a:ext uri="{FF2B5EF4-FFF2-40B4-BE49-F238E27FC236}">
                <a16:creationId xmlns:a16="http://schemas.microsoft.com/office/drawing/2014/main" id="{D0B03599-E01E-7E22-EA1D-1DD4356318C2}"/>
              </a:ext>
            </a:extLst>
          </p:cNvPr>
          <p:cNvSpPr>
            <a:spLocks noGrp="1"/>
          </p:cNvSpPr>
          <p:nvPr>
            <p:ph type="dt" sz="half" idx="10"/>
          </p:nvPr>
        </p:nvSpPr>
        <p:spPr/>
        <p:txBody>
          <a:bodyPr/>
          <a:lstStyle/>
          <a:p>
            <a:pPr>
              <a:defRPr/>
            </a:pPr>
            <a:r>
              <a:rPr lang="en-US"/>
              <a:t>© 2014 Goodrich, Tamassia, Goldwasser</a:t>
            </a:r>
          </a:p>
        </p:txBody>
      </p:sp>
      <p:sp>
        <p:nvSpPr>
          <p:cNvPr id="5" name="Slide Number Placeholder 4">
            <a:extLst>
              <a:ext uri="{FF2B5EF4-FFF2-40B4-BE49-F238E27FC236}">
                <a16:creationId xmlns:a16="http://schemas.microsoft.com/office/drawing/2014/main" id="{9A912831-6F8E-32C3-38B8-920D9957D859}"/>
              </a:ext>
            </a:extLst>
          </p:cNvPr>
          <p:cNvSpPr>
            <a:spLocks noGrp="1"/>
          </p:cNvSpPr>
          <p:nvPr>
            <p:ph type="sldNum" sz="quarter" idx="11"/>
          </p:nvPr>
        </p:nvSpPr>
        <p:spPr/>
        <p:txBody>
          <a:bodyPr/>
          <a:lstStyle/>
          <a:p>
            <a:pPr>
              <a:defRPr/>
            </a:pPr>
            <a:fld id="{9E71B39E-2B67-9942-90F9-67F1E20F1D89}" type="slidenum">
              <a:rPr lang="en-US" smtClean="0"/>
              <a:pPr>
                <a:defRPr/>
              </a:pPr>
              <a:t>20</a:t>
            </a:fld>
            <a:endParaRPr lang="en-US"/>
          </a:p>
        </p:txBody>
      </p:sp>
      <p:sp>
        <p:nvSpPr>
          <p:cNvPr id="6" name="Footer Placeholder 5">
            <a:extLst>
              <a:ext uri="{FF2B5EF4-FFF2-40B4-BE49-F238E27FC236}">
                <a16:creationId xmlns:a16="http://schemas.microsoft.com/office/drawing/2014/main" id="{0BBE37B5-B6D8-14DE-7619-196F0381FFBB}"/>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2437683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A0B23-D7FD-2132-51D5-19FCB123340F}"/>
              </a:ext>
            </a:extLst>
          </p:cNvPr>
          <p:cNvSpPr>
            <a:spLocks noGrp="1"/>
          </p:cNvSpPr>
          <p:nvPr>
            <p:ph type="title"/>
          </p:nvPr>
        </p:nvSpPr>
        <p:spPr/>
        <p:txBody>
          <a:bodyPr/>
          <a:lstStyle/>
          <a:p>
            <a:r>
              <a:rPr lang="en-US" dirty="0"/>
              <a:t>Tail recursion</a:t>
            </a:r>
          </a:p>
        </p:txBody>
      </p:sp>
      <p:sp>
        <p:nvSpPr>
          <p:cNvPr id="3" name="Content Placeholder 2">
            <a:extLst>
              <a:ext uri="{FF2B5EF4-FFF2-40B4-BE49-F238E27FC236}">
                <a16:creationId xmlns:a16="http://schemas.microsoft.com/office/drawing/2014/main" id="{0F33C6CA-4639-D48D-ACC5-954EB366BCCA}"/>
              </a:ext>
            </a:extLst>
          </p:cNvPr>
          <p:cNvSpPr>
            <a:spLocks noGrp="1"/>
          </p:cNvSpPr>
          <p:nvPr>
            <p:ph idx="1"/>
          </p:nvPr>
        </p:nvSpPr>
        <p:spPr/>
        <p:txBody>
          <a:bodyPr/>
          <a:lstStyle/>
          <a:p>
            <a:pPr eaLnBrk="1" hangingPunct="1">
              <a:lnSpc>
                <a:spcPct val="80000"/>
              </a:lnSpc>
            </a:pPr>
            <a:r>
              <a:rPr lang="en-US" sz="2400" dirty="0">
                <a:latin typeface="Tahoma" charset="0"/>
              </a:rPr>
              <a:t>Such methods can be easily converted to non-recursive methods (which saves on some resources).</a:t>
            </a:r>
          </a:p>
          <a:p>
            <a:pPr eaLnBrk="1" hangingPunct="1">
              <a:lnSpc>
                <a:spcPct val="80000"/>
              </a:lnSpc>
            </a:pPr>
            <a:r>
              <a:rPr lang="en-US" sz="2400" dirty="0">
                <a:latin typeface="Tahoma" charset="0"/>
              </a:rPr>
              <a:t>Example:</a:t>
            </a:r>
          </a:p>
          <a:p>
            <a:pPr lvl="1" eaLnBrk="1" hangingPunct="1">
              <a:lnSpc>
                <a:spcPct val="80000"/>
              </a:lnSpc>
              <a:buFont typeface="Wingdings" charset="0"/>
              <a:buNone/>
            </a:pPr>
            <a:r>
              <a:rPr lang="en-US" sz="2000" b="1" dirty="0">
                <a:latin typeface="Tahoma" charset="0"/>
              </a:rPr>
              <a:t>Algorithm </a:t>
            </a:r>
            <a:r>
              <a:rPr lang="en-US" sz="2000" dirty="0" err="1">
                <a:solidFill>
                  <a:srgbClr val="BE2D00"/>
                </a:solidFill>
                <a:latin typeface="Tahoma" charset="0"/>
              </a:rPr>
              <a:t>IterativeReverseArray</a:t>
            </a:r>
            <a:r>
              <a:rPr lang="en-US" sz="2000" dirty="0">
                <a:latin typeface="Tahoma" charset="0"/>
              </a:rPr>
              <a:t>(A, </a:t>
            </a:r>
            <a:r>
              <a:rPr lang="en-US" sz="2000" dirty="0" err="1">
                <a:latin typeface="Tahoma" charset="0"/>
              </a:rPr>
              <a:t>i</a:t>
            </a:r>
            <a:r>
              <a:rPr lang="en-US" sz="2000" dirty="0">
                <a:latin typeface="Tahoma" charset="0"/>
              </a:rPr>
              <a:t>, j ):</a:t>
            </a:r>
          </a:p>
          <a:p>
            <a:pPr lvl="1" eaLnBrk="1" hangingPunct="1">
              <a:lnSpc>
                <a:spcPct val="80000"/>
              </a:lnSpc>
              <a:buFont typeface="Wingdings" charset="0"/>
              <a:buNone/>
            </a:pPr>
            <a:r>
              <a:rPr lang="en-US" sz="2000" b="1" dirty="0">
                <a:latin typeface="Tahoma" charset="0"/>
              </a:rPr>
              <a:t>      Input: </a:t>
            </a:r>
            <a:r>
              <a:rPr lang="en-US" sz="2000" dirty="0">
                <a:latin typeface="Tahoma" charset="0"/>
              </a:rPr>
              <a:t>An array A and nonnegative integer indices </a:t>
            </a:r>
            <a:r>
              <a:rPr lang="en-US" sz="2000" dirty="0" err="1">
                <a:latin typeface="Tahoma" charset="0"/>
              </a:rPr>
              <a:t>i</a:t>
            </a:r>
            <a:r>
              <a:rPr lang="en-US" sz="2000" dirty="0">
                <a:latin typeface="Tahoma" charset="0"/>
              </a:rPr>
              <a:t> and j</a:t>
            </a:r>
          </a:p>
          <a:p>
            <a:pPr lvl="1" eaLnBrk="1" hangingPunct="1">
              <a:lnSpc>
                <a:spcPct val="80000"/>
              </a:lnSpc>
              <a:buFont typeface="Wingdings" charset="0"/>
              <a:buNone/>
            </a:pPr>
            <a:r>
              <a:rPr lang="en-US" sz="2000" b="1" dirty="0">
                <a:latin typeface="Tahoma" charset="0"/>
              </a:rPr>
              <a:t>      Output: </a:t>
            </a:r>
            <a:r>
              <a:rPr lang="en-US" sz="2000" dirty="0">
                <a:latin typeface="Tahoma" charset="0"/>
              </a:rPr>
              <a:t>The reversal of the elements in A starting at index </a:t>
            </a:r>
            <a:r>
              <a:rPr lang="en-US" sz="2000" dirty="0" err="1">
                <a:latin typeface="Tahoma" charset="0"/>
              </a:rPr>
              <a:t>i</a:t>
            </a:r>
            <a:r>
              <a:rPr lang="en-US" sz="2000" dirty="0">
                <a:latin typeface="Tahoma" charset="0"/>
              </a:rPr>
              <a:t> and ending at j</a:t>
            </a:r>
          </a:p>
          <a:p>
            <a:pPr lvl="1" eaLnBrk="1" hangingPunct="1">
              <a:lnSpc>
                <a:spcPct val="80000"/>
              </a:lnSpc>
              <a:buFont typeface="Wingdings" charset="0"/>
              <a:buNone/>
            </a:pPr>
            <a:r>
              <a:rPr lang="en-US" sz="2000" b="1" dirty="0">
                <a:latin typeface="Tahoma" charset="0"/>
              </a:rPr>
              <a:t>     while </a:t>
            </a:r>
            <a:r>
              <a:rPr lang="en-US" sz="2000" dirty="0" err="1">
                <a:latin typeface="Tahoma" charset="0"/>
              </a:rPr>
              <a:t>i</a:t>
            </a:r>
            <a:r>
              <a:rPr lang="en-US" sz="2000" dirty="0">
                <a:latin typeface="Tahoma" charset="0"/>
              </a:rPr>
              <a:t> &lt;  j </a:t>
            </a:r>
            <a:r>
              <a:rPr lang="en-US" sz="2000" b="1" dirty="0">
                <a:latin typeface="Tahoma" charset="0"/>
              </a:rPr>
              <a:t>do</a:t>
            </a:r>
          </a:p>
          <a:p>
            <a:pPr lvl="2" eaLnBrk="1" hangingPunct="1">
              <a:lnSpc>
                <a:spcPct val="80000"/>
              </a:lnSpc>
              <a:buFont typeface="Wingdings" charset="0"/>
              <a:buNone/>
            </a:pPr>
            <a:r>
              <a:rPr lang="en-US" sz="1800" dirty="0">
                <a:latin typeface="Tahoma" charset="0"/>
              </a:rPr>
              <a:t>	Swap A[</a:t>
            </a:r>
            <a:r>
              <a:rPr lang="en-US" sz="1800" dirty="0" err="1">
                <a:latin typeface="Tahoma" charset="0"/>
              </a:rPr>
              <a:t>i</a:t>
            </a:r>
            <a:r>
              <a:rPr lang="en-US" sz="1800" dirty="0">
                <a:latin typeface="Tahoma" charset="0"/>
              </a:rPr>
              <a:t> ] and A[ j ]</a:t>
            </a:r>
          </a:p>
          <a:p>
            <a:pPr lvl="2" eaLnBrk="1" hangingPunct="1">
              <a:lnSpc>
                <a:spcPct val="80000"/>
              </a:lnSpc>
              <a:buFont typeface="Wingdings" charset="0"/>
              <a:buNone/>
            </a:pPr>
            <a:r>
              <a:rPr lang="en-US" sz="1800" dirty="0">
                <a:latin typeface="Tahoma" charset="0"/>
              </a:rPr>
              <a:t>	</a:t>
            </a:r>
            <a:r>
              <a:rPr lang="en-US" sz="1800" dirty="0" err="1">
                <a:latin typeface="Tahoma" charset="0"/>
              </a:rPr>
              <a:t>i</a:t>
            </a:r>
            <a:r>
              <a:rPr lang="en-US" sz="1800" dirty="0">
                <a:latin typeface="Tahoma" charset="0"/>
              </a:rPr>
              <a:t>  = </a:t>
            </a:r>
            <a:r>
              <a:rPr lang="en-US" sz="1800" dirty="0" err="1">
                <a:latin typeface="Tahoma" charset="0"/>
              </a:rPr>
              <a:t>i</a:t>
            </a:r>
            <a:r>
              <a:rPr lang="en-US" sz="1800" dirty="0">
                <a:latin typeface="Tahoma" charset="0"/>
              </a:rPr>
              <a:t> + 1</a:t>
            </a:r>
          </a:p>
          <a:p>
            <a:pPr lvl="2" eaLnBrk="1" hangingPunct="1">
              <a:lnSpc>
                <a:spcPct val="80000"/>
              </a:lnSpc>
              <a:buFont typeface="Wingdings" charset="0"/>
              <a:buNone/>
            </a:pPr>
            <a:r>
              <a:rPr lang="en-US" sz="1800" dirty="0">
                <a:latin typeface="Tahoma" charset="0"/>
              </a:rPr>
              <a:t>	j  = j - 1</a:t>
            </a:r>
          </a:p>
          <a:p>
            <a:pPr lvl="1" eaLnBrk="1" hangingPunct="1">
              <a:lnSpc>
                <a:spcPct val="80000"/>
              </a:lnSpc>
              <a:buFont typeface="Wingdings" charset="0"/>
              <a:buNone/>
            </a:pPr>
            <a:r>
              <a:rPr lang="en-US" sz="2000" b="1" dirty="0">
                <a:latin typeface="Tahoma" charset="0"/>
              </a:rPr>
              <a:t>     return</a:t>
            </a:r>
            <a:endParaRPr lang="en-US" dirty="0"/>
          </a:p>
        </p:txBody>
      </p:sp>
      <p:sp>
        <p:nvSpPr>
          <p:cNvPr id="4" name="Date Placeholder 3">
            <a:extLst>
              <a:ext uri="{FF2B5EF4-FFF2-40B4-BE49-F238E27FC236}">
                <a16:creationId xmlns:a16="http://schemas.microsoft.com/office/drawing/2014/main" id="{45A68EB3-7028-42D9-7D25-7565A2F0DABA}"/>
              </a:ext>
            </a:extLst>
          </p:cNvPr>
          <p:cNvSpPr>
            <a:spLocks noGrp="1"/>
          </p:cNvSpPr>
          <p:nvPr>
            <p:ph type="dt" sz="half" idx="10"/>
          </p:nvPr>
        </p:nvSpPr>
        <p:spPr/>
        <p:txBody>
          <a:bodyPr/>
          <a:lstStyle/>
          <a:p>
            <a:pPr>
              <a:defRPr/>
            </a:pPr>
            <a:r>
              <a:rPr lang="en-US"/>
              <a:t>© 2014 Goodrich, Tamassia, Goldwasser</a:t>
            </a:r>
          </a:p>
        </p:txBody>
      </p:sp>
      <p:sp>
        <p:nvSpPr>
          <p:cNvPr id="5" name="Slide Number Placeholder 4">
            <a:extLst>
              <a:ext uri="{FF2B5EF4-FFF2-40B4-BE49-F238E27FC236}">
                <a16:creationId xmlns:a16="http://schemas.microsoft.com/office/drawing/2014/main" id="{069E67B7-AAE2-D6F2-40CC-6FE7759FC2B5}"/>
              </a:ext>
            </a:extLst>
          </p:cNvPr>
          <p:cNvSpPr>
            <a:spLocks noGrp="1"/>
          </p:cNvSpPr>
          <p:nvPr>
            <p:ph type="sldNum" sz="quarter" idx="11"/>
          </p:nvPr>
        </p:nvSpPr>
        <p:spPr/>
        <p:txBody>
          <a:bodyPr/>
          <a:lstStyle/>
          <a:p>
            <a:pPr>
              <a:defRPr/>
            </a:pPr>
            <a:fld id="{9E71B39E-2B67-9942-90F9-67F1E20F1D89}" type="slidenum">
              <a:rPr lang="en-US" smtClean="0"/>
              <a:pPr>
                <a:defRPr/>
              </a:pPr>
              <a:t>21</a:t>
            </a:fld>
            <a:endParaRPr lang="en-US"/>
          </a:p>
        </p:txBody>
      </p:sp>
      <p:sp>
        <p:nvSpPr>
          <p:cNvPr id="6" name="Footer Placeholder 5">
            <a:extLst>
              <a:ext uri="{FF2B5EF4-FFF2-40B4-BE49-F238E27FC236}">
                <a16:creationId xmlns:a16="http://schemas.microsoft.com/office/drawing/2014/main" id="{21F8A44D-D374-34A3-C2F0-7BB742A46A1D}"/>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584218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2B2D6-5AF2-35B0-FC33-4156479BF0C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B30F148-083E-8249-21D7-F59A4B988088}"/>
              </a:ext>
            </a:extLst>
          </p:cNvPr>
          <p:cNvSpPr>
            <a:spLocks noGrp="1"/>
          </p:cNvSpPr>
          <p:nvPr>
            <p:ph idx="1"/>
          </p:nvPr>
        </p:nvSpPr>
        <p:spPr/>
        <p:txBody>
          <a:bodyPr/>
          <a:lstStyle/>
          <a:p>
            <a:r>
              <a:rPr lang="en-US" dirty="0"/>
              <a:t>lecture</a:t>
            </a:r>
          </a:p>
        </p:txBody>
      </p:sp>
      <p:sp>
        <p:nvSpPr>
          <p:cNvPr id="4" name="Date Placeholder 3">
            <a:extLst>
              <a:ext uri="{FF2B5EF4-FFF2-40B4-BE49-F238E27FC236}">
                <a16:creationId xmlns:a16="http://schemas.microsoft.com/office/drawing/2014/main" id="{B7F539C7-02D1-4147-A31E-48138EBF4D83}"/>
              </a:ext>
            </a:extLst>
          </p:cNvPr>
          <p:cNvSpPr>
            <a:spLocks noGrp="1"/>
          </p:cNvSpPr>
          <p:nvPr>
            <p:ph type="dt" sz="half" idx="10"/>
          </p:nvPr>
        </p:nvSpPr>
        <p:spPr/>
        <p:txBody>
          <a:bodyPr/>
          <a:lstStyle/>
          <a:p>
            <a:pPr>
              <a:defRPr/>
            </a:pPr>
            <a:r>
              <a:rPr lang="en-US"/>
              <a:t>© 2014 Goodrich, Tamassia, Goldwasser</a:t>
            </a:r>
          </a:p>
        </p:txBody>
      </p:sp>
      <p:sp>
        <p:nvSpPr>
          <p:cNvPr id="5" name="Slide Number Placeholder 4">
            <a:extLst>
              <a:ext uri="{FF2B5EF4-FFF2-40B4-BE49-F238E27FC236}">
                <a16:creationId xmlns:a16="http://schemas.microsoft.com/office/drawing/2014/main" id="{A144E9AA-1329-E11B-303E-AF81235C1579}"/>
              </a:ext>
            </a:extLst>
          </p:cNvPr>
          <p:cNvSpPr>
            <a:spLocks noGrp="1"/>
          </p:cNvSpPr>
          <p:nvPr>
            <p:ph type="sldNum" sz="quarter" idx="11"/>
          </p:nvPr>
        </p:nvSpPr>
        <p:spPr/>
        <p:txBody>
          <a:bodyPr/>
          <a:lstStyle/>
          <a:p>
            <a:pPr>
              <a:defRPr/>
            </a:pPr>
            <a:fld id="{9E71B39E-2B67-9942-90F9-67F1E20F1D89}" type="slidenum">
              <a:rPr lang="en-US" smtClean="0"/>
              <a:pPr>
                <a:defRPr/>
              </a:pPr>
              <a:t>22</a:t>
            </a:fld>
            <a:endParaRPr lang="en-US"/>
          </a:p>
        </p:txBody>
      </p:sp>
      <p:sp>
        <p:nvSpPr>
          <p:cNvPr id="6" name="Footer Placeholder 5">
            <a:extLst>
              <a:ext uri="{FF2B5EF4-FFF2-40B4-BE49-F238E27FC236}">
                <a16:creationId xmlns:a16="http://schemas.microsoft.com/office/drawing/2014/main" id="{33312EBB-1419-2C7A-DF61-9E1B21BDFF8C}"/>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2847247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6374D-F6EA-0739-6857-05CBB66DE272}"/>
              </a:ext>
            </a:extLst>
          </p:cNvPr>
          <p:cNvSpPr>
            <a:spLocks noGrp="1"/>
          </p:cNvSpPr>
          <p:nvPr>
            <p:ph type="title"/>
          </p:nvPr>
        </p:nvSpPr>
        <p:spPr/>
        <p:txBody>
          <a:bodyPr/>
          <a:lstStyle/>
          <a:p>
            <a:r>
              <a:rPr lang="en-US" dirty="0"/>
              <a:t>Power x ^n :iterative way</a:t>
            </a:r>
          </a:p>
        </p:txBody>
      </p:sp>
      <p:sp>
        <p:nvSpPr>
          <p:cNvPr id="3" name="Content Placeholder 2">
            <a:extLst>
              <a:ext uri="{FF2B5EF4-FFF2-40B4-BE49-F238E27FC236}">
                <a16:creationId xmlns:a16="http://schemas.microsoft.com/office/drawing/2014/main" id="{284FB4CD-71F9-6B20-6642-9CB9CD525735}"/>
              </a:ext>
            </a:extLst>
          </p:cNvPr>
          <p:cNvSpPr>
            <a:spLocks noGrp="1"/>
          </p:cNvSpPr>
          <p:nvPr>
            <p:ph idx="1"/>
          </p:nvPr>
        </p:nvSpPr>
        <p:spPr/>
        <p:txBody>
          <a:bodyPr/>
          <a:lstStyle/>
          <a:p>
            <a:r>
              <a:rPr lang="en-US" dirty="0"/>
              <a:t>int power(int x, int n){</a:t>
            </a:r>
          </a:p>
          <a:p>
            <a:r>
              <a:rPr lang="en-US" dirty="0"/>
              <a:t>int p=1;</a:t>
            </a:r>
          </a:p>
          <a:p>
            <a:r>
              <a:rPr lang="en-US" dirty="0"/>
              <a:t>for(int </a:t>
            </a:r>
            <a:r>
              <a:rPr lang="en-US" dirty="0" err="1"/>
              <a:t>i</a:t>
            </a:r>
            <a:r>
              <a:rPr lang="en-US" dirty="0"/>
              <a:t>=1; </a:t>
            </a:r>
            <a:r>
              <a:rPr lang="en-US" dirty="0" err="1"/>
              <a:t>i</a:t>
            </a:r>
            <a:r>
              <a:rPr lang="en-US" dirty="0"/>
              <a:t>&lt;=n; </a:t>
            </a:r>
            <a:r>
              <a:rPr lang="en-US" dirty="0" err="1"/>
              <a:t>i</a:t>
            </a:r>
            <a:r>
              <a:rPr lang="en-US" dirty="0"/>
              <a:t>++)</a:t>
            </a:r>
          </a:p>
          <a:p>
            <a:r>
              <a:rPr lang="en-US" dirty="0"/>
              <a:t>     p=x*p;</a:t>
            </a:r>
          </a:p>
          <a:p>
            <a:r>
              <a:rPr lang="en-US" dirty="0"/>
              <a:t>return p;</a:t>
            </a:r>
          </a:p>
          <a:p>
            <a:r>
              <a:rPr lang="en-US" dirty="0"/>
              <a:t>}</a:t>
            </a:r>
          </a:p>
          <a:p>
            <a:r>
              <a:rPr lang="en-US" dirty="0"/>
              <a:t>Theta (n)</a:t>
            </a:r>
          </a:p>
        </p:txBody>
      </p:sp>
      <p:sp>
        <p:nvSpPr>
          <p:cNvPr id="4" name="Date Placeholder 3">
            <a:extLst>
              <a:ext uri="{FF2B5EF4-FFF2-40B4-BE49-F238E27FC236}">
                <a16:creationId xmlns:a16="http://schemas.microsoft.com/office/drawing/2014/main" id="{24C315CC-D968-F35E-379A-39292E57ACDE}"/>
              </a:ext>
            </a:extLst>
          </p:cNvPr>
          <p:cNvSpPr>
            <a:spLocks noGrp="1"/>
          </p:cNvSpPr>
          <p:nvPr>
            <p:ph type="dt" sz="half" idx="10"/>
          </p:nvPr>
        </p:nvSpPr>
        <p:spPr/>
        <p:txBody>
          <a:bodyPr/>
          <a:lstStyle/>
          <a:p>
            <a:pPr>
              <a:defRPr/>
            </a:pPr>
            <a:r>
              <a:rPr lang="en-US"/>
              <a:t>© 2014 Goodrich, Tamassia, Goldwasser</a:t>
            </a:r>
          </a:p>
        </p:txBody>
      </p:sp>
      <p:sp>
        <p:nvSpPr>
          <p:cNvPr id="5" name="Slide Number Placeholder 4">
            <a:extLst>
              <a:ext uri="{FF2B5EF4-FFF2-40B4-BE49-F238E27FC236}">
                <a16:creationId xmlns:a16="http://schemas.microsoft.com/office/drawing/2014/main" id="{D0F2CDCC-0FDA-86E6-D4A6-C40749763E89}"/>
              </a:ext>
            </a:extLst>
          </p:cNvPr>
          <p:cNvSpPr>
            <a:spLocks noGrp="1"/>
          </p:cNvSpPr>
          <p:nvPr>
            <p:ph type="sldNum" sz="quarter" idx="11"/>
          </p:nvPr>
        </p:nvSpPr>
        <p:spPr/>
        <p:txBody>
          <a:bodyPr/>
          <a:lstStyle/>
          <a:p>
            <a:pPr>
              <a:defRPr/>
            </a:pPr>
            <a:fld id="{9E71B39E-2B67-9942-90F9-67F1E20F1D89}" type="slidenum">
              <a:rPr lang="en-US" smtClean="0"/>
              <a:pPr>
                <a:defRPr/>
              </a:pPr>
              <a:t>23</a:t>
            </a:fld>
            <a:endParaRPr lang="en-US"/>
          </a:p>
        </p:txBody>
      </p:sp>
      <p:sp>
        <p:nvSpPr>
          <p:cNvPr id="6" name="Footer Placeholder 5">
            <a:extLst>
              <a:ext uri="{FF2B5EF4-FFF2-40B4-BE49-F238E27FC236}">
                <a16:creationId xmlns:a16="http://schemas.microsoft.com/office/drawing/2014/main" id="{D51A8EFF-61F0-BF86-4767-4EBDD5C77E34}"/>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1142060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Footer Placeholder 5"/>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24578" name="Slide Number Placeholder 6"/>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14DA94C0-20EB-DF4D-A1D7-8FF01AA25FA7}" type="slidenum">
              <a:rPr lang="en-US" sz="1400"/>
              <a:pPr eaLnBrk="1" hangingPunct="1"/>
              <a:t>24</a:t>
            </a:fld>
            <a:endParaRPr lang="en-US" sz="1400"/>
          </a:p>
        </p:txBody>
      </p:sp>
      <p:sp>
        <p:nvSpPr>
          <p:cNvPr id="24579" name="Rectangle 2"/>
          <p:cNvSpPr>
            <a:spLocks noGrp="1" noChangeArrowheads="1"/>
          </p:cNvSpPr>
          <p:nvPr>
            <p:ph type="title"/>
          </p:nvPr>
        </p:nvSpPr>
        <p:spPr/>
        <p:txBody>
          <a:bodyPr/>
          <a:lstStyle/>
          <a:p>
            <a:pPr eaLnBrk="1" hangingPunct="1"/>
            <a:r>
              <a:rPr lang="en-US" dirty="0">
                <a:latin typeface="Tahoma" charset="0"/>
              </a:rPr>
              <a:t>Computing Powers</a:t>
            </a:r>
          </a:p>
        </p:txBody>
      </p:sp>
      <p:sp>
        <p:nvSpPr>
          <p:cNvPr id="24580" name="Rectangle 3" descr="Rectangle: Click to edit Master text styles&#10;Second level&#10;Third level&#10;Fourth level&#10;Fifth level"/>
          <p:cNvSpPr>
            <a:spLocks noGrp="1" noChangeArrowheads="1"/>
          </p:cNvSpPr>
          <p:nvPr>
            <p:ph type="body" sz="half" idx="1"/>
          </p:nvPr>
        </p:nvSpPr>
        <p:spPr>
          <a:xfrm>
            <a:off x="838200" y="1905000"/>
            <a:ext cx="7772400" cy="4114800"/>
          </a:xfrm>
        </p:spPr>
        <p:txBody>
          <a:bodyPr/>
          <a:lstStyle/>
          <a:p>
            <a:pPr eaLnBrk="1" hangingPunct="1"/>
            <a:r>
              <a:rPr lang="en-US" sz="2800" dirty="0">
                <a:latin typeface="Tahoma" charset="0"/>
              </a:rPr>
              <a:t>The power function,</a:t>
            </a:r>
          </a:p>
          <a:p>
            <a:pPr eaLnBrk="1" hangingPunct="1"/>
            <a:r>
              <a:rPr lang="en-US" sz="2800" dirty="0">
                <a:latin typeface="Tahoma" charset="0"/>
              </a:rPr>
              <a:t> p(</a:t>
            </a:r>
            <a:r>
              <a:rPr lang="en-US" sz="2800" dirty="0" err="1">
                <a:latin typeface="Tahoma" charset="0"/>
              </a:rPr>
              <a:t>x,n</a:t>
            </a:r>
            <a:r>
              <a:rPr lang="en-US" sz="2800" dirty="0">
                <a:latin typeface="Tahoma" charset="0"/>
              </a:rPr>
              <a:t>)=</a:t>
            </a:r>
            <a:r>
              <a:rPr lang="en-US" sz="2800" dirty="0" err="1">
                <a:latin typeface="Tahoma" charset="0"/>
              </a:rPr>
              <a:t>x</a:t>
            </a:r>
            <a:r>
              <a:rPr lang="en-US" sz="2800" baseline="30000" dirty="0" err="1">
                <a:latin typeface="Tahoma" charset="0"/>
              </a:rPr>
              <a:t>n</a:t>
            </a:r>
            <a:r>
              <a:rPr lang="en-US" sz="2800" baseline="30000" dirty="0">
                <a:latin typeface="Tahoma" charset="0"/>
              </a:rPr>
              <a:t>,</a:t>
            </a:r>
            <a:r>
              <a:rPr lang="en-US" sz="2800" dirty="0">
                <a:latin typeface="Tahoma" charset="0"/>
              </a:rPr>
              <a:t> =x.x</a:t>
            </a:r>
            <a:r>
              <a:rPr lang="en-US" sz="2800" baseline="30000" dirty="0">
                <a:latin typeface="Tahoma" charset="0"/>
              </a:rPr>
              <a:t>n-1</a:t>
            </a:r>
            <a:r>
              <a:rPr lang="en-US" sz="2800" dirty="0">
                <a:latin typeface="Tahoma" charset="0"/>
              </a:rPr>
              <a:t>=</a:t>
            </a:r>
            <a:r>
              <a:rPr lang="en-US" sz="2800" dirty="0" err="1">
                <a:latin typeface="Tahoma" charset="0"/>
              </a:rPr>
              <a:t>x.p</a:t>
            </a:r>
            <a:r>
              <a:rPr lang="en-US" sz="2800" dirty="0">
                <a:latin typeface="Tahoma" charset="0"/>
              </a:rPr>
              <a:t>(x,n-1) can be defined recursively:</a:t>
            </a:r>
          </a:p>
          <a:p>
            <a:pPr eaLnBrk="1" hangingPunct="1"/>
            <a:endParaRPr lang="en-US" sz="2800" dirty="0">
              <a:latin typeface="Tahoma" charset="0"/>
            </a:endParaRPr>
          </a:p>
          <a:p>
            <a:pPr eaLnBrk="1" hangingPunct="1"/>
            <a:endParaRPr lang="en-US" sz="2800" dirty="0">
              <a:latin typeface="Tahoma" charset="0"/>
            </a:endParaRPr>
          </a:p>
          <a:p>
            <a:pPr eaLnBrk="1" hangingPunct="1"/>
            <a:r>
              <a:rPr lang="en-US" sz="2800" dirty="0">
                <a:latin typeface="Tahoma" charset="0"/>
              </a:rPr>
              <a:t>This leads to an power function that runs in O(n) time (for we make n recursive calls)</a:t>
            </a:r>
          </a:p>
          <a:p>
            <a:pPr eaLnBrk="1" hangingPunct="1"/>
            <a:r>
              <a:rPr lang="en-US" sz="2800" dirty="0">
                <a:solidFill>
                  <a:srgbClr val="FF0000"/>
                </a:solidFill>
                <a:latin typeface="Tahoma" charset="0"/>
              </a:rPr>
              <a:t>We can do better than this, however</a:t>
            </a:r>
          </a:p>
          <a:p>
            <a:pPr eaLnBrk="1" hangingPunct="1">
              <a:buFont typeface="Wingdings" charset="0"/>
              <a:buNone/>
            </a:pPr>
            <a:endParaRPr lang="en-US" sz="2800" dirty="0">
              <a:latin typeface="Tahoma" charset="0"/>
            </a:endParaRPr>
          </a:p>
        </p:txBody>
      </p:sp>
      <p:graphicFrame>
        <p:nvGraphicFramePr>
          <p:cNvPr id="24581" name="Object 6"/>
          <p:cNvGraphicFramePr>
            <a:graphicFrameLocks noGrp="1" noChangeAspect="1"/>
          </p:cNvGraphicFramePr>
          <p:nvPr>
            <p:ph sz="half" idx="2"/>
            <p:extLst>
              <p:ext uri="{D42A27DB-BD31-4B8C-83A1-F6EECF244321}">
                <p14:modId xmlns:p14="http://schemas.microsoft.com/office/powerpoint/2010/main" val="2783008501"/>
              </p:ext>
            </p:extLst>
          </p:nvPr>
        </p:nvGraphicFramePr>
        <p:xfrm>
          <a:off x="2400300" y="3352800"/>
          <a:ext cx="4343400" cy="990600"/>
        </p:xfrm>
        <a:graphic>
          <a:graphicData uri="http://schemas.openxmlformats.org/presentationml/2006/ole">
            <mc:AlternateContent xmlns:mc="http://schemas.openxmlformats.org/markup-compatibility/2006">
              <mc:Choice xmlns:v="urn:schemas-microsoft-com:vml" Requires="v">
                <p:oleObj name="Equation" r:id="rId2" imgW="2032000" imgH="457200" progId="Equation.3">
                  <p:embed/>
                </p:oleObj>
              </mc:Choice>
              <mc:Fallback>
                <p:oleObj name="Equation" r:id="rId2" imgW="2032000" imgH="4572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300" y="3352800"/>
                        <a:ext cx="4343400" cy="990600"/>
                      </a:xfrm>
                      <a:prstGeom prst="rect">
                        <a:avLst/>
                      </a:prstGeom>
                      <a:noFill/>
                      <a:ln>
                        <a:noFill/>
                      </a:ln>
                    </p:spPr>
                  </p:pic>
                </p:oleObj>
              </mc:Fallback>
            </mc:AlternateContent>
          </a:graphicData>
        </a:graphic>
      </p:graphicFrame>
      <p:sp>
        <p:nvSpPr>
          <p:cNvPr id="24582" name="Date Placeholder 6"/>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oter Placeholder 5"/>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25602" name="Slide Number Placeholder 6"/>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25824FD2-AB1B-0544-BC09-0885D6D91738}" type="slidenum">
              <a:rPr lang="en-US" sz="1400"/>
              <a:pPr eaLnBrk="1" hangingPunct="1"/>
              <a:t>25</a:t>
            </a:fld>
            <a:endParaRPr lang="en-US" sz="1400"/>
          </a:p>
        </p:txBody>
      </p:sp>
      <p:sp>
        <p:nvSpPr>
          <p:cNvPr id="25603" name="Rectangle 2"/>
          <p:cNvSpPr>
            <a:spLocks noGrp="1" noChangeArrowheads="1"/>
          </p:cNvSpPr>
          <p:nvPr>
            <p:ph type="title"/>
          </p:nvPr>
        </p:nvSpPr>
        <p:spPr>
          <a:xfrm>
            <a:off x="609600" y="304800"/>
            <a:ext cx="7772400" cy="685800"/>
          </a:xfrm>
        </p:spPr>
        <p:txBody>
          <a:bodyPr/>
          <a:lstStyle/>
          <a:p>
            <a:pPr eaLnBrk="1" hangingPunct="1"/>
            <a:r>
              <a:rPr lang="en-US" dirty="0">
                <a:latin typeface="Tahoma" charset="0"/>
              </a:rPr>
              <a:t>Recursive Squaring</a:t>
            </a:r>
          </a:p>
        </p:txBody>
      </p:sp>
      <p:sp>
        <p:nvSpPr>
          <p:cNvPr id="25604" name="Rectangle 3" descr="Rectangle: Click to edit Master text styles&#10;Second level&#10;Third level&#10;Fourth level&#10;Fifth level"/>
          <p:cNvSpPr>
            <a:spLocks noGrp="1" noChangeArrowheads="1"/>
          </p:cNvSpPr>
          <p:nvPr>
            <p:ph type="body" sz="half" idx="1"/>
          </p:nvPr>
        </p:nvSpPr>
        <p:spPr>
          <a:xfrm>
            <a:off x="685800" y="1143000"/>
            <a:ext cx="8077200" cy="5181600"/>
          </a:xfrm>
        </p:spPr>
        <p:txBody>
          <a:bodyPr/>
          <a:lstStyle/>
          <a:p>
            <a:pPr eaLnBrk="1" hangingPunct="1">
              <a:lnSpc>
                <a:spcPct val="90000"/>
              </a:lnSpc>
            </a:pPr>
            <a:r>
              <a:rPr lang="en-US" sz="2800" dirty="0" err="1">
                <a:latin typeface="Tahoma" charset="0"/>
              </a:rPr>
              <a:t>x</a:t>
            </a:r>
            <a:r>
              <a:rPr lang="en-US" sz="2400" baseline="30000" dirty="0" err="1">
                <a:solidFill>
                  <a:srgbClr val="000000"/>
                </a:solidFill>
                <a:latin typeface="Times" charset="0"/>
              </a:rPr>
              <a:t>n</a:t>
            </a:r>
            <a:r>
              <a:rPr lang="en-US" sz="2800" dirty="0">
                <a:latin typeface="Tahoma" charset="0"/>
              </a:rPr>
              <a:t>= </a:t>
            </a:r>
            <a:r>
              <a:rPr lang="en-US" sz="2800" dirty="0" err="1">
                <a:latin typeface="Tahoma" charset="0"/>
              </a:rPr>
              <a:t>x</a:t>
            </a:r>
            <a:r>
              <a:rPr lang="en-US" sz="2400" baseline="30000" dirty="0" err="1">
                <a:solidFill>
                  <a:srgbClr val="000000"/>
                </a:solidFill>
                <a:latin typeface="Times" charset="0"/>
              </a:rPr>
              <a:t>n</a:t>
            </a:r>
            <a:r>
              <a:rPr lang="en-US" sz="2400" baseline="30000" dirty="0">
                <a:solidFill>
                  <a:srgbClr val="000000"/>
                </a:solidFill>
                <a:latin typeface="Times" charset="0"/>
              </a:rPr>
              <a:t>/2</a:t>
            </a:r>
            <a:r>
              <a:rPr lang="en-US" sz="2800" dirty="0">
                <a:latin typeface="Tahoma" charset="0"/>
              </a:rPr>
              <a:t> * </a:t>
            </a:r>
            <a:r>
              <a:rPr lang="en-US" sz="2800" dirty="0" err="1">
                <a:latin typeface="Tahoma" charset="0"/>
              </a:rPr>
              <a:t>x</a:t>
            </a:r>
            <a:r>
              <a:rPr lang="en-US" sz="2400" baseline="30000" dirty="0" err="1">
                <a:solidFill>
                  <a:srgbClr val="000000"/>
                </a:solidFill>
                <a:latin typeface="Times" charset="0"/>
              </a:rPr>
              <a:t>n</a:t>
            </a:r>
            <a:r>
              <a:rPr lang="en-US" sz="2400" baseline="30000" dirty="0">
                <a:solidFill>
                  <a:srgbClr val="000000"/>
                </a:solidFill>
                <a:latin typeface="Times" charset="0"/>
              </a:rPr>
              <a:t>/2</a:t>
            </a:r>
          </a:p>
          <a:p>
            <a:pPr eaLnBrk="1" hangingPunct="1">
              <a:lnSpc>
                <a:spcPct val="90000"/>
              </a:lnSpc>
            </a:pPr>
            <a:r>
              <a:rPr lang="en-US" sz="2800" dirty="0">
                <a:latin typeface="Tahoma" charset="0"/>
              </a:rPr>
              <a:t>We can derive a more efficient linearly recursive algorithm by using repeated squaring:</a:t>
            </a:r>
          </a:p>
          <a:p>
            <a:pPr eaLnBrk="1" hangingPunct="1">
              <a:lnSpc>
                <a:spcPct val="90000"/>
              </a:lnSpc>
            </a:pPr>
            <a:endParaRPr lang="en-US" sz="2800" dirty="0">
              <a:latin typeface="Tahoma" charset="0"/>
            </a:endParaRPr>
          </a:p>
          <a:p>
            <a:pPr eaLnBrk="1" hangingPunct="1">
              <a:lnSpc>
                <a:spcPct val="90000"/>
              </a:lnSpc>
              <a:buFont typeface="Wingdings" charset="0"/>
              <a:buNone/>
            </a:pPr>
            <a:endParaRPr lang="en-US" sz="2800" dirty="0">
              <a:latin typeface="Tahoma" charset="0"/>
            </a:endParaRPr>
          </a:p>
          <a:p>
            <a:pPr eaLnBrk="1" hangingPunct="1">
              <a:lnSpc>
                <a:spcPct val="90000"/>
              </a:lnSpc>
            </a:pPr>
            <a:endParaRPr lang="en-US" sz="2800" dirty="0">
              <a:latin typeface="Tahoma" charset="0"/>
            </a:endParaRPr>
          </a:p>
          <a:p>
            <a:pPr eaLnBrk="1" hangingPunct="1">
              <a:lnSpc>
                <a:spcPct val="90000"/>
              </a:lnSpc>
            </a:pPr>
            <a:r>
              <a:rPr lang="en-US" sz="2800" dirty="0">
                <a:latin typeface="Tahoma" charset="0"/>
              </a:rPr>
              <a:t>For example,</a:t>
            </a:r>
          </a:p>
          <a:p>
            <a:pPr lvl="1" eaLnBrk="1" hangingPunct="1">
              <a:lnSpc>
                <a:spcPct val="90000"/>
              </a:lnSpc>
              <a:buFont typeface="Wingdings" charset="0"/>
              <a:buNone/>
            </a:pPr>
            <a:r>
              <a:rPr lang="en-US" sz="2400" dirty="0">
                <a:solidFill>
                  <a:srgbClr val="000000"/>
                </a:solidFill>
                <a:latin typeface="Times" charset="0"/>
              </a:rPr>
              <a:t>2</a:t>
            </a:r>
            <a:r>
              <a:rPr lang="en-US" sz="2400" baseline="30000" dirty="0">
                <a:solidFill>
                  <a:srgbClr val="000000"/>
                </a:solidFill>
                <a:latin typeface="Times" charset="0"/>
              </a:rPr>
              <a:t>4</a:t>
            </a:r>
            <a:r>
              <a:rPr lang="en-US" sz="2400" dirty="0">
                <a:solidFill>
                  <a:srgbClr val="000000"/>
                </a:solidFill>
                <a:latin typeface="Times" charset="0"/>
              </a:rPr>
              <a:t>	</a:t>
            </a:r>
            <a:r>
              <a:rPr lang="en-US" sz="2400" dirty="0">
                <a:solidFill>
                  <a:srgbClr val="000000"/>
                </a:solidFill>
                <a:latin typeface="CMR10" charset="0"/>
              </a:rPr>
              <a:t>=  </a:t>
            </a:r>
            <a:r>
              <a:rPr lang="en-US" sz="2400" dirty="0">
                <a:solidFill>
                  <a:srgbClr val="000000"/>
                </a:solidFill>
                <a:latin typeface="Times" charset="0"/>
              </a:rPr>
              <a:t>2</a:t>
            </a:r>
            <a:r>
              <a:rPr lang="en-US" sz="2400" baseline="30000" dirty="0">
                <a:solidFill>
                  <a:srgbClr val="000000"/>
                </a:solidFill>
                <a:latin typeface="CMR10" charset="0"/>
              </a:rPr>
              <a:t>(</a:t>
            </a:r>
            <a:r>
              <a:rPr lang="en-US" sz="2400" baseline="30000" dirty="0">
                <a:solidFill>
                  <a:srgbClr val="000000"/>
                </a:solidFill>
                <a:latin typeface="Times" charset="0"/>
              </a:rPr>
              <a:t>4</a:t>
            </a:r>
            <a:r>
              <a:rPr lang="en-US" sz="2400" i="1" baseline="30000" dirty="0">
                <a:solidFill>
                  <a:srgbClr val="000000"/>
                </a:solidFill>
                <a:latin typeface="CMMI10" charset="0"/>
              </a:rPr>
              <a:t>/</a:t>
            </a:r>
            <a:r>
              <a:rPr lang="en-US" sz="2400" baseline="30000" dirty="0">
                <a:solidFill>
                  <a:srgbClr val="000000"/>
                </a:solidFill>
                <a:latin typeface="Times" charset="0"/>
              </a:rPr>
              <a:t>2</a:t>
            </a:r>
            <a:r>
              <a:rPr lang="en-US" sz="2400" baseline="30000" dirty="0">
                <a:solidFill>
                  <a:srgbClr val="000000"/>
                </a:solidFill>
                <a:latin typeface="CMR10" charset="0"/>
              </a:rPr>
              <a:t>)</a:t>
            </a:r>
            <a:r>
              <a:rPr lang="en-US" sz="2400" baseline="30000" dirty="0">
                <a:solidFill>
                  <a:srgbClr val="000000"/>
                </a:solidFill>
                <a:latin typeface="Times" charset="0"/>
              </a:rPr>
              <a:t>2 </a:t>
            </a:r>
            <a:r>
              <a:rPr lang="en-US" sz="2400" dirty="0">
                <a:solidFill>
                  <a:srgbClr val="000000"/>
                </a:solidFill>
                <a:latin typeface="CMR10" charset="0"/>
              </a:rPr>
              <a:t>= (</a:t>
            </a:r>
            <a:r>
              <a:rPr lang="en-US" sz="2400" dirty="0">
                <a:solidFill>
                  <a:srgbClr val="000000"/>
                </a:solidFill>
                <a:latin typeface="Times" charset="0"/>
              </a:rPr>
              <a:t>2</a:t>
            </a:r>
            <a:r>
              <a:rPr lang="en-US" sz="2400" baseline="30000" dirty="0">
                <a:solidFill>
                  <a:srgbClr val="000000"/>
                </a:solidFill>
                <a:latin typeface="Times" charset="0"/>
              </a:rPr>
              <a:t>4</a:t>
            </a:r>
            <a:r>
              <a:rPr lang="en-US" sz="2400" i="1" baseline="30000" dirty="0">
                <a:solidFill>
                  <a:srgbClr val="000000"/>
                </a:solidFill>
                <a:latin typeface="CMMI10" charset="0"/>
              </a:rPr>
              <a:t>/</a:t>
            </a:r>
            <a:r>
              <a:rPr lang="en-US" sz="2400" baseline="30000" dirty="0">
                <a:solidFill>
                  <a:srgbClr val="000000"/>
                </a:solidFill>
                <a:latin typeface="Times" charset="0"/>
              </a:rPr>
              <a:t>2</a:t>
            </a:r>
            <a:r>
              <a:rPr lang="en-US" sz="2400" dirty="0">
                <a:solidFill>
                  <a:srgbClr val="000000"/>
                </a:solidFill>
                <a:latin typeface="CMR10" charset="0"/>
              </a:rPr>
              <a:t>)</a:t>
            </a:r>
            <a:r>
              <a:rPr lang="en-US" sz="2400" baseline="30000" dirty="0">
                <a:solidFill>
                  <a:srgbClr val="000000"/>
                </a:solidFill>
                <a:latin typeface="Times" charset="0"/>
              </a:rPr>
              <a:t>2 </a:t>
            </a:r>
            <a:r>
              <a:rPr lang="en-US" sz="2400" dirty="0">
                <a:solidFill>
                  <a:srgbClr val="000000"/>
                </a:solidFill>
                <a:latin typeface="CMR10" charset="0"/>
              </a:rPr>
              <a:t>= (</a:t>
            </a:r>
            <a:r>
              <a:rPr lang="en-US" sz="2400" dirty="0">
                <a:solidFill>
                  <a:srgbClr val="000000"/>
                </a:solidFill>
                <a:latin typeface="Times" charset="0"/>
              </a:rPr>
              <a:t>2</a:t>
            </a:r>
            <a:r>
              <a:rPr lang="en-US" sz="2400" baseline="30000" dirty="0">
                <a:solidFill>
                  <a:srgbClr val="000000"/>
                </a:solidFill>
                <a:latin typeface="Times" charset="0"/>
              </a:rPr>
              <a:t>2</a:t>
            </a:r>
            <a:r>
              <a:rPr lang="en-US" sz="2400" dirty="0">
                <a:solidFill>
                  <a:srgbClr val="000000"/>
                </a:solidFill>
                <a:latin typeface="CMR10" charset="0"/>
              </a:rPr>
              <a:t>)</a:t>
            </a:r>
            <a:r>
              <a:rPr lang="en-US" sz="2400" baseline="30000" dirty="0">
                <a:solidFill>
                  <a:srgbClr val="000000"/>
                </a:solidFill>
                <a:latin typeface="Times" charset="0"/>
              </a:rPr>
              <a:t>2 </a:t>
            </a:r>
            <a:r>
              <a:rPr lang="en-US" sz="2400" dirty="0">
                <a:solidFill>
                  <a:srgbClr val="000000"/>
                </a:solidFill>
                <a:latin typeface="CMR10" charset="0"/>
              </a:rPr>
              <a:t>= </a:t>
            </a:r>
            <a:r>
              <a:rPr lang="en-US" sz="2400" dirty="0">
                <a:solidFill>
                  <a:srgbClr val="000000"/>
                </a:solidFill>
                <a:latin typeface="Times" charset="0"/>
              </a:rPr>
              <a:t>4</a:t>
            </a:r>
            <a:r>
              <a:rPr lang="en-US" sz="2400" baseline="30000" dirty="0">
                <a:solidFill>
                  <a:srgbClr val="000000"/>
                </a:solidFill>
                <a:latin typeface="Times" charset="0"/>
              </a:rPr>
              <a:t>2 </a:t>
            </a:r>
            <a:r>
              <a:rPr lang="en-US" sz="2400" dirty="0">
                <a:solidFill>
                  <a:srgbClr val="000000"/>
                </a:solidFill>
                <a:latin typeface="CMR10" charset="0"/>
              </a:rPr>
              <a:t>= </a:t>
            </a:r>
            <a:r>
              <a:rPr lang="en-US" sz="2400" dirty="0">
                <a:solidFill>
                  <a:srgbClr val="000000"/>
                </a:solidFill>
                <a:latin typeface="Times" charset="0"/>
              </a:rPr>
              <a:t>16</a:t>
            </a:r>
          </a:p>
          <a:p>
            <a:pPr lvl="1" eaLnBrk="1" hangingPunct="1">
              <a:lnSpc>
                <a:spcPct val="90000"/>
              </a:lnSpc>
              <a:buFont typeface="Wingdings" charset="0"/>
              <a:buNone/>
            </a:pPr>
            <a:r>
              <a:rPr lang="en-US" sz="2400" dirty="0">
                <a:solidFill>
                  <a:srgbClr val="000000"/>
                </a:solidFill>
                <a:latin typeface="Times" charset="0"/>
              </a:rPr>
              <a:t>2</a:t>
            </a:r>
            <a:r>
              <a:rPr lang="en-US" sz="2400" baseline="30000" dirty="0">
                <a:solidFill>
                  <a:srgbClr val="000000"/>
                </a:solidFill>
                <a:latin typeface="Times" charset="0"/>
              </a:rPr>
              <a:t>5</a:t>
            </a:r>
            <a:r>
              <a:rPr lang="en-US" sz="2400" dirty="0">
                <a:solidFill>
                  <a:srgbClr val="000000"/>
                </a:solidFill>
                <a:latin typeface="Times" charset="0"/>
              </a:rPr>
              <a:t>	</a:t>
            </a:r>
            <a:r>
              <a:rPr lang="en-US" sz="2400" dirty="0">
                <a:solidFill>
                  <a:srgbClr val="000000"/>
                </a:solidFill>
                <a:latin typeface="CMR10" charset="0"/>
              </a:rPr>
              <a:t>=  </a:t>
            </a:r>
            <a:r>
              <a:rPr lang="en-US" sz="2400" dirty="0">
                <a:solidFill>
                  <a:srgbClr val="000000"/>
                </a:solidFill>
                <a:latin typeface="Times" charset="0"/>
              </a:rPr>
              <a:t>2</a:t>
            </a:r>
            <a:r>
              <a:rPr lang="en-US" sz="2400" baseline="30000" dirty="0">
                <a:solidFill>
                  <a:srgbClr val="000000"/>
                </a:solidFill>
                <a:latin typeface="Times" charset="0"/>
              </a:rPr>
              <a:t>1</a:t>
            </a:r>
            <a:r>
              <a:rPr lang="en-US" sz="2400" baseline="30000" dirty="0">
                <a:solidFill>
                  <a:srgbClr val="000000"/>
                </a:solidFill>
                <a:latin typeface="CMR10" charset="0"/>
              </a:rPr>
              <a:t>+(</a:t>
            </a:r>
            <a:r>
              <a:rPr lang="en-US" sz="2400" baseline="30000" dirty="0">
                <a:solidFill>
                  <a:srgbClr val="000000"/>
                </a:solidFill>
                <a:latin typeface="Times" charset="0"/>
              </a:rPr>
              <a:t>4</a:t>
            </a:r>
            <a:r>
              <a:rPr lang="en-US" sz="2400" i="1" baseline="30000" dirty="0">
                <a:solidFill>
                  <a:srgbClr val="000000"/>
                </a:solidFill>
                <a:latin typeface="CMMI10" charset="0"/>
              </a:rPr>
              <a:t>/</a:t>
            </a:r>
            <a:r>
              <a:rPr lang="en-US" sz="2400" baseline="30000" dirty="0">
                <a:solidFill>
                  <a:srgbClr val="000000"/>
                </a:solidFill>
                <a:latin typeface="Times" charset="0"/>
              </a:rPr>
              <a:t>2</a:t>
            </a:r>
            <a:r>
              <a:rPr lang="en-US" sz="2400" baseline="30000" dirty="0">
                <a:solidFill>
                  <a:srgbClr val="000000"/>
                </a:solidFill>
                <a:latin typeface="CMR10" charset="0"/>
              </a:rPr>
              <a:t>)</a:t>
            </a:r>
            <a:r>
              <a:rPr lang="en-US" sz="2400" baseline="30000" dirty="0">
                <a:solidFill>
                  <a:srgbClr val="000000"/>
                </a:solidFill>
                <a:latin typeface="Times" charset="0"/>
              </a:rPr>
              <a:t>2 </a:t>
            </a:r>
            <a:r>
              <a:rPr lang="en-US" sz="2400" dirty="0">
                <a:solidFill>
                  <a:srgbClr val="000000"/>
                </a:solidFill>
                <a:latin typeface="CMR10" charset="0"/>
              </a:rPr>
              <a:t>= </a:t>
            </a:r>
            <a:r>
              <a:rPr lang="en-US" sz="2400" dirty="0">
                <a:solidFill>
                  <a:srgbClr val="000000"/>
                </a:solidFill>
                <a:latin typeface="Times" charset="0"/>
              </a:rPr>
              <a:t>2</a:t>
            </a:r>
            <a:r>
              <a:rPr lang="en-US" sz="2400" dirty="0">
                <a:solidFill>
                  <a:srgbClr val="000000"/>
                </a:solidFill>
                <a:latin typeface="CMR10" charset="0"/>
              </a:rPr>
              <a:t>(</a:t>
            </a:r>
            <a:r>
              <a:rPr lang="en-US" sz="2400" dirty="0">
                <a:solidFill>
                  <a:srgbClr val="000000"/>
                </a:solidFill>
                <a:latin typeface="Times" charset="0"/>
              </a:rPr>
              <a:t>2</a:t>
            </a:r>
            <a:r>
              <a:rPr lang="en-US" sz="2400" baseline="30000" dirty="0">
                <a:solidFill>
                  <a:srgbClr val="000000"/>
                </a:solidFill>
                <a:latin typeface="Times" charset="0"/>
              </a:rPr>
              <a:t>4</a:t>
            </a:r>
            <a:r>
              <a:rPr lang="en-US" sz="2400" i="1" baseline="30000" dirty="0">
                <a:solidFill>
                  <a:srgbClr val="000000"/>
                </a:solidFill>
                <a:latin typeface="CMMI10" charset="0"/>
              </a:rPr>
              <a:t>/</a:t>
            </a:r>
            <a:r>
              <a:rPr lang="en-US" sz="2400" baseline="30000" dirty="0">
                <a:solidFill>
                  <a:srgbClr val="000000"/>
                </a:solidFill>
                <a:latin typeface="Times" charset="0"/>
              </a:rPr>
              <a:t>2</a:t>
            </a:r>
            <a:r>
              <a:rPr lang="en-US" sz="2400" dirty="0">
                <a:solidFill>
                  <a:srgbClr val="000000"/>
                </a:solidFill>
                <a:latin typeface="CMR10" charset="0"/>
              </a:rPr>
              <a:t>)</a:t>
            </a:r>
            <a:r>
              <a:rPr lang="en-US" sz="2400" baseline="30000" dirty="0">
                <a:solidFill>
                  <a:srgbClr val="000000"/>
                </a:solidFill>
                <a:latin typeface="Times" charset="0"/>
              </a:rPr>
              <a:t>2 </a:t>
            </a:r>
            <a:r>
              <a:rPr lang="en-US" sz="2400" dirty="0">
                <a:solidFill>
                  <a:srgbClr val="000000"/>
                </a:solidFill>
                <a:latin typeface="CMR10" charset="0"/>
              </a:rPr>
              <a:t>= </a:t>
            </a:r>
            <a:r>
              <a:rPr lang="en-US" sz="2400" dirty="0">
                <a:solidFill>
                  <a:srgbClr val="000000"/>
                </a:solidFill>
                <a:latin typeface="Times" charset="0"/>
              </a:rPr>
              <a:t>2</a:t>
            </a:r>
            <a:r>
              <a:rPr lang="en-US" sz="2400" dirty="0">
                <a:solidFill>
                  <a:srgbClr val="000000"/>
                </a:solidFill>
                <a:latin typeface="CMR10" charset="0"/>
              </a:rPr>
              <a:t>(</a:t>
            </a:r>
            <a:r>
              <a:rPr lang="en-US" sz="2400" dirty="0">
                <a:solidFill>
                  <a:srgbClr val="000000"/>
                </a:solidFill>
                <a:latin typeface="Times" charset="0"/>
              </a:rPr>
              <a:t>2</a:t>
            </a:r>
            <a:r>
              <a:rPr lang="en-US" sz="2400" baseline="30000" dirty="0">
                <a:solidFill>
                  <a:srgbClr val="000000"/>
                </a:solidFill>
                <a:latin typeface="Times" charset="0"/>
              </a:rPr>
              <a:t>2</a:t>
            </a:r>
            <a:r>
              <a:rPr lang="en-US" sz="2400" dirty="0">
                <a:solidFill>
                  <a:srgbClr val="000000"/>
                </a:solidFill>
                <a:latin typeface="CMR10" charset="0"/>
              </a:rPr>
              <a:t>)</a:t>
            </a:r>
            <a:r>
              <a:rPr lang="en-US" sz="2400" baseline="30000" dirty="0">
                <a:solidFill>
                  <a:srgbClr val="000000"/>
                </a:solidFill>
                <a:latin typeface="Times" charset="0"/>
              </a:rPr>
              <a:t>2 </a:t>
            </a:r>
            <a:r>
              <a:rPr lang="en-US" sz="2400" dirty="0">
                <a:solidFill>
                  <a:srgbClr val="000000"/>
                </a:solidFill>
                <a:latin typeface="CMR10" charset="0"/>
              </a:rPr>
              <a:t>= </a:t>
            </a:r>
            <a:r>
              <a:rPr lang="en-US" sz="2400" dirty="0">
                <a:solidFill>
                  <a:srgbClr val="000000"/>
                </a:solidFill>
                <a:latin typeface="Times" charset="0"/>
              </a:rPr>
              <a:t>2</a:t>
            </a:r>
            <a:r>
              <a:rPr lang="en-US" sz="2400" dirty="0">
                <a:solidFill>
                  <a:srgbClr val="000000"/>
                </a:solidFill>
                <a:latin typeface="CMR10" charset="0"/>
              </a:rPr>
              <a:t>(</a:t>
            </a:r>
            <a:r>
              <a:rPr lang="en-US" sz="2400" dirty="0">
                <a:solidFill>
                  <a:srgbClr val="000000"/>
                </a:solidFill>
                <a:latin typeface="Times" charset="0"/>
              </a:rPr>
              <a:t>4</a:t>
            </a:r>
            <a:r>
              <a:rPr lang="en-US" sz="2400" baseline="30000" dirty="0">
                <a:solidFill>
                  <a:srgbClr val="000000"/>
                </a:solidFill>
                <a:latin typeface="Times" charset="0"/>
              </a:rPr>
              <a:t>2</a:t>
            </a:r>
            <a:r>
              <a:rPr lang="en-US" sz="2400" dirty="0">
                <a:solidFill>
                  <a:srgbClr val="000000"/>
                </a:solidFill>
                <a:latin typeface="CMR10" charset="0"/>
              </a:rPr>
              <a:t>) = </a:t>
            </a:r>
            <a:r>
              <a:rPr lang="en-US" sz="2400" dirty="0">
                <a:solidFill>
                  <a:srgbClr val="000000"/>
                </a:solidFill>
                <a:latin typeface="Times" charset="0"/>
              </a:rPr>
              <a:t>32</a:t>
            </a:r>
            <a:endParaRPr lang="en-US" sz="2400" dirty="0">
              <a:solidFill>
                <a:srgbClr val="000000"/>
              </a:solidFill>
              <a:latin typeface="CMR10" charset="0"/>
            </a:endParaRPr>
          </a:p>
          <a:p>
            <a:pPr lvl="1" eaLnBrk="1" hangingPunct="1">
              <a:lnSpc>
                <a:spcPct val="90000"/>
              </a:lnSpc>
              <a:buFont typeface="Wingdings" charset="0"/>
              <a:buNone/>
            </a:pPr>
            <a:r>
              <a:rPr lang="en-US" sz="2400" dirty="0">
                <a:solidFill>
                  <a:srgbClr val="000000"/>
                </a:solidFill>
                <a:latin typeface="Times" charset="0"/>
              </a:rPr>
              <a:t>2</a:t>
            </a:r>
            <a:r>
              <a:rPr lang="en-US" sz="2400" baseline="30000" dirty="0">
                <a:solidFill>
                  <a:srgbClr val="000000"/>
                </a:solidFill>
                <a:latin typeface="Times" charset="0"/>
              </a:rPr>
              <a:t>6</a:t>
            </a:r>
            <a:r>
              <a:rPr lang="en-US" sz="2400" dirty="0">
                <a:solidFill>
                  <a:srgbClr val="000000"/>
                </a:solidFill>
                <a:latin typeface="Times" charset="0"/>
              </a:rPr>
              <a:t>	</a:t>
            </a:r>
            <a:r>
              <a:rPr lang="en-US" sz="2400" dirty="0">
                <a:solidFill>
                  <a:srgbClr val="000000"/>
                </a:solidFill>
                <a:latin typeface="CMR10" charset="0"/>
              </a:rPr>
              <a:t>= </a:t>
            </a:r>
            <a:r>
              <a:rPr lang="en-US" sz="2400" dirty="0">
                <a:solidFill>
                  <a:srgbClr val="000000"/>
                </a:solidFill>
                <a:latin typeface="Times" charset="0"/>
              </a:rPr>
              <a:t>2</a:t>
            </a:r>
            <a:r>
              <a:rPr lang="en-US" sz="2400" baseline="30000" dirty="0">
                <a:solidFill>
                  <a:srgbClr val="000000"/>
                </a:solidFill>
                <a:latin typeface="CMR10" charset="0"/>
              </a:rPr>
              <a:t>(</a:t>
            </a:r>
            <a:r>
              <a:rPr lang="en-US" sz="2400" baseline="30000" dirty="0">
                <a:solidFill>
                  <a:srgbClr val="000000"/>
                </a:solidFill>
                <a:latin typeface="Times" charset="0"/>
              </a:rPr>
              <a:t>6</a:t>
            </a:r>
            <a:r>
              <a:rPr lang="en-US" sz="2400" i="1" baseline="30000" dirty="0">
                <a:solidFill>
                  <a:srgbClr val="000000"/>
                </a:solidFill>
                <a:latin typeface="CMMI10" charset="0"/>
              </a:rPr>
              <a:t>/ </a:t>
            </a:r>
            <a:r>
              <a:rPr lang="en-US" sz="2400" baseline="30000" dirty="0">
                <a:solidFill>
                  <a:srgbClr val="000000"/>
                </a:solidFill>
                <a:latin typeface="Times" charset="0"/>
              </a:rPr>
              <a:t>2)2 </a:t>
            </a:r>
            <a:r>
              <a:rPr lang="en-US" sz="2400" dirty="0">
                <a:solidFill>
                  <a:srgbClr val="000000"/>
                </a:solidFill>
                <a:latin typeface="CMR10" charset="0"/>
              </a:rPr>
              <a:t>= (</a:t>
            </a:r>
            <a:r>
              <a:rPr lang="en-US" sz="2400" dirty="0">
                <a:solidFill>
                  <a:srgbClr val="000000"/>
                </a:solidFill>
                <a:latin typeface="Times" charset="0"/>
              </a:rPr>
              <a:t>2</a:t>
            </a:r>
            <a:r>
              <a:rPr lang="en-US" sz="2400" baseline="30000" dirty="0">
                <a:solidFill>
                  <a:srgbClr val="000000"/>
                </a:solidFill>
                <a:latin typeface="Times" charset="0"/>
              </a:rPr>
              <a:t>6</a:t>
            </a:r>
            <a:r>
              <a:rPr lang="en-US" sz="2400" i="1" baseline="30000" dirty="0">
                <a:solidFill>
                  <a:srgbClr val="000000"/>
                </a:solidFill>
                <a:latin typeface="CMMI10" charset="0"/>
              </a:rPr>
              <a:t>/</a:t>
            </a:r>
            <a:r>
              <a:rPr lang="en-US" sz="2400" baseline="30000" dirty="0">
                <a:solidFill>
                  <a:srgbClr val="000000"/>
                </a:solidFill>
                <a:latin typeface="Times" charset="0"/>
              </a:rPr>
              <a:t>2</a:t>
            </a:r>
            <a:r>
              <a:rPr lang="en-US" sz="2400" dirty="0">
                <a:solidFill>
                  <a:srgbClr val="000000"/>
                </a:solidFill>
                <a:latin typeface="CMR10" charset="0"/>
              </a:rPr>
              <a:t>)</a:t>
            </a:r>
            <a:r>
              <a:rPr lang="en-US" sz="2400" baseline="30000" dirty="0">
                <a:solidFill>
                  <a:srgbClr val="000000"/>
                </a:solidFill>
                <a:latin typeface="Times" charset="0"/>
              </a:rPr>
              <a:t>2 </a:t>
            </a:r>
            <a:r>
              <a:rPr lang="en-US" sz="2400" dirty="0">
                <a:solidFill>
                  <a:srgbClr val="000000"/>
                </a:solidFill>
                <a:latin typeface="CMR10" charset="0"/>
              </a:rPr>
              <a:t>= (</a:t>
            </a:r>
            <a:r>
              <a:rPr lang="en-US" sz="2400" dirty="0">
                <a:solidFill>
                  <a:srgbClr val="000000"/>
                </a:solidFill>
                <a:latin typeface="Times" charset="0"/>
              </a:rPr>
              <a:t>2</a:t>
            </a:r>
            <a:r>
              <a:rPr lang="en-US" sz="2400" baseline="30000" dirty="0">
                <a:solidFill>
                  <a:srgbClr val="000000"/>
                </a:solidFill>
                <a:latin typeface="Times" charset="0"/>
              </a:rPr>
              <a:t>3</a:t>
            </a:r>
            <a:r>
              <a:rPr lang="en-US" sz="2400" dirty="0">
                <a:solidFill>
                  <a:srgbClr val="000000"/>
                </a:solidFill>
                <a:latin typeface="CMR10" charset="0"/>
              </a:rPr>
              <a:t>)</a:t>
            </a:r>
            <a:r>
              <a:rPr lang="en-US" sz="2400" baseline="30000" dirty="0">
                <a:solidFill>
                  <a:srgbClr val="000000"/>
                </a:solidFill>
                <a:latin typeface="Times" charset="0"/>
              </a:rPr>
              <a:t>2 </a:t>
            </a:r>
            <a:r>
              <a:rPr lang="en-US" sz="2400" dirty="0">
                <a:solidFill>
                  <a:srgbClr val="000000"/>
                </a:solidFill>
                <a:latin typeface="CMR10" charset="0"/>
              </a:rPr>
              <a:t>= </a:t>
            </a:r>
            <a:r>
              <a:rPr lang="en-US" sz="2400" dirty="0">
                <a:solidFill>
                  <a:srgbClr val="000000"/>
                </a:solidFill>
                <a:latin typeface="Times" charset="0"/>
              </a:rPr>
              <a:t>8</a:t>
            </a:r>
            <a:r>
              <a:rPr lang="en-US" sz="2400" baseline="30000" dirty="0">
                <a:solidFill>
                  <a:srgbClr val="000000"/>
                </a:solidFill>
                <a:latin typeface="Times" charset="0"/>
              </a:rPr>
              <a:t>2 </a:t>
            </a:r>
            <a:r>
              <a:rPr lang="en-US" sz="2400" dirty="0">
                <a:solidFill>
                  <a:srgbClr val="000000"/>
                </a:solidFill>
                <a:latin typeface="CMR10" charset="0"/>
              </a:rPr>
              <a:t>= </a:t>
            </a:r>
            <a:r>
              <a:rPr lang="en-US" sz="2400" dirty="0">
                <a:solidFill>
                  <a:srgbClr val="000000"/>
                </a:solidFill>
                <a:latin typeface="Times" charset="0"/>
              </a:rPr>
              <a:t>64</a:t>
            </a:r>
          </a:p>
          <a:p>
            <a:pPr lvl="1" eaLnBrk="1" hangingPunct="1">
              <a:lnSpc>
                <a:spcPct val="90000"/>
              </a:lnSpc>
              <a:buFont typeface="Wingdings" charset="0"/>
              <a:buNone/>
            </a:pPr>
            <a:r>
              <a:rPr lang="en-US" sz="2400" dirty="0">
                <a:solidFill>
                  <a:srgbClr val="000000"/>
                </a:solidFill>
                <a:latin typeface="Times" charset="0"/>
              </a:rPr>
              <a:t>2</a:t>
            </a:r>
            <a:r>
              <a:rPr lang="en-US" sz="2400" baseline="30000" dirty="0">
                <a:solidFill>
                  <a:srgbClr val="000000"/>
                </a:solidFill>
                <a:latin typeface="Times" charset="0"/>
              </a:rPr>
              <a:t>7</a:t>
            </a:r>
            <a:r>
              <a:rPr lang="en-US" sz="2400" dirty="0">
                <a:solidFill>
                  <a:srgbClr val="000000"/>
                </a:solidFill>
                <a:latin typeface="Times" charset="0"/>
              </a:rPr>
              <a:t>	</a:t>
            </a:r>
            <a:r>
              <a:rPr lang="en-US" sz="2400" dirty="0">
                <a:solidFill>
                  <a:srgbClr val="000000"/>
                </a:solidFill>
                <a:latin typeface="CMR10" charset="0"/>
              </a:rPr>
              <a:t>= </a:t>
            </a:r>
            <a:r>
              <a:rPr lang="en-US" sz="2400" dirty="0">
                <a:solidFill>
                  <a:srgbClr val="000000"/>
                </a:solidFill>
                <a:latin typeface="Times" charset="0"/>
              </a:rPr>
              <a:t>2</a:t>
            </a:r>
            <a:r>
              <a:rPr lang="en-US" sz="2400" baseline="30000" dirty="0">
                <a:solidFill>
                  <a:srgbClr val="000000"/>
                </a:solidFill>
                <a:latin typeface="Times" charset="0"/>
              </a:rPr>
              <a:t>1</a:t>
            </a:r>
            <a:r>
              <a:rPr lang="en-US" sz="2400" baseline="30000" dirty="0">
                <a:solidFill>
                  <a:srgbClr val="000000"/>
                </a:solidFill>
                <a:latin typeface="CMR10" charset="0"/>
              </a:rPr>
              <a:t>+(</a:t>
            </a:r>
            <a:r>
              <a:rPr lang="en-US" sz="2400" baseline="30000" dirty="0">
                <a:solidFill>
                  <a:srgbClr val="000000"/>
                </a:solidFill>
                <a:latin typeface="Times" charset="0"/>
              </a:rPr>
              <a:t>6</a:t>
            </a:r>
            <a:r>
              <a:rPr lang="en-US" sz="2400" i="1" baseline="30000" dirty="0">
                <a:solidFill>
                  <a:srgbClr val="000000"/>
                </a:solidFill>
                <a:latin typeface="CMMI10" charset="0"/>
              </a:rPr>
              <a:t>/</a:t>
            </a:r>
            <a:r>
              <a:rPr lang="en-US" sz="2400" baseline="30000" dirty="0">
                <a:solidFill>
                  <a:srgbClr val="000000"/>
                </a:solidFill>
                <a:latin typeface="Times" charset="0"/>
              </a:rPr>
              <a:t>2</a:t>
            </a:r>
            <a:r>
              <a:rPr lang="en-US" sz="2400" baseline="30000" dirty="0">
                <a:solidFill>
                  <a:srgbClr val="000000"/>
                </a:solidFill>
                <a:latin typeface="CMR10" charset="0"/>
              </a:rPr>
              <a:t>)</a:t>
            </a:r>
            <a:r>
              <a:rPr lang="en-US" sz="2400" baseline="30000" dirty="0">
                <a:solidFill>
                  <a:srgbClr val="000000"/>
                </a:solidFill>
                <a:latin typeface="Times" charset="0"/>
              </a:rPr>
              <a:t>2 </a:t>
            </a:r>
            <a:r>
              <a:rPr lang="en-US" sz="2400" dirty="0">
                <a:solidFill>
                  <a:srgbClr val="000000"/>
                </a:solidFill>
                <a:latin typeface="CMR10" charset="0"/>
              </a:rPr>
              <a:t>= </a:t>
            </a:r>
            <a:r>
              <a:rPr lang="en-US" sz="2400" dirty="0">
                <a:solidFill>
                  <a:srgbClr val="000000"/>
                </a:solidFill>
                <a:latin typeface="Times" charset="0"/>
              </a:rPr>
              <a:t>2</a:t>
            </a:r>
            <a:r>
              <a:rPr lang="en-US" sz="2400" dirty="0">
                <a:solidFill>
                  <a:srgbClr val="000000"/>
                </a:solidFill>
                <a:latin typeface="CMR10" charset="0"/>
              </a:rPr>
              <a:t>(</a:t>
            </a:r>
            <a:r>
              <a:rPr lang="en-US" sz="2400" dirty="0">
                <a:solidFill>
                  <a:srgbClr val="000000"/>
                </a:solidFill>
                <a:latin typeface="Times" charset="0"/>
              </a:rPr>
              <a:t>2</a:t>
            </a:r>
            <a:r>
              <a:rPr lang="en-US" sz="2400" baseline="30000" dirty="0">
                <a:solidFill>
                  <a:srgbClr val="000000"/>
                </a:solidFill>
                <a:latin typeface="Times" charset="0"/>
              </a:rPr>
              <a:t>6</a:t>
            </a:r>
            <a:r>
              <a:rPr lang="en-US" sz="2400" i="1" baseline="30000" dirty="0">
                <a:solidFill>
                  <a:srgbClr val="000000"/>
                </a:solidFill>
                <a:latin typeface="CMMI10" charset="0"/>
              </a:rPr>
              <a:t>/</a:t>
            </a:r>
            <a:r>
              <a:rPr lang="en-US" sz="2400" baseline="30000" dirty="0">
                <a:solidFill>
                  <a:srgbClr val="000000"/>
                </a:solidFill>
                <a:latin typeface="Times" charset="0"/>
              </a:rPr>
              <a:t>2</a:t>
            </a:r>
            <a:r>
              <a:rPr lang="en-US" sz="2400" dirty="0">
                <a:solidFill>
                  <a:srgbClr val="000000"/>
                </a:solidFill>
                <a:latin typeface="CMR10" charset="0"/>
              </a:rPr>
              <a:t>)</a:t>
            </a:r>
            <a:r>
              <a:rPr lang="en-US" sz="2400" baseline="30000" dirty="0">
                <a:solidFill>
                  <a:srgbClr val="000000"/>
                </a:solidFill>
                <a:latin typeface="Times" charset="0"/>
              </a:rPr>
              <a:t>2 </a:t>
            </a:r>
            <a:r>
              <a:rPr lang="en-US" sz="2400" dirty="0">
                <a:solidFill>
                  <a:srgbClr val="000000"/>
                </a:solidFill>
                <a:latin typeface="CMR10" charset="0"/>
              </a:rPr>
              <a:t>= </a:t>
            </a:r>
            <a:r>
              <a:rPr lang="en-US" sz="2400" dirty="0">
                <a:solidFill>
                  <a:srgbClr val="000000"/>
                </a:solidFill>
                <a:latin typeface="Times" charset="0"/>
              </a:rPr>
              <a:t>2</a:t>
            </a:r>
            <a:r>
              <a:rPr lang="en-US" sz="2400" dirty="0">
                <a:solidFill>
                  <a:srgbClr val="000000"/>
                </a:solidFill>
                <a:latin typeface="CMR10" charset="0"/>
              </a:rPr>
              <a:t>(</a:t>
            </a:r>
            <a:r>
              <a:rPr lang="en-US" sz="2400" dirty="0">
                <a:solidFill>
                  <a:srgbClr val="000000"/>
                </a:solidFill>
                <a:latin typeface="Times" charset="0"/>
              </a:rPr>
              <a:t>2</a:t>
            </a:r>
            <a:r>
              <a:rPr lang="en-US" sz="2400" baseline="30000" dirty="0">
                <a:solidFill>
                  <a:srgbClr val="000000"/>
                </a:solidFill>
                <a:latin typeface="Times" charset="0"/>
              </a:rPr>
              <a:t>3</a:t>
            </a:r>
            <a:r>
              <a:rPr lang="en-US" sz="2400" dirty="0">
                <a:solidFill>
                  <a:srgbClr val="000000"/>
                </a:solidFill>
                <a:latin typeface="CMR10" charset="0"/>
              </a:rPr>
              <a:t>)</a:t>
            </a:r>
            <a:r>
              <a:rPr lang="en-US" sz="2400" baseline="30000" dirty="0">
                <a:solidFill>
                  <a:srgbClr val="000000"/>
                </a:solidFill>
                <a:latin typeface="Times" charset="0"/>
              </a:rPr>
              <a:t>2 </a:t>
            </a:r>
            <a:r>
              <a:rPr lang="en-US" sz="2400" dirty="0">
                <a:solidFill>
                  <a:srgbClr val="000000"/>
                </a:solidFill>
                <a:latin typeface="CMR10" charset="0"/>
              </a:rPr>
              <a:t>= </a:t>
            </a:r>
            <a:r>
              <a:rPr lang="en-US" sz="2400" dirty="0">
                <a:solidFill>
                  <a:srgbClr val="000000"/>
                </a:solidFill>
                <a:latin typeface="Times" charset="0"/>
              </a:rPr>
              <a:t>2</a:t>
            </a:r>
            <a:r>
              <a:rPr lang="en-US" sz="2400" dirty="0">
                <a:solidFill>
                  <a:srgbClr val="000000"/>
                </a:solidFill>
                <a:latin typeface="CMR10" charset="0"/>
              </a:rPr>
              <a:t>(</a:t>
            </a:r>
            <a:r>
              <a:rPr lang="en-US" sz="2400" dirty="0">
                <a:solidFill>
                  <a:srgbClr val="000000"/>
                </a:solidFill>
                <a:latin typeface="Times" charset="0"/>
              </a:rPr>
              <a:t>8</a:t>
            </a:r>
            <a:r>
              <a:rPr lang="en-US" sz="2400" baseline="30000" dirty="0">
                <a:solidFill>
                  <a:srgbClr val="000000"/>
                </a:solidFill>
                <a:latin typeface="Times" charset="0"/>
              </a:rPr>
              <a:t>2</a:t>
            </a:r>
            <a:r>
              <a:rPr lang="en-US" sz="2400" dirty="0">
                <a:solidFill>
                  <a:srgbClr val="000000"/>
                </a:solidFill>
                <a:latin typeface="CMR10" charset="0"/>
              </a:rPr>
              <a:t>) = </a:t>
            </a:r>
            <a:r>
              <a:rPr lang="en-US" sz="2400" dirty="0">
                <a:solidFill>
                  <a:srgbClr val="000000"/>
                </a:solidFill>
                <a:latin typeface="Times" charset="0"/>
              </a:rPr>
              <a:t>128</a:t>
            </a:r>
            <a:endParaRPr lang="en-US" sz="2400" dirty="0">
              <a:latin typeface="Tahoma" charset="0"/>
            </a:endParaRPr>
          </a:p>
        </p:txBody>
      </p:sp>
      <p:graphicFrame>
        <p:nvGraphicFramePr>
          <p:cNvPr id="25605" name="Object 4"/>
          <p:cNvGraphicFramePr>
            <a:graphicFrameLocks noGrp="1" noChangeAspect="1"/>
          </p:cNvGraphicFramePr>
          <p:nvPr>
            <p:ph sz="half" idx="2"/>
          </p:nvPr>
        </p:nvGraphicFramePr>
        <p:xfrm>
          <a:off x="2590800" y="2541588"/>
          <a:ext cx="5334000" cy="1344612"/>
        </p:xfrm>
        <a:graphic>
          <a:graphicData uri="http://schemas.openxmlformats.org/presentationml/2006/ole">
            <mc:AlternateContent xmlns:mc="http://schemas.openxmlformats.org/markup-compatibility/2006">
              <mc:Choice xmlns:v="urn:schemas-microsoft-com:vml" Requires="v">
                <p:oleObj name="Equation" r:id="rId2" imgW="2819400" imgH="711200" progId="Equation.3">
                  <p:embed/>
                </p:oleObj>
              </mc:Choice>
              <mc:Fallback>
                <p:oleObj name="Equation" r:id="rId2" imgW="2819400" imgH="711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541588"/>
                        <a:ext cx="5334000" cy="13446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25606" name="Date Placeholder 6"/>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Footer Placeholder 4"/>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26626"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F37CEF12-4ED6-0641-8F03-2B8A9824FBC7}" type="slidenum">
              <a:rPr lang="en-US" sz="1400"/>
              <a:pPr eaLnBrk="1" hangingPunct="1"/>
              <a:t>26</a:t>
            </a:fld>
            <a:endParaRPr lang="en-US" sz="1400"/>
          </a:p>
        </p:txBody>
      </p:sp>
      <p:sp>
        <p:nvSpPr>
          <p:cNvPr id="26627" name="Rectangle 2"/>
          <p:cNvSpPr>
            <a:spLocks noGrp="1" noChangeArrowheads="1"/>
          </p:cNvSpPr>
          <p:nvPr>
            <p:ph type="title"/>
          </p:nvPr>
        </p:nvSpPr>
        <p:spPr/>
        <p:txBody>
          <a:bodyPr/>
          <a:lstStyle/>
          <a:p>
            <a:pPr eaLnBrk="1" hangingPunct="1"/>
            <a:r>
              <a:rPr lang="en-US">
                <a:latin typeface="Tahoma" charset="0"/>
              </a:rPr>
              <a:t>Recursive Squaring Method</a:t>
            </a:r>
          </a:p>
        </p:txBody>
      </p:sp>
      <p:sp>
        <p:nvSpPr>
          <p:cNvPr id="26628" name="Rectangle 3" descr="Rectangle: Click to edit Master text styles&#10;Second level&#10;Third level&#10;Fourth level&#10;Fifth level"/>
          <p:cNvSpPr>
            <a:spLocks noGrp="1" noChangeArrowheads="1"/>
          </p:cNvSpPr>
          <p:nvPr>
            <p:ph type="body" idx="1"/>
          </p:nvPr>
        </p:nvSpPr>
        <p:spPr>
          <a:xfrm>
            <a:off x="838200" y="1905000"/>
            <a:ext cx="7772400" cy="4572000"/>
          </a:xfrm>
        </p:spPr>
        <p:txBody>
          <a:bodyPr/>
          <a:lstStyle/>
          <a:p>
            <a:pPr eaLnBrk="1" hangingPunct="1">
              <a:lnSpc>
                <a:spcPct val="90000"/>
              </a:lnSpc>
              <a:buFont typeface="Wingdings" charset="0"/>
              <a:buNone/>
            </a:pPr>
            <a:r>
              <a:rPr lang="en-US" sz="2400" b="1" dirty="0">
                <a:latin typeface="Tahoma" charset="0"/>
              </a:rPr>
              <a:t>Algorithm </a:t>
            </a:r>
            <a:r>
              <a:rPr lang="en-US" sz="2400" dirty="0">
                <a:solidFill>
                  <a:schemeClr val="tx2"/>
                </a:solidFill>
                <a:latin typeface="Tahoma" charset="0"/>
              </a:rPr>
              <a:t>Power</a:t>
            </a:r>
            <a:r>
              <a:rPr lang="en-US" sz="2400" dirty="0">
                <a:latin typeface="Tahoma" charset="0"/>
              </a:rPr>
              <a:t>(x, n):</a:t>
            </a:r>
          </a:p>
          <a:p>
            <a:pPr eaLnBrk="1" hangingPunct="1">
              <a:lnSpc>
                <a:spcPct val="90000"/>
              </a:lnSpc>
              <a:buFont typeface="Wingdings" charset="0"/>
              <a:buNone/>
            </a:pPr>
            <a:r>
              <a:rPr lang="en-US" sz="2400" b="1" dirty="0">
                <a:latin typeface="Tahoma" charset="0"/>
              </a:rPr>
              <a:t>      Input: </a:t>
            </a:r>
            <a:r>
              <a:rPr lang="en-US" sz="2400" dirty="0">
                <a:latin typeface="Tahoma" charset="0"/>
              </a:rPr>
              <a:t>A number x and integer n = 0</a:t>
            </a:r>
          </a:p>
          <a:p>
            <a:pPr eaLnBrk="1" hangingPunct="1">
              <a:lnSpc>
                <a:spcPct val="90000"/>
              </a:lnSpc>
              <a:buFont typeface="Wingdings" charset="0"/>
              <a:buNone/>
            </a:pPr>
            <a:r>
              <a:rPr lang="en-US" sz="2400" b="1" dirty="0">
                <a:latin typeface="Tahoma" charset="0"/>
              </a:rPr>
              <a:t>      Output: </a:t>
            </a:r>
            <a:r>
              <a:rPr lang="en-US" sz="2400" dirty="0">
                <a:latin typeface="Tahoma" charset="0"/>
              </a:rPr>
              <a:t>The value </a:t>
            </a:r>
            <a:r>
              <a:rPr lang="en-US" sz="2400" dirty="0" err="1">
                <a:latin typeface="Tahoma" charset="0"/>
              </a:rPr>
              <a:t>x</a:t>
            </a:r>
            <a:r>
              <a:rPr lang="en-US" sz="2400" baseline="30000" dirty="0" err="1">
                <a:latin typeface="Tahoma" charset="0"/>
              </a:rPr>
              <a:t>n</a:t>
            </a:r>
            <a:endParaRPr lang="en-US" sz="2400" baseline="30000" dirty="0">
              <a:latin typeface="Tahoma" charset="0"/>
            </a:endParaRPr>
          </a:p>
          <a:p>
            <a:pPr eaLnBrk="1" hangingPunct="1">
              <a:lnSpc>
                <a:spcPct val="90000"/>
              </a:lnSpc>
              <a:buFont typeface="Wingdings" charset="0"/>
              <a:buNone/>
            </a:pPr>
            <a:r>
              <a:rPr lang="en-US" sz="2400" b="1" dirty="0">
                <a:latin typeface="Tahoma" charset="0"/>
              </a:rPr>
              <a:t>     if </a:t>
            </a:r>
            <a:r>
              <a:rPr lang="en-US" sz="2400" dirty="0">
                <a:latin typeface="Tahoma" charset="0"/>
              </a:rPr>
              <a:t>n = 0	</a:t>
            </a:r>
            <a:r>
              <a:rPr lang="en-US" sz="2400" b="1" dirty="0">
                <a:latin typeface="Tahoma" charset="0"/>
              </a:rPr>
              <a:t>then</a:t>
            </a:r>
          </a:p>
          <a:p>
            <a:pPr eaLnBrk="1" hangingPunct="1">
              <a:lnSpc>
                <a:spcPct val="90000"/>
              </a:lnSpc>
              <a:buFont typeface="Wingdings" charset="0"/>
              <a:buNone/>
            </a:pPr>
            <a:r>
              <a:rPr lang="en-US" sz="2400" b="1" dirty="0">
                <a:latin typeface="Tahoma" charset="0"/>
              </a:rPr>
              <a:t>		return </a:t>
            </a:r>
            <a:r>
              <a:rPr lang="en-US" sz="2400" dirty="0">
                <a:latin typeface="Tahoma" charset="0"/>
              </a:rPr>
              <a:t>1</a:t>
            </a:r>
          </a:p>
          <a:p>
            <a:pPr eaLnBrk="1" hangingPunct="1">
              <a:lnSpc>
                <a:spcPct val="90000"/>
              </a:lnSpc>
              <a:buFont typeface="Wingdings" charset="0"/>
              <a:buNone/>
            </a:pPr>
            <a:r>
              <a:rPr lang="en-US" sz="2400" b="1" dirty="0">
                <a:latin typeface="Tahoma" charset="0"/>
              </a:rPr>
              <a:t>     if </a:t>
            </a:r>
            <a:r>
              <a:rPr lang="en-US" sz="2400" dirty="0">
                <a:latin typeface="Tahoma" charset="0"/>
              </a:rPr>
              <a:t>n is odd </a:t>
            </a:r>
            <a:r>
              <a:rPr lang="en-US" sz="2400" b="1" dirty="0">
                <a:latin typeface="Tahoma" charset="0"/>
              </a:rPr>
              <a:t>then</a:t>
            </a:r>
          </a:p>
          <a:p>
            <a:pPr eaLnBrk="1" hangingPunct="1">
              <a:lnSpc>
                <a:spcPct val="90000"/>
              </a:lnSpc>
              <a:buFont typeface="Wingdings" charset="0"/>
              <a:buNone/>
            </a:pPr>
            <a:r>
              <a:rPr lang="en-US" sz="2400" dirty="0">
                <a:latin typeface="Tahoma" charset="0"/>
              </a:rPr>
              <a:t>		y  = </a:t>
            </a:r>
            <a:r>
              <a:rPr lang="en-US" sz="2400" dirty="0">
                <a:solidFill>
                  <a:schemeClr val="tx2"/>
                </a:solidFill>
                <a:latin typeface="Tahoma" charset="0"/>
              </a:rPr>
              <a:t>Power</a:t>
            </a:r>
            <a:r>
              <a:rPr lang="en-US" sz="2400" dirty="0">
                <a:latin typeface="Tahoma" charset="0"/>
              </a:rPr>
              <a:t>(x, (n - 1)/ 2)</a:t>
            </a:r>
          </a:p>
          <a:p>
            <a:pPr eaLnBrk="1" hangingPunct="1">
              <a:lnSpc>
                <a:spcPct val="90000"/>
              </a:lnSpc>
              <a:buFont typeface="Wingdings" charset="0"/>
              <a:buNone/>
            </a:pPr>
            <a:r>
              <a:rPr lang="en-US" sz="2400" b="1" dirty="0">
                <a:latin typeface="Tahoma" charset="0"/>
              </a:rPr>
              <a:t>		return </a:t>
            </a:r>
            <a:r>
              <a:rPr lang="en-US" sz="2400" dirty="0">
                <a:latin typeface="Tahoma" charset="0"/>
              </a:rPr>
              <a:t>x · y ·y</a:t>
            </a:r>
          </a:p>
          <a:p>
            <a:pPr eaLnBrk="1" hangingPunct="1">
              <a:lnSpc>
                <a:spcPct val="90000"/>
              </a:lnSpc>
              <a:buFont typeface="Wingdings" charset="0"/>
              <a:buNone/>
            </a:pPr>
            <a:r>
              <a:rPr lang="en-US" sz="2400" b="1" dirty="0">
                <a:latin typeface="Tahoma" charset="0"/>
              </a:rPr>
              <a:t>     else</a:t>
            </a:r>
          </a:p>
          <a:p>
            <a:pPr eaLnBrk="1" hangingPunct="1">
              <a:lnSpc>
                <a:spcPct val="90000"/>
              </a:lnSpc>
              <a:buFont typeface="Wingdings" charset="0"/>
              <a:buNone/>
            </a:pPr>
            <a:r>
              <a:rPr lang="en-US" sz="2400" dirty="0">
                <a:latin typeface="Tahoma" charset="0"/>
              </a:rPr>
              <a:t>		y = </a:t>
            </a:r>
            <a:r>
              <a:rPr lang="en-US" sz="2400" dirty="0">
                <a:solidFill>
                  <a:schemeClr val="tx2"/>
                </a:solidFill>
                <a:latin typeface="Tahoma" charset="0"/>
              </a:rPr>
              <a:t>Power</a:t>
            </a:r>
            <a:r>
              <a:rPr lang="en-US" sz="2400" dirty="0">
                <a:latin typeface="Tahoma" charset="0"/>
              </a:rPr>
              <a:t>(x, n/ 2)</a:t>
            </a:r>
          </a:p>
          <a:p>
            <a:pPr eaLnBrk="1" hangingPunct="1">
              <a:lnSpc>
                <a:spcPct val="90000"/>
              </a:lnSpc>
              <a:buFont typeface="Wingdings" charset="0"/>
              <a:buNone/>
            </a:pPr>
            <a:r>
              <a:rPr lang="en-US" sz="2400" b="1" dirty="0">
                <a:latin typeface="Tahoma" charset="0"/>
              </a:rPr>
              <a:t>		return </a:t>
            </a:r>
            <a:r>
              <a:rPr lang="en-US" sz="2400" dirty="0">
                <a:latin typeface="Tahoma" charset="0"/>
              </a:rPr>
              <a:t>y · y</a:t>
            </a:r>
          </a:p>
        </p:txBody>
      </p:sp>
      <p:sp>
        <p:nvSpPr>
          <p:cNvPr id="26629" name="Date Placeholder 5"/>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Footer Placeholder 4"/>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27650"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4C8F5672-C8DD-3E47-B7D2-D36109E0E29A}" type="slidenum">
              <a:rPr lang="en-US" sz="1400"/>
              <a:pPr eaLnBrk="1" hangingPunct="1"/>
              <a:t>27</a:t>
            </a:fld>
            <a:endParaRPr lang="en-US" sz="1400"/>
          </a:p>
        </p:txBody>
      </p:sp>
      <p:sp>
        <p:nvSpPr>
          <p:cNvPr id="27651" name="Rectangle 2"/>
          <p:cNvSpPr>
            <a:spLocks noGrp="1" noChangeArrowheads="1"/>
          </p:cNvSpPr>
          <p:nvPr>
            <p:ph type="title"/>
          </p:nvPr>
        </p:nvSpPr>
        <p:spPr/>
        <p:txBody>
          <a:bodyPr/>
          <a:lstStyle/>
          <a:p>
            <a:pPr eaLnBrk="1" hangingPunct="1"/>
            <a:r>
              <a:rPr lang="en-US" sz="4000" dirty="0">
                <a:latin typeface="Tahoma" charset="0"/>
              </a:rPr>
              <a:t>Analysis</a:t>
            </a:r>
          </a:p>
        </p:txBody>
      </p:sp>
      <p:sp>
        <p:nvSpPr>
          <p:cNvPr id="27652" name="Rectangle 3" descr="Rectangle: Click to edit Master text styles&#10;Second level&#10;Third level&#10;Fourth level&#10;Fifth level"/>
          <p:cNvSpPr>
            <a:spLocks noGrp="1" noChangeArrowheads="1"/>
          </p:cNvSpPr>
          <p:nvPr>
            <p:ph type="body" idx="1"/>
          </p:nvPr>
        </p:nvSpPr>
        <p:spPr>
          <a:xfrm>
            <a:off x="838200" y="1905000"/>
            <a:ext cx="4724400" cy="4419600"/>
          </a:xfrm>
        </p:spPr>
        <p:txBody>
          <a:bodyPr/>
          <a:lstStyle/>
          <a:p>
            <a:pPr eaLnBrk="1" hangingPunct="1">
              <a:lnSpc>
                <a:spcPct val="80000"/>
              </a:lnSpc>
              <a:buFont typeface="Wingdings" charset="0"/>
              <a:buNone/>
            </a:pPr>
            <a:r>
              <a:rPr lang="en-US" sz="2400" b="1" dirty="0">
                <a:latin typeface="Tahoma" charset="0"/>
              </a:rPr>
              <a:t>Algorithm </a:t>
            </a:r>
            <a:r>
              <a:rPr lang="en-US" sz="2400" dirty="0">
                <a:solidFill>
                  <a:schemeClr val="tx2"/>
                </a:solidFill>
                <a:latin typeface="Tahoma" charset="0"/>
              </a:rPr>
              <a:t>Power</a:t>
            </a:r>
            <a:r>
              <a:rPr lang="en-US" sz="2400" dirty="0">
                <a:latin typeface="Tahoma" charset="0"/>
              </a:rPr>
              <a:t>(x, n):</a:t>
            </a:r>
          </a:p>
          <a:p>
            <a:pPr eaLnBrk="1" hangingPunct="1">
              <a:lnSpc>
                <a:spcPct val="80000"/>
              </a:lnSpc>
              <a:buFont typeface="Wingdings" charset="0"/>
              <a:buNone/>
            </a:pPr>
            <a:r>
              <a:rPr lang="en-US" sz="2400" b="1" dirty="0">
                <a:latin typeface="Tahoma" charset="0"/>
              </a:rPr>
              <a:t>      Input: </a:t>
            </a:r>
            <a:r>
              <a:rPr lang="en-US" sz="2400" dirty="0">
                <a:latin typeface="Tahoma" charset="0"/>
              </a:rPr>
              <a:t>A number x and integer n = 0</a:t>
            </a:r>
          </a:p>
          <a:p>
            <a:pPr eaLnBrk="1" hangingPunct="1">
              <a:lnSpc>
                <a:spcPct val="80000"/>
              </a:lnSpc>
              <a:buFont typeface="Wingdings" charset="0"/>
              <a:buNone/>
            </a:pPr>
            <a:r>
              <a:rPr lang="en-US" sz="2400" b="1" dirty="0">
                <a:latin typeface="Tahoma" charset="0"/>
              </a:rPr>
              <a:t>      Output: </a:t>
            </a:r>
            <a:r>
              <a:rPr lang="en-US" sz="2400" dirty="0">
                <a:latin typeface="Tahoma" charset="0"/>
              </a:rPr>
              <a:t>The value </a:t>
            </a:r>
            <a:r>
              <a:rPr lang="en-US" sz="2400" dirty="0" err="1">
                <a:latin typeface="Tahoma" charset="0"/>
              </a:rPr>
              <a:t>x</a:t>
            </a:r>
            <a:r>
              <a:rPr lang="en-US" sz="2400" baseline="30000" dirty="0" err="1">
                <a:latin typeface="Tahoma" charset="0"/>
              </a:rPr>
              <a:t>n</a:t>
            </a:r>
            <a:endParaRPr lang="en-US" sz="2400" baseline="30000" dirty="0">
              <a:latin typeface="Tahoma" charset="0"/>
            </a:endParaRPr>
          </a:p>
          <a:p>
            <a:pPr eaLnBrk="1" hangingPunct="1">
              <a:lnSpc>
                <a:spcPct val="80000"/>
              </a:lnSpc>
              <a:buFont typeface="Wingdings" charset="0"/>
              <a:buNone/>
            </a:pPr>
            <a:r>
              <a:rPr lang="en-US" sz="2400" b="1" dirty="0">
                <a:latin typeface="Tahoma" charset="0"/>
              </a:rPr>
              <a:t>     if </a:t>
            </a:r>
            <a:r>
              <a:rPr lang="en-US" sz="2400" dirty="0">
                <a:latin typeface="Tahoma" charset="0"/>
              </a:rPr>
              <a:t>n = 0	</a:t>
            </a:r>
            <a:r>
              <a:rPr lang="en-US" sz="2400" b="1" dirty="0">
                <a:latin typeface="Tahoma" charset="0"/>
              </a:rPr>
              <a:t>then</a:t>
            </a:r>
          </a:p>
          <a:p>
            <a:pPr eaLnBrk="1" hangingPunct="1">
              <a:lnSpc>
                <a:spcPct val="80000"/>
              </a:lnSpc>
              <a:buFont typeface="Wingdings" charset="0"/>
              <a:buNone/>
            </a:pPr>
            <a:r>
              <a:rPr lang="en-US" sz="2400" b="1" dirty="0">
                <a:latin typeface="Tahoma" charset="0"/>
              </a:rPr>
              <a:t>		return </a:t>
            </a:r>
            <a:r>
              <a:rPr lang="en-US" sz="2400" dirty="0">
                <a:latin typeface="Tahoma" charset="0"/>
              </a:rPr>
              <a:t>1</a:t>
            </a:r>
          </a:p>
          <a:p>
            <a:pPr eaLnBrk="1" hangingPunct="1">
              <a:lnSpc>
                <a:spcPct val="80000"/>
              </a:lnSpc>
              <a:buFont typeface="Wingdings" charset="0"/>
              <a:buNone/>
            </a:pPr>
            <a:r>
              <a:rPr lang="en-US" sz="2400" b="1" dirty="0">
                <a:latin typeface="Tahoma" charset="0"/>
              </a:rPr>
              <a:t>     if </a:t>
            </a:r>
            <a:r>
              <a:rPr lang="en-US" sz="2400" dirty="0">
                <a:latin typeface="Tahoma" charset="0"/>
              </a:rPr>
              <a:t>n is odd </a:t>
            </a:r>
            <a:r>
              <a:rPr lang="en-US" sz="2400" b="1" dirty="0">
                <a:latin typeface="Tahoma" charset="0"/>
              </a:rPr>
              <a:t>then</a:t>
            </a:r>
          </a:p>
          <a:p>
            <a:pPr eaLnBrk="1" hangingPunct="1">
              <a:lnSpc>
                <a:spcPct val="80000"/>
              </a:lnSpc>
              <a:buFont typeface="Wingdings" charset="0"/>
              <a:buNone/>
            </a:pPr>
            <a:r>
              <a:rPr lang="en-US" sz="2400" dirty="0">
                <a:latin typeface="Tahoma" charset="0"/>
              </a:rPr>
              <a:t>		y  = </a:t>
            </a:r>
            <a:r>
              <a:rPr lang="en-US" sz="2400" dirty="0">
                <a:solidFill>
                  <a:schemeClr val="tx2"/>
                </a:solidFill>
                <a:latin typeface="Tahoma" charset="0"/>
              </a:rPr>
              <a:t>Power</a:t>
            </a:r>
            <a:r>
              <a:rPr lang="en-US" sz="2400" dirty="0">
                <a:latin typeface="Tahoma" charset="0"/>
              </a:rPr>
              <a:t>(x, (n - 1)/ 2)</a:t>
            </a:r>
          </a:p>
          <a:p>
            <a:pPr eaLnBrk="1" hangingPunct="1">
              <a:lnSpc>
                <a:spcPct val="80000"/>
              </a:lnSpc>
              <a:buFont typeface="Wingdings" charset="0"/>
              <a:buNone/>
            </a:pPr>
            <a:r>
              <a:rPr lang="en-US" sz="2400" b="1" dirty="0">
                <a:latin typeface="Tahoma" charset="0"/>
              </a:rPr>
              <a:t>		return </a:t>
            </a:r>
            <a:r>
              <a:rPr lang="en-US" sz="2400" dirty="0">
                <a:latin typeface="Tahoma" charset="0"/>
              </a:rPr>
              <a:t>x · y · y</a:t>
            </a:r>
          </a:p>
          <a:p>
            <a:pPr eaLnBrk="1" hangingPunct="1">
              <a:lnSpc>
                <a:spcPct val="80000"/>
              </a:lnSpc>
              <a:buFont typeface="Wingdings" charset="0"/>
              <a:buNone/>
            </a:pPr>
            <a:r>
              <a:rPr lang="en-US" sz="2400" b="1" dirty="0">
                <a:latin typeface="Tahoma" charset="0"/>
              </a:rPr>
              <a:t>     else</a:t>
            </a:r>
          </a:p>
          <a:p>
            <a:pPr eaLnBrk="1" hangingPunct="1">
              <a:lnSpc>
                <a:spcPct val="80000"/>
              </a:lnSpc>
              <a:buFont typeface="Wingdings" charset="0"/>
              <a:buNone/>
            </a:pPr>
            <a:r>
              <a:rPr lang="en-US" sz="2400" dirty="0">
                <a:latin typeface="Tahoma" charset="0"/>
              </a:rPr>
              <a:t>		y = </a:t>
            </a:r>
            <a:r>
              <a:rPr lang="en-US" sz="2400" dirty="0">
                <a:solidFill>
                  <a:schemeClr val="tx2"/>
                </a:solidFill>
                <a:latin typeface="Tahoma" charset="0"/>
              </a:rPr>
              <a:t>Power</a:t>
            </a:r>
            <a:r>
              <a:rPr lang="en-US" sz="2400" dirty="0">
                <a:latin typeface="Tahoma" charset="0"/>
              </a:rPr>
              <a:t>(x, n/ 2)</a:t>
            </a:r>
          </a:p>
          <a:p>
            <a:pPr eaLnBrk="1" hangingPunct="1">
              <a:lnSpc>
                <a:spcPct val="80000"/>
              </a:lnSpc>
              <a:buFont typeface="Wingdings" charset="0"/>
              <a:buNone/>
            </a:pPr>
            <a:r>
              <a:rPr lang="en-US" sz="2400" b="1" dirty="0">
                <a:latin typeface="Tahoma" charset="0"/>
              </a:rPr>
              <a:t>		return </a:t>
            </a:r>
            <a:r>
              <a:rPr lang="en-US" sz="2400" dirty="0">
                <a:latin typeface="Tahoma" charset="0"/>
              </a:rPr>
              <a:t>y · y</a:t>
            </a:r>
          </a:p>
        </p:txBody>
      </p:sp>
      <p:sp>
        <p:nvSpPr>
          <p:cNvPr id="12294" name="Line 4"/>
          <p:cNvSpPr>
            <a:spLocks noChangeShapeType="1"/>
          </p:cNvSpPr>
          <p:nvPr/>
        </p:nvSpPr>
        <p:spPr bwMode="auto">
          <a:xfrm>
            <a:off x="4038600" y="5029200"/>
            <a:ext cx="1676400" cy="685800"/>
          </a:xfrm>
          <a:prstGeom prst="line">
            <a:avLst/>
          </a:prstGeom>
          <a:noFill/>
          <a:ln w="38100">
            <a:solidFill>
              <a:schemeClr val="bg2">
                <a:lumMod val="75000"/>
              </a:schemeClr>
            </a:solidFill>
            <a:round/>
            <a:headEnd type="triangle" w="med" len="med"/>
            <a:tailEnd/>
          </a:ln>
        </p:spPr>
        <p:txBody>
          <a:bodyPr wrap="none"/>
          <a:lstStyle/>
          <a:p>
            <a:pPr>
              <a:defRPr/>
            </a:pPr>
            <a:endParaRPr lang="en-US">
              <a:solidFill>
                <a:schemeClr val="bg2">
                  <a:lumMod val="75000"/>
                </a:schemeClr>
              </a:solidFill>
              <a:latin typeface="Tahoma" pitchFamily="34" charset="0"/>
              <a:ea typeface="+mn-ea"/>
              <a:cs typeface="+mn-cs"/>
            </a:endParaRPr>
          </a:p>
        </p:txBody>
      </p:sp>
      <p:sp>
        <p:nvSpPr>
          <p:cNvPr id="12295" name="Text Box 5"/>
          <p:cNvSpPr txBox="1">
            <a:spLocks noChangeArrowheads="1"/>
          </p:cNvSpPr>
          <p:nvPr/>
        </p:nvSpPr>
        <p:spPr bwMode="auto">
          <a:xfrm>
            <a:off x="5715000" y="5029200"/>
            <a:ext cx="3063875" cy="1323975"/>
          </a:xfrm>
          <a:prstGeom prst="rect">
            <a:avLst/>
          </a:prstGeom>
          <a:noFill/>
          <a:ln w="9525">
            <a:noFill/>
            <a:miter lim="800000"/>
            <a:headEnd/>
            <a:tailEnd/>
          </a:ln>
        </p:spPr>
        <p:txBody>
          <a:bodyPr>
            <a:spAutoFit/>
          </a:bodyPr>
          <a:lstStyle/>
          <a:p>
            <a:pPr>
              <a:defRPr/>
            </a:pPr>
            <a:r>
              <a:rPr lang="en-US" sz="2000" dirty="0">
                <a:solidFill>
                  <a:schemeClr val="bg2">
                    <a:lumMod val="75000"/>
                  </a:schemeClr>
                </a:solidFill>
                <a:latin typeface="Comic Sans MS" pitchFamily="66" charset="0"/>
                <a:ea typeface="+mn-ea"/>
                <a:cs typeface="+mn-cs"/>
              </a:rPr>
              <a:t>It is important that we use a variable twice here rather than calling the method twice.</a:t>
            </a:r>
          </a:p>
        </p:txBody>
      </p:sp>
      <p:sp>
        <p:nvSpPr>
          <p:cNvPr id="27655" name="Text Box 7"/>
          <p:cNvSpPr txBox="1">
            <a:spLocks noChangeArrowheads="1"/>
          </p:cNvSpPr>
          <p:nvPr/>
        </p:nvSpPr>
        <p:spPr bwMode="auto">
          <a:xfrm>
            <a:off x="5715000" y="2514600"/>
            <a:ext cx="3048000" cy="2246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2000">
                <a:solidFill>
                  <a:schemeClr val="tx2"/>
                </a:solidFill>
                <a:latin typeface="Comic Sans MS" charset="0"/>
              </a:rPr>
              <a:t>Each time we make a recursive call we halve the value of n; hence, we make log n recursive calls. That is, this method runs in O(log n) time.</a:t>
            </a:r>
          </a:p>
        </p:txBody>
      </p:sp>
      <p:sp>
        <p:nvSpPr>
          <p:cNvPr id="27656" name="Date Placeholder 9"/>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
        <p:nvSpPr>
          <p:cNvPr id="11" name="Line 4"/>
          <p:cNvSpPr>
            <a:spLocks noChangeShapeType="1"/>
          </p:cNvSpPr>
          <p:nvPr/>
        </p:nvSpPr>
        <p:spPr bwMode="auto">
          <a:xfrm flipV="1">
            <a:off x="3581400" y="5715000"/>
            <a:ext cx="2133600" cy="381000"/>
          </a:xfrm>
          <a:prstGeom prst="line">
            <a:avLst/>
          </a:prstGeom>
          <a:noFill/>
          <a:ln w="38100">
            <a:solidFill>
              <a:schemeClr val="bg2">
                <a:lumMod val="75000"/>
              </a:schemeClr>
            </a:solidFill>
            <a:round/>
            <a:headEnd type="triangle" w="med" len="med"/>
            <a:tailEnd/>
          </a:ln>
        </p:spPr>
        <p:txBody>
          <a:bodyPr wrap="none"/>
          <a:lstStyle/>
          <a:p>
            <a:pPr>
              <a:defRPr/>
            </a:pPr>
            <a:endParaRPr lang="en-US">
              <a:solidFill>
                <a:schemeClr val="bg2">
                  <a:lumMod val="75000"/>
                </a:schemeClr>
              </a:solidFill>
              <a:latin typeface="Tahoma" pitchFamily="34" charset="0"/>
              <a:ea typeface="+mn-ea"/>
              <a:cs typeface="+mn-cs"/>
            </a:endParaRPr>
          </a:p>
        </p:txBody>
      </p:sp>
      <p:sp>
        <p:nvSpPr>
          <p:cNvPr id="27658" name="Line 4"/>
          <p:cNvSpPr>
            <a:spLocks noChangeShapeType="1"/>
          </p:cNvSpPr>
          <p:nvPr/>
        </p:nvSpPr>
        <p:spPr bwMode="auto">
          <a:xfrm flipV="1">
            <a:off x="3124200" y="3429000"/>
            <a:ext cx="2514600" cy="990600"/>
          </a:xfrm>
          <a:prstGeom prst="line">
            <a:avLst/>
          </a:prstGeom>
          <a:noFill/>
          <a:ln w="38100">
            <a:solidFill>
              <a:schemeClr val="tx2"/>
            </a:solidFill>
            <a:round/>
            <a:headEnd type="triangle" w="med" len="med"/>
            <a:tailEnd/>
          </a:ln>
          <a:extLst>
            <a:ext uri="{909E8E84-426E-40dd-AFC4-6F175D3DCCD1}">
              <a14:hiddenFill xmlns:a14="http://schemas.microsoft.com/office/drawing/2010/main" xmlns="">
                <a:noFill/>
              </a14:hiddenFill>
            </a:ext>
          </a:extLst>
        </p:spPr>
        <p:txBody>
          <a:bodyPr wrap="none"/>
          <a:lstStyle/>
          <a:p>
            <a:endParaRPr lang="en-US"/>
          </a:p>
        </p:txBody>
      </p:sp>
      <p:sp>
        <p:nvSpPr>
          <p:cNvPr id="27659" name="Line 4"/>
          <p:cNvSpPr>
            <a:spLocks noChangeShapeType="1"/>
          </p:cNvSpPr>
          <p:nvPr/>
        </p:nvSpPr>
        <p:spPr bwMode="auto">
          <a:xfrm flipV="1">
            <a:off x="2590800" y="3429000"/>
            <a:ext cx="3048000" cy="1981200"/>
          </a:xfrm>
          <a:prstGeom prst="line">
            <a:avLst/>
          </a:prstGeom>
          <a:noFill/>
          <a:ln w="38100">
            <a:solidFill>
              <a:schemeClr val="tx2"/>
            </a:solidFill>
            <a:round/>
            <a:headEnd type="triangle" w="med" len="med"/>
            <a:tailEnd/>
          </a:ln>
          <a:extLst>
            <a:ext uri="{909E8E84-426E-40dd-AFC4-6F175D3DCCD1}">
              <a14:hiddenFill xmlns:a14="http://schemas.microsoft.com/office/drawing/2010/main" xmlns="">
                <a:noFill/>
              </a14:hiddenFill>
            </a:ext>
          </a:extLst>
        </p:spPr>
        <p:txBody>
          <a:bodyPr wrap="none"/>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898E3-3DD8-7F27-F103-F404C386F76F}"/>
              </a:ext>
            </a:extLst>
          </p:cNvPr>
          <p:cNvSpPr>
            <a:spLocks noGrp="1"/>
          </p:cNvSpPr>
          <p:nvPr>
            <p:ph type="title"/>
          </p:nvPr>
        </p:nvSpPr>
        <p:spPr/>
        <p:txBody>
          <a:bodyPr/>
          <a:lstStyle/>
          <a:p>
            <a:r>
              <a:rPr lang="en-US" dirty="0"/>
              <a:t>Power with theta(n)</a:t>
            </a:r>
          </a:p>
        </p:txBody>
      </p:sp>
      <p:sp>
        <p:nvSpPr>
          <p:cNvPr id="3" name="Content Placeholder 2">
            <a:extLst>
              <a:ext uri="{FF2B5EF4-FFF2-40B4-BE49-F238E27FC236}">
                <a16:creationId xmlns:a16="http://schemas.microsoft.com/office/drawing/2014/main" id="{CCE87AC8-C782-FA80-ECD0-7112A497915C}"/>
              </a:ext>
            </a:extLst>
          </p:cNvPr>
          <p:cNvSpPr>
            <a:spLocks noGrp="1"/>
          </p:cNvSpPr>
          <p:nvPr>
            <p:ph idx="1"/>
          </p:nvPr>
        </p:nvSpPr>
        <p:spPr>
          <a:xfrm>
            <a:off x="609600" y="1447800"/>
            <a:ext cx="8001000" cy="4572000"/>
          </a:xfrm>
        </p:spPr>
        <p:txBody>
          <a:bodyPr/>
          <a:lstStyle/>
          <a:p>
            <a:r>
              <a:rPr lang="en-US" sz="2400" dirty="0"/>
              <a:t>public static int power(int X, int n) {</a:t>
            </a:r>
          </a:p>
          <a:p>
            <a:r>
              <a:rPr lang="en-US" sz="2400" dirty="0"/>
              <a:t>    if (n != 0) {</a:t>
            </a:r>
          </a:p>
          <a:p>
            <a:r>
              <a:rPr lang="en-US" sz="2400" dirty="0"/>
              <a:t>      // recursive call to power()</a:t>
            </a:r>
          </a:p>
          <a:p>
            <a:r>
              <a:rPr lang="en-US" sz="2400" dirty="0"/>
              <a:t>      return (X * power(X, n - 1));</a:t>
            </a:r>
          </a:p>
          <a:p>
            <a:r>
              <a:rPr lang="en-US" sz="2400" dirty="0"/>
              <a:t>    }</a:t>
            </a:r>
          </a:p>
          <a:p>
            <a:r>
              <a:rPr lang="en-US" sz="2400" dirty="0"/>
              <a:t>    else {</a:t>
            </a:r>
          </a:p>
          <a:p>
            <a:r>
              <a:rPr lang="en-US" sz="2400" dirty="0"/>
              <a:t>      return 1;</a:t>
            </a:r>
          </a:p>
          <a:p>
            <a:r>
              <a:rPr lang="en-US" sz="2400" dirty="0"/>
              <a:t>    }</a:t>
            </a:r>
          </a:p>
          <a:p>
            <a:r>
              <a:rPr lang="en-US" sz="2400" dirty="0"/>
              <a:t>  }</a:t>
            </a:r>
          </a:p>
          <a:p>
            <a:r>
              <a:rPr lang="en-US" sz="2400" dirty="0">
                <a:solidFill>
                  <a:srgbClr val="FF0000"/>
                </a:solidFill>
                <a:highlight>
                  <a:srgbClr val="FFFF00"/>
                </a:highlight>
              </a:rPr>
              <a:t>T(n)=1+T(n-1)=n</a:t>
            </a:r>
          </a:p>
        </p:txBody>
      </p:sp>
      <p:sp>
        <p:nvSpPr>
          <p:cNvPr id="4" name="Date Placeholder 3">
            <a:extLst>
              <a:ext uri="{FF2B5EF4-FFF2-40B4-BE49-F238E27FC236}">
                <a16:creationId xmlns:a16="http://schemas.microsoft.com/office/drawing/2014/main" id="{B00BB86E-937B-61CC-5047-6F6FB1AA040B}"/>
              </a:ext>
            </a:extLst>
          </p:cNvPr>
          <p:cNvSpPr>
            <a:spLocks noGrp="1"/>
          </p:cNvSpPr>
          <p:nvPr>
            <p:ph type="dt" sz="half" idx="10"/>
          </p:nvPr>
        </p:nvSpPr>
        <p:spPr/>
        <p:txBody>
          <a:bodyPr/>
          <a:lstStyle/>
          <a:p>
            <a:pPr>
              <a:defRPr/>
            </a:pPr>
            <a:r>
              <a:rPr lang="en-US"/>
              <a:t>© 2014 Goodrich, Tamassia, Goldwasser</a:t>
            </a:r>
          </a:p>
        </p:txBody>
      </p:sp>
      <p:sp>
        <p:nvSpPr>
          <p:cNvPr id="5" name="Slide Number Placeholder 4">
            <a:extLst>
              <a:ext uri="{FF2B5EF4-FFF2-40B4-BE49-F238E27FC236}">
                <a16:creationId xmlns:a16="http://schemas.microsoft.com/office/drawing/2014/main" id="{B0032058-5704-21D7-5891-99F1606389E7}"/>
              </a:ext>
            </a:extLst>
          </p:cNvPr>
          <p:cNvSpPr>
            <a:spLocks noGrp="1"/>
          </p:cNvSpPr>
          <p:nvPr>
            <p:ph type="sldNum" sz="quarter" idx="11"/>
          </p:nvPr>
        </p:nvSpPr>
        <p:spPr/>
        <p:txBody>
          <a:bodyPr/>
          <a:lstStyle/>
          <a:p>
            <a:pPr>
              <a:defRPr/>
            </a:pPr>
            <a:fld id="{9E71B39E-2B67-9942-90F9-67F1E20F1D89}" type="slidenum">
              <a:rPr lang="en-US" smtClean="0"/>
              <a:pPr>
                <a:defRPr/>
              </a:pPr>
              <a:t>28</a:t>
            </a:fld>
            <a:endParaRPr lang="en-US"/>
          </a:p>
        </p:txBody>
      </p:sp>
      <p:sp>
        <p:nvSpPr>
          <p:cNvPr id="6" name="Footer Placeholder 5">
            <a:extLst>
              <a:ext uri="{FF2B5EF4-FFF2-40B4-BE49-F238E27FC236}">
                <a16:creationId xmlns:a16="http://schemas.microsoft.com/office/drawing/2014/main" id="{170248F4-E4AB-572B-4EBA-C8A376447F4C}"/>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288614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C278E0-89E9-08EA-A309-0D535E06E4E7}"/>
              </a:ext>
            </a:extLst>
          </p:cNvPr>
          <p:cNvSpPr>
            <a:spLocks noGrp="1"/>
          </p:cNvSpPr>
          <p:nvPr>
            <p:ph type="title"/>
          </p:nvPr>
        </p:nvSpPr>
        <p:spPr>
          <a:xfrm>
            <a:off x="609600" y="304800"/>
            <a:ext cx="7772400" cy="685800"/>
          </a:xfrm>
        </p:spPr>
        <p:txBody>
          <a:bodyPr/>
          <a:lstStyle/>
          <a:p>
            <a:r>
              <a:rPr lang="en-US" sz="4000" dirty="0"/>
              <a:t>Recursive power with java (log n)</a:t>
            </a:r>
          </a:p>
        </p:txBody>
      </p:sp>
      <p:sp>
        <p:nvSpPr>
          <p:cNvPr id="8" name="Text Placeholder 7">
            <a:extLst>
              <a:ext uri="{FF2B5EF4-FFF2-40B4-BE49-F238E27FC236}">
                <a16:creationId xmlns:a16="http://schemas.microsoft.com/office/drawing/2014/main" id="{261B7020-4F9C-C5EF-893C-91D17DDBF514}"/>
              </a:ext>
            </a:extLst>
          </p:cNvPr>
          <p:cNvSpPr>
            <a:spLocks noGrp="1"/>
          </p:cNvSpPr>
          <p:nvPr>
            <p:ph type="body" sz="half" idx="1"/>
          </p:nvPr>
        </p:nvSpPr>
        <p:spPr>
          <a:xfrm>
            <a:off x="457200" y="1143000"/>
            <a:ext cx="4191000" cy="4876800"/>
          </a:xfrm>
        </p:spPr>
        <p:txBody>
          <a:bodyPr/>
          <a:lstStyle/>
          <a:p>
            <a:r>
              <a:rPr lang="en-US" sz="1800" dirty="0"/>
              <a:t>public static int power(int X, int n) </a:t>
            </a:r>
          </a:p>
          <a:p>
            <a:r>
              <a:rPr lang="en-US" sz="1800" dirty="0"/>
              <a:t>{ int y;</a:t>
            </a:r>
          </a:p>
          <a:p>
            <a:r>
              <a:rPr lang="en-US" sz="1800" dirty="0"/>
              <a:t>    if(n==0)</a:t>
            </a:r>
          </a:p>
          <a:p>
            <a:r>
              <a:rPr lang="en-US" sz="1800" dirty="0"/>
              <a:t>     return 1;</a:t>
            </a:r>
          </a:p>
          <a:p>
            <a:r>
              <a:rPr lang="en-US" sz="1800" dirty="0"/>
              <a:t>    else</a:t>
            </a:r>
          </a:p>
          <a:p>
            <a:r>
              <a:rPr lang="en-US" sz="1800" dirty="0"/>
              <a:t>    if (n%2==1){// odd</a:t>
            </a:r>
          </a:p>
          <a:p>
            <a:r>
              <a:rPr lang="en-US" sz="1800" dirty="0"/>
              <a:t>      y=power( X,(n-1)/2);</a:t>
            </a:r>
          </a:p>
          <a:p>
            <a:r>
              <a:rPr lang="en-US" sz="1800" dirty="0"/>
              <a:t>     return X * y *y;</a:t>
            </a:r>
          </a:p>
          <a:p>
            <a:r>
              <a:rPr lang="en-US" sz="1800" dirty="0"/>
              <a:t>    }</a:t>
            </a:r>
          </a:p>
          <a:p>
            <a:r>
              <a:rPr lang="en-US" sz="1800" dirty="0"/>
              <a:t>    else {//  even</a:t>
            </a:r>
          </a:p>
          <a:p>
            <a:r>
              <a:rPr lang="en-US" sz="1800" dirty="0"/>
              <a:t>      y=power( X, n/2);</a:t>
            </a:r>
          </a:p>
          <a:p>
            <a:r>
              <a:rPr lang="en-US" sz="1800" dirty="0"/>
              <a:t>     return  y *y;</a:t>
            </a:r>
          </a:p>
          <a:p>
            <a:r>
              <a:rPr lang="en-US" sz="1800" dirty="0"/>
              <a:t>    }</a:t>
            </a:r>
          </a:p>
          <a:p>
            <a:r>
              <a:rPr lang="en-US" sz="1800" dirty="0"/>
              <a:t>  }</a:t>
            </a:r>
          </a:p>
          <a:p>
            <a:r>
              <a:rPr lang="en-US" sz="1800" dirty="0">
                <a:solidFill>
                  <a:srgbClr val="FF0000"/>
                </a:solidFill>
                <a:highlight>
                  <a:srgbClr val="FFFF00"/>
                </a:highlight>
              </a:rPr>
              <a:t>T(n)=1+T(n/2)=log n</a:t>
            </a:r>
          </a:p>
        </p:txBody>
      </p:sp>
      <p:sp>
        <p:nvSpPr>
          <p:cNvPr id="3" name="Content Placeholder 2">
            <a:extLst>
              <a:ext uri="{FF2B5EF4-FFF2-40B4-BE49-F238E27FC236}">
                <a16:creationId xmlns:a16="http://schemas.microsoft.com/office/drawing/2014/main" id="{93F30263-5F28-D17A-DB09-F4F3D715AC19}"/>
              </a:ext>
            </a:extLst>
          </p:cNvPr>
          <p:cNvSpPr>
            <a:spLocks noGrp="1"/>
          </p:cNvSpPr>
          <p:nvPr>
            <p:ph sz="half" idx="2"/>
          </p:nvPr>
        </p:nvSpPr>
        <p:spPr>
          <a:xfrm>
            <a:off x="4800600" y="1447800"/>
            <a:ext cx="3810000" cy="4572000"/>
          </a:xfrm>
        </p:spPr>
        <p:txBody>
          <a:bodyPr/>
          <a:lstStyle/>
          <a:p>
            <a:pPr eaLnBrk="1" hangingPunct="1">
              <a:lnSpc>
                <a:spcPct val="90000"/>
              </a:lnSpc>
              <a:buFont typeface="Wingdings" charset="0"/>
              <a:buNone/>
            </a:pPr>
            <a:r>
              <a:rPr lang="en-US" sz="2000" b="1" dirty="0">
                <a:latin typeface="Tahoma" charset="0"/>
              </a:rPr>
              <a:t>Algorithm </a:t>
            </a:r>
            <a:r>
              <a:rPr lang="en-US" sz="2000" dirty="0">
                <a:solidFill>
                  <a:schemeClr val="tx2"/>
                </a:solidFill>
                <a:latin typeface="Tahoma" charset="0"/>
              </a:rPr>
              <a:t>Power</a:t>
            </a:r>
            <a:r>
              <a:rPr lang="en-US" sz="2000" dirty="0">
                <a:latin typeface="Tahoma" charset="0"/>
              </a:rPr>
              <a:t>(x, n):</a:t>
            </a:r>
          </a:p>
          <a:p>
            <a:pPr eaLnBrk="1" hangingPunct="1">
              <a:lnSpc>
                <a:spcPct val="90000"/>
              </a:lnSpc>
              <a:buFont typeface="Wingdings" charset="0"/>
              <a:buNone/>
            </a:pPr>
            <a:r>
              <a:rPr lang="en-US" sz="2000" b="1" dirty="0">
                <a:latin typeface="Tahoma" charset="0"/>
              </a:rPr>
              <a:t>      Input: </a:t>
            </a:r>
            <a:r>
              <a:rPr lang="en-US" sz="2000" dirty="0">
                <a:latin typeface="Tahoma" charset="0"/>
              </a:rPr>
              <a:t>A number x and integer n = 0</a:t>
            </a:r>
          </a:p>
          <a:p>
            <a:pPr eaLnBrk="1" hangingPunct="1">
              <a:lnSpc>
                <a:spcPct val="90000"/>
              </a:lnSpc>
              <a:buFont typeface="Wingdings" charset="0"/>
              <a:buNone/>
            </a:pPr>
            <a:r>
              <a:rPr lang="en-US" sz="2000" b="1" dirty="0">
                <a:latin typeface="Tahoma" charset="0"/>
              </a:rPr>
              <a:t>      Output: </a:t>
            </a:r>
            <a:r>
              <a:rPr lang="en-US" sz="2000" dirty="0">
                <a:latin typeface="Tahoma" charset="0"/>
              </a:rPr>
              <a:t>The value </a:t>
            </a:r>
            <a:r>
              <a:rPr lang="en-US" sz="2000" dirty="0" err="1">
                <a:latin typeface="Tahoma" charset="0"/>
              </a:rPr>
              <a:t>x</a:t>
            </a:r>
            <a:r>
              <a:rPr lang="en-US" sz="2000" baseline="30000" dirty="0" err="1">
                <a:latin typeface="Tahoma" charset="0"/>
              </a:rPr>
              <a:t>n</a:t>
            </a:r>
            <a:endParaRPr lang="en-US" sz="2000" baseline="30000" dirty="0">
              <a:latin typeface="Tahoma" charset="0"/>
            </a:endParaRPr>
          </a:p>
          <a:p>
            <a:pPr eaLnBrk="1" hangingPunct="1">
              <a:lnSpc>
                <a:spcPct val="90000"/>
              </a:lnSpc>
              <a:buFont typeface="Wingdings" charset="0"/>
              <a:buNone/>
            </a:pPr>
            <a:r>
              <a:rPr lang="en-US" sz="2000" b="1" dirty="0">
                <a:latin typeface="Tahoma" charset="0"/>
              </a:rPr>
              <a:t>     if </a:t>
            </a:r>
            <a:r>
              <a:rPr lang="en-US" sz="2000" dirty="0">
                <a:latin typeface="Tahoma" charset="0"/>
              </a:rPr>
              <a:t>n = 0	</a:t>
            </a:r>
            <a:r>
              <a:rPr lang="en-US" sz="2000" b="1" dirty="0">
                <a:latin typeface="Tahoma" charset="0"/>
              </a:rPr>
              <a:t>then</a:t>
            </a:r>
          </a:p>
          <a:p>
            <a:pPr eaLnBrk="1" hangingPunct="1">
              <a:lnSpc>
                <a:spcPct val="90000"/>
              </a:lnSpc>
              <a:buFont typeface="Wingdings" charset="0"/>
              <a:buNone/>
            </a:pPr>
            <a:r>
              <a:rPr lang="en-US" sz="2000" b="1" dirty="0">
                <a:latin typeface="Tahoma" charset="0"/>
              </a:rPr>
              <a:t>		return </a:t>
            </a:r>
            <a:r>
              <a:rPr lang="en-US" sz="2000" dirty="0">
                <a:latin typeface="Tahoma" charset="0"/>
              </a:rPr>
              <a:t>1</a:t>
            </a:r>
          </a:p>
          <a:p>
            <a:pPr eaLnBrk="1" hangingPunct="1">
              <a:lnSpc>
                <a:spcPct val="90000"/>
              </a:lnSpc>
              <a:buFont typeface="Wingdings" charset="0"/>
              <a:buNone/>
            </a:pPr>
            <a:r>
              <a:rPr lang="en-US" sz="2000" b="1" dirty="0">
                <a:latin typeface="Tahoma" charset="0"/>
              </a:rPr>
              <a:t>     if </a:t>
            </a:r>
            <a:r>
              <a:rPr lang="en-US" sz="2000" dirty="0">
                <a:latin typeface="Tahoma" charset="0"/>
              </a:rPr>
              <a:t>n is odd </a:t>
            </a:r>
            <a:r>
              <a:rPr lang="en-US" sz="2000" b="1" dirty="0">
                <a:latin typeface="Tahoma" charset="0"/>
              </a:rPr>
              <a:t>then</a:t>
            </a:r>
          </a:p>
          <a:p>
            <a:pPr eaLnBrk="1" hangingPunct="1">
              <a:lnSpc>
                <a:spcPct val="90000"/>
              </a:lnSpc>
              <a:buFont typeface="Wingdings" charset="0"/>
              <a:buNone/>
            </a:pPr>
            <a:r>
              <a:rPr lang="en-US" sz="2000" dirty="0">
                <a:latin typeface="Tahoma" charset="0"/>
              </a:rPr>
              <a:t>		y  = </a:t>
            </a:r>
            <a:r>
              <a:rPr lang="en-US" sz="2000" dirty="0">
                <a:solidFill>
                  <a:schemeClr val="tx2"/>
                </a:solidFill>
                <a:latin typeface="Tahoma" charset="0"/>
              </a:rPr>
              <a:t>Power</a:t>
            </a:r>
            <a:r>
              <a:rPr lang="en-US" sz="2000" dirty="0">
                <a:latin typeface="Tahoma" charset="0"/>
              </a:rPr>
              <a:t>(x, (n - 1)/ 2)</a:t>
            </a:r>
          </a:p>
          <a:p>
            <a:pPr eaLnBrk="1" hangingPunct="1">
              <a:lnSpc>
                <a:spcPct val="90000"/>
              </a:lnSpc>
              <a:buFont typeface="Wingdings" charset="0"/>
              <a:buNone/>
            </a:pPr>
            <a:r>
              <a:rPr lang="en-US" sz="2000" b="1" dirty="0">
                <a:latin typeface="Tahoma" charset="0"/>
              </a:rPr>
              <a:t>		return </a:t>
            </a:r>
            <a:r>
              <a:rPr lang="en-US" sz="2000" dirty="0">
                <a:latin typeface="Tahoma" charset="0"/>
              </a:rPr>
              <a:t>x · y ·y</a:t>
            </a:r>
          </a:p>
          <a:p>
            <a:pPr eaLnBrk="1" hangingPunct="1">
              <a:lnSpc>
                <a:spcPct val="90000"/>
              </a:lnSpc>
              <a:buFont typeface="Wingdings" charset="0"/>
              <a:buNone/>
            </a:pPr>
            <a:r>
              <a:rPr lang="en-US" sz="2000" b="1" dirty="0">
                <a:latin typeface="Tahoma" charset="0"/>
              </a:rPr>
              <a:t>     else</a:t>
            </a:r>
          </a:p>
          <a:p>
            <a:pPr eaLnBrk="1" hangingPunct="1">
              <a:lnSpc>
                <a:spcPct val="90000"/>
              </a:lnSpc>
              <a:buFont typeface="Wingdings" charset="0"/>
              <a:buNone/>
            </a:pPr>
            <a:r>
              <a:rPr lang="en-US" sz="2000" dirty="0">
                <a:latin typeface="Tahoma" charset="0"/>
              </a:rPr>
              <a:t>		y = </a:t>
            </a:r>
            <a:r>
              <a:rPr lang="en-US" sz="2000" dirty="0">
                <a:solidFill>
                  <a:schemeClr val="tx2"/>
                </a:solidFill>
                <a:latin typeface="Tahoma" charset="0"/>
              </a:rPr>
              <a:t>Power</a:t>
            </a:r>
            <a:r>
              <a:rPr lang="en-US" sz="2000" dirty="0">
                <a:latin typeface="Tahoma" charset="0"/>
              </a:rPr>
              <a:t>(x, n/ 2)</a:t>
            </a:r>
          </a:p>
          <a:p>
            <a:pPr eaLnBrk="1" hangingPunct="1">
              <a:lnSpc>
                <a:spcPct val="90000"/>
              </a:lnSpc>
              <a:buFont typeface="Wingdings" charset="0"/>
              <a:buNone/>
            </a:pPr>
            <a:r>
              <a:rPr lang="en-US" sz="2000" b="1" dirty="0">
                <a:latin typeface="Tahoma" charset="0"/>
              </a:rPr>
              <a:t>		return </a:t>
            </a:r>
            <a:r>
              <a:rPr lang="en-US" sz="2000" dirty="0">
                <a:latin typeface="Tahoma" charset="0"/>
              </a:rPr>
              <a:t>y · y</a:t>
            </a:r>
          </a:p>
          <a:p>
            <a:endParaRPr lang="en-US" sz="2000" dirty="0"/>
          </a:p>
        </p:txBody>
      </p:sp>
      <p:sp>
        <p:nvSpPr>
          <p:cNvPr id="4" name="Date Placeholder 3">
            <a:extLst>
              <a:ext uri="{FF2B5EF4-FFF2-40B4-BE49-F238E27FC236}">
                <a16:creationId xmlns:a16="http://schemas.microsoft.com/office/drawing/2014/main" id="{3AADEF92-C961-2574-9268-9A53F560CCF1}"/>
              </a:ext>
            </a:extLst>
          </p:cNvPr>
          <p:cNvSpPr>
            <a:spLocks noGrp="1"/>
          </p:cNvSpPr>
          <p:nvPr>
            <p:ph type="dt" sz="half" idx="10"/>
          </p:nvPr>
        </p:nvSpPr>
        <p:spPr/>
        <p:txBody>
          <a:bodyPr/>
          <a:lstStyle/>
          <a:p>
            <a:pPr>
              <a:defRPr/>
            </a:pPr>
            <a:r>
              <a:rPr lang="en-US"/>
              <a:t>© 2014 Goodrich, Tamassia, Goldwasser</a:t>
            </a:r>
          </a:p>
        </p:txBody>
      </p:sp>
      <p:sp>
        <p:nvSpPr>
          <p:cNvPr id="5" name="Slide Number Placeholder 4">
            <a:extLst>
              <a:ext uri="{FF2B5EF4-FFF2-40B4-BE49-F238E27FC236}">
                <a16:creationId xmlns:a16="http://schemas.microsoft.com/office/drawing/2014/main" id="{FC78B3DC-10BA-99DD-E4B2-5E0F30726BCD}"/>
              </a:ext>
            </a:extLst>
          </p:cNvPr>
          <p:cNvSpPr>
            <a:spLocks noGrp="1"/>
          </p:cNvSpPr>
          <p:nvPr>
            <p:ph type="sldNum" sz="quarter" idx="11"/>
          </p:nvPr>
        </p:nvSpPr>
        <p:spPr/>
        <p:txBody>
          <a:bodyPr/>
          <a:lstStyle/>
          <a:p>
            <a:pPr>
              <a:defRPr/>
            </a:pPr>
            <a:fld id="{9E71B39E-2B67-9942-90F9-67F1E20F1D89}" type="slidenum">
              <a:rPr lang="en-US" smtClean="0"/>
              <a:pPr>
                <a:defRPr/>
              </a:pPr>
              <a:t>29</a:t>
            </a:fld>
            <a:endParaRPr lang="en-US"/>
          </a:p>
        </p:txBody>
      </p:sp>
      <p:sp>
        <p:nvSpPr>
          <p:cNvPr id="6" name="Footer Placeholder 5">
            <a:extLst>
              <a:ext uri="{FF2B5EF4-FFF2-40B4-BE49-F238E27FC236}">
                <a16:creationId xmlns:a16="http://schemas.microsoft.com/office/drawing/2014/main" id="{3CEB567D-342B-3A4E-98BD-CEA85A6E5353}"/>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193025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Footer Placeholder 5"/>
          <p:cNvSpPr>
            <a:spLocks noGrp="1"/>
          </p:cNvSpPr>
          <p:nvPr>
            <p:ph type="ftr"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30722" name="Slide Number Placeholder 6"/>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F9B3BEE0-5275-884A-B4C6-7C5F7BDC270B}" type="slidenum">
              <a:rPr lang="en-US" sz="1400"/>
              <a:pPr eaLnBrk="1" hangingPunct="1"/>
              <a:t>30</a:t>
            </a:fld>
            <a:endParaRPr lang="en-US" sz="1400"/>
          </a:p>
        </p:txBody>
      </p:sp>
      <p:sp>
        <p:nvSpPr>
          <p:cNvPr id="30723" name="Rectangle 2"/>
          <p:cNvSpPr>
            <a:spLocks noGrp="1" noChangeArrowheads="1"/>
          </p:cNvSpPr>
          <p:nvPr>
            <p:ph type="title"/>
          </p:nvPr>
        </p:nvSpPr>
        <p:spPr/>
        <p:txBody>
          <a:bodyPr/>
          <a:lstStyle/>
          <a:p>
            <a:pPr eaLnBrk="1" hangingPunct="1"/>
            <a:r>
              <a:rPr lang="en-US" sz="4000">
                <a:latin typeface="Tahoma" charset="0"/>
              </a:rPr>
              <a:t>Another Binary Recusive Method</a:t>
            </a:r>
          </a:p>
        </p:txBody>
      </p:sp>
      <p:sp>
        <p:nvSpPr>
          <p:cNvPr id="30724" name="Rectangle 4" descr="Rectangle: Click to edit Master text styles&#10;Second level&#10;Third level&#10;Fourth level&#10;Fifth level"/>
          <p:cNvSpPr>
            <a:spLocks noGrp="1" noChangeArrowheads="1"/>
          </p:cNvSpPr>
          <p:nvPr>
            <p:ph type="body" sz="half" idx="1"/>
          </p:nvPr>
        </p:nvSpPr>
        <p:spPr>
          <a:xfrm>
            <a:off x="838200" y="1600200"/>
            <a:ext cx="7772400" cy="2590800"/>
          </a:xfrm>
        </p:spPr>
        <p:txBody>
          <a:bodyPr/>
          <a:lstStyle/>
          <a:p>
            <a:pPr eaLnBrk="1" hangingPunct="1">
              <a:lnSpc>
                <a:spcPct val="80000"/>
              </a:lnSpc>
            </a:pPr>
            <a:r>
              <a:rPr lang="en-US" sz="2400" dirty="0">
                <a:latin typeface="Tahoma" charset="0"/>
              </a:rPr>
              <a:t>Problem: add all the numbers in an integer array A:</a:t>
            </a:r>
          </a:p>
          <a:p>
            <a:pPr lvl="1" eaLnBrk="1" hangingPunct="1">
              <a:lnSpc>
                <a:spcPct val="80000"/>
              </a:lnSpc>
              <a:buFont typeface="Wingdings" charset="0"/>
              <a:buNone/>
            </a:pPr>
            <a:r>
              <a:rPr lang="en-US" sz="1600" b="1" dirty="0">
                <a:latin typeface="Tahoma" charset="0"/>
              </a:rPr>
              <a:t>Algorithm </a:t>
            </a:r>
            <a:r>
              <a:rPr lang="en-US" sz="1600" dirty="0" err="1">
                <a:solidFill>
                  <a:srgbClr val="BE2D00"/>
                </a:solidFill>
                <a:latin typeface="Tahoma" charset="0"/>
              </a:rPr>
              <a:t>BinarySum</a:t>
            </a:r>
            <a:r>
              <a:rPr lang="en-US" sz="1600" dirty="0">
                <a:latin typeface="Tahoma" charset="0"/>
              </a:rPr>
              <a:t>(A, </a:t>
            </a:r>
            <a:r>
              <a:rPr lang="en-US" sz="1600" dirty="0" err="1">
                <a:latin typeface="Tahoma" charset="0"/>
              </a:rPr>
              <a:t>i</a:t>
            </a:r>
            <a:r>
              <a:rPr lang="en-US" sz="1600" dirty="0">
                <a:latin typeface="Tahoma" charset="0"/>
              </a:rPr>
              <a:t>, n):</a:t>
            </a:r>
          </a:p>
          <a:p>
            <a:pPr lvl="1" eaLnBrk="1" hangingPunct="1">
              <a:lnSpc>
                <a:spcPct val="80000"/>
              </a:lnSpc>
              <a:buFont typeface="Wingdings" charset="0"/>
              <a:buNone/>
            </a:pPr>
            <a:r>
              <a:rPr lang="en-US" sz="1600" b="1" dirty="0">
                <a:latin typeface="Tahoma" charset="0"/>
              </a:rPr>
              <a:t>      Input: </a:t>
            </a:r>
            <a:r>
              <a:rPr lang="en-US" sz="1600" dirty="0">
                <a:latin typeface="Tahoma" charset="0"/>
              </a:rPr>
              <a:t>An array A and integers </a:t>
            </a:r>
            <a:r>
              <a:rPr lang="en-US" sz="1600" dirty="0" err="1">
                <a:latin typeface="Tahoma" charset="0"/>
              </a:rPr>
              <a:t>i</a:t>
            </a:r>
            <a:r>
              <a:rPr lang="en-US" sz="1600" dirty="0">
                <a:latin typeface="Tahoma" charset="0"/>
              </a:rPr>
              <a:t> and n</a:t>
            </a:r>
          </a:p>
          <a:p>
            <a:pPr lvl="1" eaLnBrk="1" hangingPunct="1">
              <a:lnSpc>
                <a:spcPct val="80000"/>
              </a:lnSpc>
              <a:buFont typeface="Wingdings" charset="0"/>
              <a:buNone/>
            </a:pPr>
            <a:r>
              <a:rPr lang="en-US" sz="1600" b="1" dirty="0">
                <a:latin typeface="Tahoma" charset="0"/>
              </a:rPr>
              <a:t>      Output: </a:t>
            </a:r>
            <a:r>
              <a:rPr lang="en-US" sz="1600" dirty="0">
                <a:latin typeface="Tahoma" charset="0"/>
              </a:rPr>
              <a:t>The sum of the n integers in A starting at index </a:t>
            </a:r>
            <a:r>
              <a:rPr lang="en-US" sz="1600" dirty="0" err="1">
                <a:latin typeface="Tahoma" charset="0"/>
              </a:rPr>
              <a:t>i</a:t>
            </a:r>
            <a:endParaRPr lang="en-US" sz="1600" dirty="0">
              <a:latin typeface="Tahoma" charset="0"/>
            </a:endParaRPr>
          </a:p>
          <a:p>
            <a:pPr lvl="1" eaLnBrk="1" hangingPunct="1">
              <a:lnSpc>
                <a:spcPct val="80000"/>
              </a:lnSpc>
              <a:buFont typeface="Wingdings" charset="0"/>
              <a:buNone/>
            </a:pPr>
            <a:r>
              <a:rPr lang="en-US" sz="1600" b="1" dirty="0">
                <a:latin typeface="Tahoma" charset="0"/>
              </a:rPr>
              <a:t>     if </a:t>
            </a:r>
            <a:r>
              <a:rPr lang="en-US" sz="1600" dirty="0">
                <a:latin typeface="Tahoma" charset="0"/>
              </a:rPr>
              <a:t>n = 1 </a:t>
            </a:r>
            <a:r>
              <a:rPr lang="en-US" sz="1600" b="1" dirty="0">
                <a:latin typeface="Tahoma" charset="0"/>
              </a:rPr>
              <a:t>then // n=n-1</a:t>
            </a:r>
          </a:p>
          <a:p>
            <a:pPr lvl="1" eaLnBrk="1" hangingPunct="1">
              <a:lnSpc>
                <a:spcPct val="80000"/>
              </a:lnSpc>
              <a:buFont typeface="Wingdings" charset="0"/>
              <a:buNone/>
            </a:pPr>
            <a:r>
              <a:rPr lang="en-US" sz="1600" b="1" dirty="0">
                <a:latin typeface="Tahoma" charset="0"/>
              </a:rPr>
              <a:t>	return </a:t>
            </a:r>
            <a:r>
              <a:rPr lang="en-US" sz="1600" dirty="0">
                <a:latin typeface="Tahoma" charset="0"/>
              </a:rPr>
              <a:t>A[</a:t>
            </a:r>
            <a:r>
              <a:rPr lang="en-US" sz="1600" dirty="0" err="1">
                <a:latin typeface="Tahoma" charset="0"/>
              </a:rPr>
              <a:t>i</a:t>
            </a:r>
            <a:r>
              <a:rPr lang="en-US" sz="1600" dirty="0">
                <a:latin typeface="Tahoma" charset="0"/>
              </a:rPr>
              <a:t>]</a:t>
            </a:r>
          </a:p>
          <a:p>
            <a:pPr lvl="1" eaLnBrk="1" hangingPunct="1">
              <a:lnSpc>
                <a:spcPct val="80000"/>
              </a:lnSpc>
              <a:buFont typeface="Wingdings" charset="0"/>
              <a:buNone/>
            </a:pPr>
            <a:r>
              <a:rPr lang="en-US" sz="1600" b="1" dirty="0">
                <a:latin typeface="Tahoma" charset="0"/>
              </a:rPr>
              <a:t>     return </a:t>
            </a:r>
            <a:r>
              <a:rPr lang="en-US" sz="1600" dirty="0" err="1">
                <a:latin typeface="Tahoma" charset="0"/>
              </a:rPr>
              <a:t>BinarySum</a:t>
            </a:r>
            <a:r>
              <a:rPr lang="en-US" sz="1600" dirty="0">
                <a:latin typeface="Tahoma" charset="0"/>
              </a:rPr>
              <a:t>(A, </a:t>
            </a:r>
            <a:r>
              <a:rPr lang="en-US" sz="1600" dirty="0" err="1">
                <a:latin typeface="Tahoma" charset="0"/>
              </a:rPr>
              <a:t>i</a:t>
            </a:r>
            <a:r>
              <a:rPr lang="en-US" sz="1600" dirty="0">
                <a:latin typeface="Tahoma" charset="0"/>
              </a:rPr>
              <a:t>, n/ 2) + </a:t>
            </a:r>
            <a:r>
              <a:rPr lang="en-US" sz="1600" dirty="0" err="1">
                <a:latin typeface="Tahoma" charset="0"/>
              </a:rPr>
              <a:t>BinarySum</a:t>
            </a:r>
            <a:r>
              <a:rPr lang="en-US" sz="1600" dirty="0">
                <a:latin typeface="Tahoma" charset="0"/>
              </a:rPr>
              <a:t>(A, </a:t>
            </a:r>
            <a:r>
              <a:rPr lang="en-US" sz="1600" dirty="0" err="1">
                <a:latin typeface="Tahoma" charset="0"/>
              </a:rPr>
              <a:t>i</a:t>
            </a:r>
            <a:r>
              <a:rPr lang="en-US" sz="1600" dirty="0">
                <a:latin typeface="Tahoma" charset="0"/>
              </a:rPr>
              <a:t> + n/ 2, n)</a:t>
            </a:r>
          </a:p>
          <a:p>
            <a:pPr eaLnBrk="1" hangingPunct="1">
              <a:lnSpc>
                <a:spcPct val="80000"/>
              </a:lnSpc>
            </a:pPr>
            <a:endParaRPr lang="en-US" sz="1800" b="1" dirty="0">
              <a:latin typeface="Tahoma" charset="0"/>
            </a:endParaRPr>
          </a:p>
          <a:p>
            <a:pPr eaLnBrk="1" hangingPunct="1">
              <a:lnSpc>
                <a:spcPct val="80000"/>
              </a:lnSpc>
            </a:pPr>
            <a:r>
              <a:rPr lang="en-US" sz="1800" b="1" dirty="0">
                <a:latin typeface="Tahoma" charset="0"/>
              </a:rPr>
              <a:t>Example trace:</a:t>
            </a:r>
          </a:p>
        </p:txBody>
      </p:sp>
      <p:grpSp>
        <p:nvGrpSpPr>
          <p:cNvPr id="30725" name="Group 10"/>
          <p:cNvGrpSpPr>
            <a:grpSpLocks noChangeAspect="1"/>
          </p:cNvGrpSpPr>
          <p:nvPr/>
        </p:nvGrpSpPr>
        <p:grpSpPr bwMode="auto">
          <a:xfrm>
            <a:off x="1296988" y="4038601"/>
            <a:ext cx="6854825" cy="1982788"/>
            <a:chOff x="817" y="2544"/>
            <a:chExt cx="4318" cy="1249"/>
          </a:xfrm>
        </p:grpSpPr>
        <p:sp>
          <p:nvSpPr>
            <p:cNvPr id="30727" name="AutoShape 9"/>
            <p:cNvSpPr>
              <a:spLocks noChangeAspect="1" noChangeArrowheads="1" noTextEdit="1"/>
            </p:cNvSpPr>
            <p:nvPr/>
          </p:nvSpPr>
          <p:spPr bwMode="auto">
            <a:xfrm>
              <a:off x="817" y="2544"/>
              <a:ext cx="4318" cy="1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0728" name="Freeform 11"/>
            <p:cNvSpPr>
              <a:spLocks/>
            </p:cNvSpPr>
            <p:nvPr/>
          </p:nvSpPr>
          <p:spPr bwMode="auto">
            <a:xfrm>
              <a:off x="2511" y="3587"/>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45 w 768"/>
                <a:gd name="T15" fmla="*/ 90 h 384"/>
                <a:gd name="T16" fmla="*/ 135 w 768"/>
                <a:gd name="T17" fmla="*/ 90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8"/>
                <a:gd name="T28" fmla="*/ 0 h 384"/>
                <a:gd name="T29" fmla="*/ 768 w 76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729" name="Freeform 12"/>
            <p:cNvSpPr>
              <a:spLocks/>
            </p:cNvSpPr>
            <p:nvPr/>
          </p:nvSpPr>
          <p:spPr bwMode="auto">
            <a:xfrm>
              <a:off x="2511" y="3587"/>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45 w 768"/>
                <a:gd name="T15" fmla="*/ 90 h 384"/>
                <a:gd name="T16" fmla="*/ 135 w 768"/>
                <a:gd name="T17" fmla="*/ 90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8"/>
                <a:gd name="T28" fmla="*/ 0 h 384"/>
                <a:gd name="T29" fmla="*/ 768 w 76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730" name="Rectangle 13"/>
            <p:cNvSpPr>
              <a:spLocks noChangeArrowheads="1"/>
            </p:cNvSpPr>
            <p:nvPr/>
          </p:nvSpPr>
          <p:spPr bwMode="auto">
            <a:xfrm>
              <a:off x="2577"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3</a:t>
              </a:r>
              <a:endParaRPr lang="en-US"/>
            </a:p>
          </p:txBody>
        </p:sp>
        <p:sp>
          <p:nvSpPr>
            <p:cNvPr id="30731" name="Rectangle 14"/>
            <p:cNvSpPr>
              <a:spLocks noChangeArrowheads="1"/>
            </p:cNvSpPr>
            <p:nvPr/>
          </p:nvSpPr>
          <p:spPr bwMode="auto">
            <a:xfrm>
              <a:off x="2655"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 </a:t>
              </a:r>
              <a:endParaRPr lang="en-US"/>
            </a:p>
          </p:txBody>
        </p:sp>
        <p:sp>
          <p:nvSpPr>
            <p:cNvPr id="30732" name="Rectangle 15"/>
            <p:cNvSpPr>
              <a:spLocks noChangeArrowheads="1"/>
            </p:cNvSpPr>
            <p:nvPr/>
          </p:nvSpPr>
          <p:spPr bwMode="auto">
            <a:xfrm>
              <a:off x="2740" y="3591"/>
              <a:ext cx="81"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4</a:t>
              </a:r>
              <a:endParaRPr lang="en-US" dirty="0"/>
            </a:p>
          </p:txBody>
        </p:sp>
        <p:sp>
          <p:nvSpPr>
            <p:cNvPr id="30733" name="Freeform 16"/>
            <p:cNvSpPr>
              <a:spLocks/>
            </p:cNvSpPr>
            <p:nvPr/>
          </p:nvSpPr>
          <p:spPr bwMode="auto">
            <a:xfrm>
              <a:off x="2232" y="3215"/>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135 w 768"/>
                <a:gd name="T15" fmla="*/ 90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734" name="Freeform 17"/>
            <p:cNvSpPr>
              <a:spLocks/>
            </p:cNvSpPr>
            <p:nvPr/>
          </p:nvSpPr>
          <p:spPr bwMode="auto">
            <a:xfrm>
              <a:off x="2232" y="3215"/>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135 w 768"/>
                <a:gd name="T15" fmla="*/ 90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735" name="Rectangle 18"/>
            <p:cNvSpPr>
              <a:spLocks noChangeArrowheads="1"/>
            </p:cNvSpPr>
            <p:nvPr/>
          </p:nvSpPr>
          <p:spPr bwMode="auto">
            <a:xfrm>
              <a:off x="2298" y="3219"/>
              <a:ext cx="81"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2</a:t>
              </a:r>
              <a:endParaRPr lang="en-US" dirty="0"/>
            </a:p>
          </p:txBody>
        </p:sp>
        <p:sp>
          <p:nvSpPr>
            <p:cNvPr id="30736" name="Rectangle 19"/>
            <p:cNvSpPr>
              <a:spLocks noChangeArrowheads="1"/>
            </p:cNvSpPr>
            <p:nvPr/>
          </p:nvSpPr>
          <p:spPr bwMode="auto">
            <a:xfrm>
              <a:off x="2375" y="3219"/>
              <a:ext cx="40"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 </a:t>
              </a:r>
              <a:endParaRPr lang="en-US" dirty="0"/>
            </a:p>
          </p:txBody>
        </p:sp>
        <p:sp>
          <p:nvSpPr>
            <p:cNvPr id="30737" name="Rectangle 20"/>
            <p:cNvSpPr>
              <a:spLocks noChangeArrowheads="1"/>
            </p:cNvSpPr>
            <p:nvPr/>
          </p:nvSpPr>
          <p:spPr bwMode="auto">
            <a:xfrm>
              <a:off x="2461" y="3219"/>
              <a:ext cx="81"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4</a:t>
              </a:r>
              <a:endParaRPr lang="en-US" dirty="0"/>
            </a:p>
          </p:txBody>
        </p:sp>
        <p:sp>
          <p:nvSpPr>
            <p:cNvPr id="30738" name="Freeform 21"/>
            <p:cNvSpPr>
              <a:spLocks/>
            </p:cNvSpPr>
            <p:nvPr/>
          </p:nvSpPr>
          <p:spPr bwMode="auto">
            <a:xfrm>
              <a:off x="1674" y="2936"/>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45 w 768"/>
                <a:gd name="T15" fmla="*/ 90 h 384"/>
                <a:gd name="T16" fmla="*/ 135 w 768"/>
                <a:gd name="T17" fmla="*/ 90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8"/>
                <a:gd name="T28" fmla="*/ 0 h 384"/>
                <a:gd name="T29" fmla="*/ 768 w 76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739" name="Freeform 22"/>
            <p:cNvSpPr>
              <a:spLocks/>
            </p:cNvSpPr>
            <p:nvPr/>
          </p:nvSpPr>
          <p:spPr bwMode="auto">
            <a:xfrm>
              <a:off x="1674" y="2936"/>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45 w 768"/>
                <a:gd name="T15" fmla="*/ 90 h 384"/>
                <a:gd name="T16" fmla="*/ 135 w 768"/>
                <a:gd name="T17" fmla="*/ 90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8"/>
                <a:gd name="T28" fmla="*/ 0 h 384"/>
                <a:gd name="T29" fmla="*/ 768 w 76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740" name="Rectangle 23"/>
            <p:cNvSpPr>
              <a:spLocks noChangeArrowheads="1"/>
            </p:cNvSpPr>
            <p:nvPr/>
          </p:nvSpPr>
          <p:spPr bwMode="auto">
            <a:xfrm>
              <a:off x="1740" y="2939"/>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0</a:t>
              </a:r>
              <a:endParaRPr lang="en-US"/>
            </a:p>
          </p:txBody>
        </p:sp>
        <p:sp>
          <p:nvSpPr>
            <p:cNvPr id="30741" name="Rectangle 24"/>
            <p:cNvSpPr>
              <a:spLocks noChangeArrowheads="1"/>
            </p:cNvSpPr>
            <p:nvPr/>
          </p:nvSpPr>
          <p:spPr bwMode="auto">
            <a:xfrm>
              <a:off x="1817" y="2939"/>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 </a:t>
              </a:r>
              <a:endParaRPr lang="en-US" dirty="0"/>
            </a:p>
          </p:txBody>
        </p:sp>
        <p:sp>
          <p:nvSpPr>
            <p:cNvPr id="30742" name="Rectangle 25"/>
            <p:cNvSpPr>
              <a:spLocks noChangeArrowheads="1"/>
            </p:cNvSpPr>
            <p:nvPr/>
          </p:nvSpPr>
          <p:spPr bwMode="auto">
            <a:xfrm>
              <a:off x="1902" y="2939"/>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4</a:t>
              </a:r>
              <a:endParaRPr lang="en-US"/>
            </a:p>
          </p:txBody>
        </p:sp>
        <p:sp>
          <p:nvSpPr>
            <p:cNvPr id="30743" name="Line 26"/>
            <p:cNvSpPr>
              <a:spLocks noChangeShapeType="1"/>
            </p:cNvSpPr>
            <p:nvPr/>
          </p:nvSpPr>
          <p:spPr bwMode="auto">
            <a:xfrm>
              <a:off x="2980" y="2750"/>
              <a:ext cx="852" cy="206"/>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744" name="Freeform 27"/>
            <p:cNvSpPr>
              <a:spLocks/>
            </p:cNvSpPr>
            <p:nvPr/>
          </p:nvSpPr>
          <p:spPr bwMode="auto">
            <a:xfrm>
              <a:off x="3816" y="2922"/>
              <a:ext cx="106" cy="65"/>
            </a:xfrm>
            <a:custGeom>
              <a:avLst/>
              <a:gdLst>
                <a:gd name="T0" fmla="*/ 16 w 106"/>
                <a:gd name="T1" fmla="*/ 0 h 65"/>
                <a:gd name="T2" fmla="*/ 106 w 106"/>
                <a:gd name="T3" fmla="*/ 56 h 65"/>
                <a:gd name="T4" fmla="*/ 0 w 106"/>
                <a:gd name="T5" fmla="*/ 65 h 65"/>
                <a:gd name="T6" fmla="*/ 16 w 106"/>
                <a:gd name="T7" fmla="*/ 0 h 65"/>
                <a:gd name="T8" fmla="*/ 0 60000 65536"/>
                <a:gd name="T9" fmla="*/ 0 60000 65536"/>
                <a:gd name="T10" fmla="*/ 0 60000 65536"/>
                <a:gd name="T11" fmla="*/ 0 60000 65536"/>
                <a:gd name="T12" fmla="*/ 0 w 106"/>
                <a:gd name="T13" fmla="*/ 0 h 65"/>
                <a:gd name="T14" fmla="*/ 106 w 106"/>
                <a:gd name="T15" fmla="*/ 65 h 65"/>
              </a:gdLst>
              <a:ahLst/>
              <a:cxnLst>
                <a:cxn ang="T8">
                  <a:pos x="T0" y="T1"/>
                </a:cxn>
                <a:cxn ang="T9">
                  <a:pos x="T2" y="T3"/>
                </a:cxn>
                <a:cxn ang="T10">
                  <a:pos x="T4" y="T5"/>
                </a:cxn>
                <a:cxn ang="T11">
                  <a:pos x="T6" y="T7"/>
                </a:cxn>
              </a:cxnLst>
              <a:rect l="T12" t="T13" r="T14" b="T15"/>
              <a:pathLst>
                <a:path w="106" h="65">
                  <a:moveTo>
                    <a:pt x="16" y="0"/>
                  </a:moveTo>
                  <a:lnTo>
                    <a:pt x="106" y="56"/>
                  </a:lnTo>
                  <a:lnTo>
                    <a:pt x="0" y="65"/>
                  </a:lnTo>
                  <a:lnTo>
                    <a:pt x="16"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745" name="Line 28"/>
            <p:cNvSpPr>
              <a:spLocks noChangeShapeType="1"/>
            </p:cNvSpPr>
            <p:nvPr/>
          </p:nvSpPr>
          <p:spPr bwMode="auto">
            <a:xfrm flipV="1">
              <a:off x="2120" y="2750"/>
              <a:ext cx="860" cy="205"/>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746" name="Freeform 29"/>
            <p:cNvSpPr>
              <a:spLocks/>
            </p:cNvSpPr>
            <p:nvPr/>
          </p:nvSpPr>
          <p:spPr bwMode="auto">
            <a:xfrm>
              <a:off x="2030" y="2921"/>
              <a:ext cx="106" cy="65"/>
            </a:xfrm>
            <a:custGeom>
              <a:avLst/>
              <a:gdLst>
                <a:gd name="T0" fmla="*/ 106 w 106"/>
                <a:gd name="T1" fmla="*/ 65 h 65"/>
                <a:gd name="T2" fmla="*/ 0 w 106"/>
                <a:gd name="T3" fmla="*/ 56 h 65"/>
                <a:gd name="T4" fmla="*/ 90 w 106"/>
                <a:gd name="T5" fmla="*/ 0 h 65"/>
                <a:gd name="T6" fmla="*/ 106 w 106"/>
                <a:gd name="T7" fmla="*/ 65 h 65"/>
                <a:gd name="T8" fmla="*/ 0 60000 65536"/>
                <a:gd name="T9" fmla="*/ 0 60000 65536"/>
                <a:gd name="T10" fmla="*/ 0 60000 65536"/>
                <a:gd name="T11" fmla="*/ 0 60000 65536"/>
                <a:gd name="T12" fmla="*/ 0 w 106"/>
                <a:gd name="T13" fmla="*/ 0 h 65"/>
                <a:gd name="T14" fmla="*/ 106 w 106"/>
                <a:gd name="T15" fmla="*/ 65 h 65"/>
              </a:gdLst>
              <a:ahLst/>
              <a:cxnLst>
                <a:cxn ang="T8">
                  <a:pos x="T0" y="T1"/>
                </a:cxn>
                <a:cxn ang="T9">
                  <a:pos x="T2" y="T3"/>
                </a:cxn>
                <a:cxn ang="T10">
                  <a:pos x="T4" y="T5"/>
                </a:cxn>
                <a:cxn ang="T11">
                  <a:pos x="T6" y="T7"/>
                </a:cxn>
              </a:cxnLst>
              <a:rect l="T12" t="T13" r="T14" b="T15"/>
              <a:pathLst>
                <a:path w="106" h="65">
                  <a:moveTo>
                    <a:pt x="106" y="65"/>
                  </a:moveTo>
                  <a:lnTo>
                    <a:pt x="0" y="56"/>
                  </a:lnTo>
                  <a:lnTo>
                    <a:pt x="90" y="0"/>
                  </a:lnTo>
                  <a:lnTo>
                    <a:pt x="106" y="65"/>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747" name="Line 30"/>
            <p:cNvSpPr>
              <a:spLocks noChangeShapeType="1"/>
            </p:cNvSpPr>
            <p:nvPr/>
          </p:nvSpPr>
          <p:spPr bwMode="auto">
            <a:xfrm>
              <a:off x="1860" y="3122"/>
              <a:ext cx="300" cy="104"/>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748" name="Freeform 31"/>
            <p:cNvSpPr>
              <a:spLocks/>
            </p:cNvSpPr>
            <p:nvPr/>
          </p:nvSpPr>
          <p:spPr bwMode="auto">
            <a:xfrm>
              <a:off x="2142" y="3192"/>
              <a:ext cx="105" cy="64"/>
            </a:xfrm>
            <a:custGeom>
              <a:avLst/>
              <a:gdLst>
                <a:gd name="T0" fmla="*/ 22 w 105"/>
                <a:gd name="T1" fmla="*/ 0 h 64"/>
                <a:gd name="T2" fmla="*/ 105 w 105"/>
                <a:gd name="T3" fmla="*/ 64 h 64"/>
                <a:gd name="T4" fmla="*/ 0 w 105"/>
                <a:gd name="T5" fmla="*/ 63 h 64"/>
                <a:gd name="T6" fmla="*/ 22 w 105"/>
                <a:gd name="T7" fmla="*/ 0 h 64"/>
                <a:gd name="T8" fmla="*/ 0 60000 65536"/>
                <a:gd name="T9" fmla="*/ 0 60000 65536"/>
                <a:gd name="T10" fmla="*/ 0 60000 65536"/>
                <a:gd name="T11" fmla="*/ 0 60000 65536"/>
                <a:gd name="T12" fmla="*/ 0 w 105"/>
                <a:gd name="T13" fmla="*/ 0 h 64"/>
                <a:gd name="T14" fmla="*/ 105 w 105"/>
                <a:gd name="T15" fmla="*/ 64 h 64"/>
              </a:gdLst>
              <a:ahLst/>
              <a:cxnLst>
                <a:cxn ang="T8">
                  <a:pos x="T0" y="T1"/>
                </a:cxn>
                <a:cxn ang="T9">
                  <a:pos x="T2" y="T3"/>
                </a:cxn>
                <a:cxn ang="T10">
                  <a:pos x="T4" y="T5"/>
                </a:cxn>
                <a:cxn ang="T11">
                  <a:pos x="T6" y="T7"/>
                </a:cxn>
              </a:cxnLst>
              <a:rect l="T12" t="T13" r="T14" b="T15"/>
              <a:pathLst>
                <a:path w="105" h="64">
                  <a:moveTo>
                    <a:pt x="22" y="0"/>
                  </a:moveTo>
                  <a:lnTo>
                    <a:pt x="105" y="64"/>
                  </a:lnTo>
                  <a:lnTo>
                    <a:pt x="0" y="63"/>
                  </a:lnTo>
                  <a:lnTo>
                    <a:pt x="22"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749" name="Line 32"/>
            <p:cNvSpPr>
              <a:spLocks noChangeShapeType="1"/>
            </p:cNvSpPr>
            <p:nvPr/>
          </p:nvSpPr>
          <p:spPr bwMode="auto">
            <a:xfrm>
              <a:off x="2418" y="3401"/>
              <a:ext cx="203" cy="135"/>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750" name="Freeform 33"/>
            <p:cNvSpPr>
              <a:spLocks/>
            </p:cNvSpPr>
            <p:nvPr/>
          </p:nvSpPr>
          <p:spPr bwMode="auto">
            <a:xfrm>
              <a:off x="2595" y="3503"/>
              <a:ext cx="102" cy="84"/>
            </a:xfrm>
            <a:custGeom>
              <a:avLst/>
              <a:gdLst>
                <a:gd name="T0" fmla="*/ 37 w 102"/>
                <a:gd name="T1" fmla="*/ 0 h 84"/>
                <a:gd name="T2" fmla="*/ 102 w 102"/>
                <a:gd name="T3" fmla="*/ 84 h 84"/>
                <a:gd name="T4" fmla="*/ 0 w 102"/>
                <a:gd name="T5" fmla="*/ 56 h 84"/>
                <a:gd name="T6" fmla="*/ 37 w 102"/>
                <a:gd name="T7" fmla="*/ 0 h 84"/>
                <a:gd name="T8" fmla="*/ 0 60000 65536"/>
                <a:gd name="T9" fmla="*/ 0 60000 65536"/>
                <a:gd name="T10" fmla="*/ 0 60000 65536"/>
                <a:gd name="T11" fmla="*/ 0 60000 65536"/>
                <a:gd name="T12" fmla="*/ 0 w 102"/>
                <a:gd name="T13" fmla="*/ 0 h 84"/>
                <a:gd name="T14" fmla="*/ 102 w 102"/>
                <a:gd name="T15" fmla="*/ 84 h 84"/>
              </a:gdLst>
              <a:ahLst/>
              <a:cxnLst>
                <a:cxn ang="T8">
                  <a:pos x="T0" y="T1"/>
                </a:cxn>
                <a:cxn ang="T9">
                  <a:pos x="T2" y="T3"/>
                </a:cxn>
                <a:cxn ang="T10">
                  <a:pos x="T4" y="T5"/>
                </a:cxn>
                <a:cxn ang="T11">
                  <a:pos x="T6" y="T7"/>
                </a:cxn>
              </a:cxnLst>
              <a:rect l="T12" t="T13" r="T14" b="T15"/>
              <a:pathLst>
                <a:path w="102" h="84">
                  <a:moveTo>
                    <a:pt x="37" y="0"/>
                  </a:moveTo>
                  <a:lnTo>
                    <a:pt x="102" y="84"/>
                  </a:lnTo>
                  <a:lnTo>
                    <a:pt x="0" y="56"/>
                  </a:lnTo>
                  <a:lnTo>
                    <a:pt x="37"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751" name="Freeform 34"/>
            <p:cNvSpPr>
              <a:spLocks/>
            </p:cNvSpPr>
            <p:nvPr/>
          </p:nvSpPr>
          <p:spPr bwMode="auto">
            <a:xfrm>
              <a:off x="1953" y="3587"/>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45 w 768"/>
                <a:gd name="T15" fmla="*/ 90 h 384"/>
                <a:gd name="T16" fmla="*/ 135 w 768"/>
                <a:gd name="T17" fmla="*/ 90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8"/>
                <a:gd name="T28" fmla="*/ 0 h 384"/>
                <a:gd name="T29" fmla="*/ 768 w 76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752" name="Freeform 35"/>
            <p:cNvSpPr>
              <a:spLocks/>
            </p:cNvSpPr>
            <p:nvPr/>
          </p:nvSpPr>
          <p:spPr bwMode="auto">
            <a:xfrm>
              <a:off x="1953" y="3587"/>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45 w 768"/>
                <a:gd name="T15" fmla="*/ 90 h 384"/>
                <a:gd name="T16" fmla="*/ 135 w 768"/>
                <a:gd name="T17" fmla="*/ 90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8"/>
                <a:gd name="T28" fmla="*/ 0 h 384"/>
                <a:gd name="T29" fmla="*/ 768 w 76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753" name="Rectangle 36"/>
            <p:cNvSpPr>
              <a:spLocks noChangeArrowheads="1"/>
            </p:cNvSpPr>
            <p:nvPr/>
          </p:nvSpPr>
          <p:spPr bwMode="auto">
            <a:xfrm>
              <a:off x="2019"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2</a:t>
              </a:r>
              <a:endParaRPr lang="en-US"/>
            </a:p>
          </p:txBody>
        </p:sp>
        <p:sp>
          <p:nvSpPr>
            <p:cNvPr id="30754" name="Rectangle 37"/>
            <p:cNvSpPr>
              <a:spLocks noChangeArrowheads="1"/>
            </p:cNvSpPr>
            <p:nvPr/>
          </p:nvSpPr>
          <p:spPr bwMode="auto">
            <a:xfrm>
              <a:off x="2096"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 </a:t>
              </a:r>
              <a:endParaRPr lang="en-US"/>
            </a:p>
          </p:txBody>
        </p:sp>
        <p:sp>
          <p:nvSpPr>
            <p:cNvPr id="30755" name="Rectangle 38"/>
            <p:cNvSpPr>
              <a:spLocks noChangeArrowheads="1"/>
            </p:cNvSpPr>
            <p:nvPr/>
          </p:nvSpPr>
          <p:spPr bwMode="auto">
            <a:xfrm>
              <a:off x="2182" y="3591"/>
              <a:ext cx="81"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3</a:t>
              </a:r>
              <a:endParaRPr lang="en-US" dirty="0"/>
            </a:p>
          </p:txBody>
        </p:sp>
        <p:sp>
          <p:nvSpPr>
            <p:cNvPr id="30756" name="Freeform 39"/>
            <p:cNvSpPr>
              <a:spLocks/>
            </p:cNvSpPr>
            <p:nvPr/>
          </p:nvSpPr>
          <p:spPr bwMode="auto">
            <a:xfrm>
              <a:off x="1395" y="3587"/>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45 w 768"/>
                <a:gd name="T15" fmla="*/ 90 h 384"/>
                <a:gd name="T16" fmla="*/ 135 w 768"/>
                <a:gd name="T17" fmla="*/ 90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8"/>
                <a:gd name="T28" fmla="*/ 0 h 384"/>
                <a:gd name="T29" fmla="*/ 768 w 76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757" name="Freeform 40"/>
            <p:cNvSpPr>
              <a:spLocks/>
            </p:cNvSpPr>
            <p:nvPr/>
          </p:nvSpPr>
          <p:spPr bwMode="auto">
            <a:xfrm>
              <a:off x="1395" y="3587"/>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45 w 768"/>
                <a:gd name="T15" fmla="*/ 90 h 384"/>
                <a:gd name="T16" fmla="*/ 135 w 768"/>
                <a:gd name="T17" fmla="*/ 90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8"/>
                <a:gd name="T28" fmla="*/ 0 h 384"/>
                <a:gd name="T29" fmla="*/ 768 w 76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758" name="Rectangle 41"/>
            <p:cNvSpPr>
              <a:spLocks noChangeArrowheads="1"/>
            </p:cNvSpPr>
            <p:nvPr/>
          </p:nvSpPr>
          <p:spPr bwMode="auto">
            <a:xfrm>
              <a:off x="1461"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1</a:t>
              </a:r>
              <a:endParaRPr lang="en-US"/>
            </a:p>
          </p:txBody>
        </p:sp>
        <p:sp>
          <p:nvSpPr>
            <p:cNvPr id="30759" name="Rectangle 42"/>
            <p:cNvSpPr>
              <a:spLocks noChangeArrowheads="1"/>
            </p:cNvSpPr>
            <p:nvPr/>
          </p:nvSpPr>
          <p:spPr bwMode="auto">
            <a:xfrm>
              <a:off x="1538"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 </a:t>
              </a:r>
              <a:endParaRPr lang="en-US"/>
            </a:p>
          </p:txBody>
        </p:sp>
        <p:sp>
          <p:nvSpPr>
            <p:cNvPr id="30760" name="Rectangle 43"/>
            <p:cNvSpPr>
              <a:spLocks noChangeArrowheads="1"/>
            </p:cNvSpPr>
            <p:nvPr/>
          </p:nvSpPr>
          <p:spPr bwMode="auto">
            <a:xfrm>
              <a:off x="1623" y="3591"/>
              <a:ext cx="81"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2</a:t>
              </a:r>
              <a:endParaRPr lang="en-US" dirty="0"/>
            </a:p>
          </p:txBody>
        </p:sp>
        <p:sp>
          <p:nvSpPr>
            <p:cNvPr id="30761" name="Freeform 44"/>
            <p:cNvSpPr>
              <a:spLocks/>
            </p:cNvSpPr>
            <p:nvPr/>
          </p:nvSpPr>
          <p:spPr bwMode="auto">
            <a:xfrm>
              <a:off x="836" y="3587"/>
              <a:ext cx="373" cy="186"/>
            </a:xfrm>
            <a:custGeom>
              <a:avLst/>
              <a:gdLst>
                <a:gd name="T0" fmla="*/ 136 w 768"/>
                <a:gd name="T1" fmla="*/ 90 h 384"/>
                <a:gd name="T2" fmla="*/ 181 w 768"/>
                <a:gd name="T3" fmla="*/ 45 h 384"/>
                <a:gd name="T4" fmla="*/ 136 w 768"/>
                <a:gd name="T5" fmla="*/ 0 h 384"/>
                <a:gd name="T6" fmla="*/ 136 w 768"/>
                <a:gd name="T7" fmla="*/ 0 h 384"/>
                <a:gd name="T8" fmla="*/ 45 w 768"/>
                <a:gd name="T9" fmla="*/ 0 h 384"/>
                <a:gd name="T10" fmla="*/ 0 w 768"/>
                <a:gd name="T11" fmla="*/ 45 h 384"/>
                <a:gd name="T12" fmla="*/ 45 w 768"/>
                <a:gd name="T13" fmla="*/ 90 h 384"/>
                <a:gd name="T14" fmla="*/ 45 w 768"/>
                <a:gd name="T15" fmla="*/ 90 h 384"/>
                <a:gd name="T16" fmla="*/ 136 w 768"/>
                <a:gd name="T17" fmla="*/ 90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8"/>
                <a:gd name="T28" fmla="*/ 0 h 384"/>
                <a:gd name="T29" fmla="*/ 768 w 76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762" name="Freeform 45"/>
            <p:cNvSpPr>
              <a:spLocks/>
            </p:cNvSpPr>
            <p:nvPr/>
          </p:nvSpPr>
          <p:spPr bwMode="auto">
            <a:xfrm>
              <a:off x="836" y="3587"/>
              <a:ext cx="373" cy="186"/>
            </a:xfrm>
            <a:custGeom>
              <a:avLst/>
              <a:gdLst>
                <a:gd name="T0" fmla="*/ 136 w 768"/>
                <a:gd name="T1" fmla="*/ 90 h 384"/>
                <a:gd name="T2" fmla="*/ 181 w 768"/>
                <a:gd name="T3" fmla="*/ 45 h 384"/>
                <a:gd name="T4" fmla="*/ 136 w 768"/>
                <a:gd name="T5" fmla="*/ 0 h 384"/>
                <a:gd name="T6" fmla="*/ 136 w 768"/>
                <a:gd name="T7" fmla="*/ 0 h 384"/>
                <a:gd name="T8" fmla="*/ 45 w 768"/>
                <a:gd name="T9" fmla="*/ 0 h 384"/>
                <a:gd name="T10" fmla="*/ 0 w 768"/>
                <a:gd name="T11" fmla="*/ 45 h 384"/>
                <a:gd name="T12" fmla="*/ 45 w 768"/>
                <a:gd name="T13" fmla="*/ 90 h 384"/>
                <a:gd name="T14" fmla="*/ 45 w 768"/>
                <a:gd name="T15" fmla="*/ 90 h 384"/>
                <a:gd name="T16" fmla="*/ 136 w 768"/>
                <a:gd name="T17" fmla="*/ 90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8"/>
                <a:gd name="T28" fmla="*/ 0 h 384"/>
                <a:gd name="T29" fmla="*/ 768 w 76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763" name="Rectangle 46"/>
            <p:cNvSpPr>
              <a:spLocks noChangeArrowheads="1"/>
            </p:cNvSpPr>
            <p:nvPr/>
          </p:nvSpPr>
          <p:spPr bwMode="auto">
            <a:xfrm>
              <a:off x="902"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0</a:t>
              </a:r>
              <a:endParaRPr lang="en-US"/>
            </a:p>
          </p:txBody>
        </p:sp>
        <p:sp>
          <p:nvSpPr>
            <p:cNvPr id="30764" name="Rectangle 47"/>
            <p:cNvSpPr>
              <a:spLocks noChangeArrowheads="1"/>
            </p:cNvSpPr>
            <p:nvPr/>
          </p:nvSpPr>
          <p:spPr bwMode="auto">
            <a:xfrm>
              <a:off x="980"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 </a:t>
              </a:r>
              <a:endParaRPr lang="en-US"/>
            </a:p>
          </p:txBody>
        </p:sp>
        <p:sp>
          <p:nvSpPr>
            <p:cNvPr id="30765" name="Rectangle 48"/>
            <p:cNvSpPr>
              <a:spLocks noChangeArrowheads="1"/>
            </p:cNvSpPr>
            <p:nvPr/>
          </p:nvSpPr>
          <p:spPr bwMode="auto">
            <a:xfrm>
              <a:off x="1065"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1</a:t>
              </a:r>
              <a:endParaRPr lang="en-US"/>
            </a:p>
          </p:txBody>
        </p:sp>
        <p:sp>
          <p:nvSpPr>
            <p:cNvPr id="30766" name="Freeform 49"/>
            <p:cNvSpPr>
              <a:spLocks/>
            </p:cNvSpPr>
            <p:nvPr/>
          </p:nvSpPr>
          <p:spPr bwMode="auto">
            <a:xfrm>
              <a:off x="2794" y="2563"/>
              <a:ext cx="372" cy="187"/>
            </a:xfrm>
            <a:custGeom>
              <a:avLst/>
              <a:gdLst>
                <a:gd name="T0" fmla="*/ 135 w 768"/>
                <a:gd name="T1" fmla="*/ 91 h 384"/>
                <a:gd name="T2" fmla="*/ 180 w 768"/>
                <a:gd name="T3" fmla="*/ 46 h 384"/>
                <a:gd name="T4" fmla="*/ 135 w 768"/>
                <a:gd name="T5" fmla="*/ 0 h 384"/>
                <a:gd name="T6" fmla="*/ 135 w 768"/>
                <a:gd name="T7" fmla="*/ 0 h 384"/>
                <a:gd name="T8" fmla="*/ 45 w 768"/>
                <a:gd name="T9" fmla="*/ 0 h 384"/>
                <a:gd name="T10" fmla="*/ 0 w 768"/>
                <a:gd name="T11" fmla="*/ 46 h 384"/>
                <a:gd name="T12" fmla="*/ 45 w 768"/>
                <a:gd name="T13" fmla="*/ 91 h 384"/>
                <a:gd name="T14" fmla="*/ 135 w 768"/>
                <a:gd name="T15" fmla="*/ 91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767" name="Freeform 50"/>
            <p:cNvSpPr>
              <a:spLocks/>
            </p:cNvSpPr>
            <p:nvPr/>
          </p:nvSpPr>
          <p:spPr bwMode="auto">
            <a:xfrm>
              <a:off x="2794" y="2563"/>
              <a:ext cx="372" cy="187"/>
            </a:xfrm>
            <a:custGeom>
              <a:avLst/>
              <a:gdLst>
                <a:gd name="T0" fmla="*/ 135 w 768"/>
                <a:gd name="T1" fmla="*/ 91 h 384"/>
                <a:gd name="T2" fmla="*/ 180 w 768"/>
                <a:gd name="T3" fmla="*/ 46 h 384"/>
                <a:gd name="T4" fmla="*/ 135 w 768"/>
                <a:gd name="T5" fmla="*/ 0 h 384"/>
                <a:gd name="T6" fmla="*/ 135 w 768"/>
                <a:gd name="T7" fmla="*/ 0 h 384"/>
                <a:gd name="T8" fmla="*/ 45 w 768"/>
                <a:gd name="T9" fmla="*/ 0 h 384"/>
                <a:gd name="T10" fmla="*/ 0 w 768"/>
                <a:gd name="T11" fmla="*/ 46 h 384"/>
                <a:gd name="T12" fmla="*/ 45 w 768"/>
                <a:gd name="T13" fmla="*/ 91 h 384"/>
                <a:gd name="T14" fmla="*/ 135 w 768"/>
                <a:gd name="T15" fmla="*/ 91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768" name="Rectangle 51"/>
            <p:cNvSpPr>
              <a:spLocks noChangeArrowheads="1"/>
            </p:cNvSpPr>
            <p:nvPr/>
          </p:nvSpPr>
          <p:spPr bwMode="auto">
            <a:xfrm>
              <a:off x="2856" y="2567"/>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0</a:t>
              </a:r>
              <a:endParaRPr lang="en-US" dirty="0"/>
            </a:p>
          </p:txBody>
        </p:sp>
        <p:sp>
          <p:nvSpPr>
            <p:cNvPr id="30769" name="Rectangle 52"/>
            <p:cNvSpPr>
              <a:spLocks noChangeArrowheads="1"/>
            </p:cNvSpPr>
            <p:nvPr/>
          </p:nvSpPr>
          <p:spPr bwMode="auto">
            <a:xfrm>
              <a:off x="2941" y="2567"/>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 </a:t>
              </a:r>
              <a:endParaRPr lang="en-US"/>
            </a:p>
          </p:txBody>
        </p:sp>
        <p:sp>
          <p:nvSpPr>
            <p:cNvPr id="30770" name="Rectangle 53"/>
            <p:cNvSpPr>
              <a:spLocks noChangeArrowheads="1"/>
            </p:cNvSpPr>
            <p:nvPr/>
          </p:nvSpPr>
          <p:spPr bwMode="auto">
            <a:xfrm>
              <a:off x="3019" y="2567"/>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8</a:t>
              </a:r>
              <a:endParaRPr lang="en-US"/>
            </a:p>
          </p:txBody>
        </p:sp>
        <p:sp>
          <p:nvSpPr>
            <p:cNvPr id="30771" name="Freeform 54"/>
            <p:cNvSpPr>
              <a:spLocks/>
            </p:cNvSpPr>
            <p:nvPr/>
          </p:nvSpPr>
          <p:spPr bwMode="auto">
            <a:xfrm>
              <a:off x="1116" y="3215"/>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45 w 768"/>
                <a:gd name="T15" fmla="*/ 90 h 384"/>
                <a:gd name="T16" fmla="*/ 135 w 768"/>
                <a:gd name="T17" fmla="*/ 90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8"/>
                <a:gd name="T28" fmla="*/ 0 h 384"/>
                <a:gd name="T29" fmla="*/ 768 w 76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772" name="Freeform 55"/>
            <p:cNvSpPr>
              <a:spLocks/>
            </p:cNvSpPr>
            <p:nvPr/>
          </p:nvSpPr>
          <p:spPr bwMode="auto">
            <a:xfrm>
              <a:off x="1116" y="3215"/>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45 w 768"/>
                <a:gd name="T15" fmla="*/ 90 h 384"/>
                <a:gd name="T16" fmla="*/ 135 w 768"/>
                <a:gd name="T17" fmla="*/ 90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68"/>
                <a:gd name="T28" fmla="*/ 0 h 384"/>
                <a:gd name="T29" fmla="*/ 768 w 76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773" name="Rectangle 56"/>
            <p:cNvSpPr>
              <a:spLocks noChangeArrowheads="1"/>
            </p:cNvSpPr>
            <p:nvPr/>
          </p:nvSpPr>
          <p:spPr bwMode="auto">
            <a:xfrm>
              <a:off x="1181" y="3219"/>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0</a:t>
              </a:r>
              <a:endParaRPr lang="en-US"/>
            </a:p>
          </p:txBody>
        </p:sp>
        <p:sp>
          <p:nvSpPr>
            <p:cNvPr id="30774" name="Rectangle 57"/>
            <p:cNvSpPr>
              <a:spLocks noChangeArrowheads="1"/>
            </p:cNvSpPr>
            <p:nvPr/>
          </p:nvSpPr>
          <p:spPr bwMode="auto">
            <a:xfrm>
              <a:off x="1259" y="3219"/>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 </a:t>
              </a:r>
              <a:endParaRPr lang="en-US"/>
            </a:p>
          </p:txBody>
        </p:sp>
        <p:sp>
          <p:nvSpPr>
            <p:cNvPr id="30775" name="Rectangle 58"/>
            <p:cNvSpPr>
              <a:spLocks noChangeArrowheads="1"/>
            </p:cNvSpPr>
            <p:nvPr/>
          </p:nvSpPr>
          <p:spPr bwMode="auto">
            <a:xfrm>
              <a:off x="1344" y="3219"/>
              <a:ext cx="81"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2</a:t>
              </a:r>
              <a:endParaRPr lang="en-US" dirty="0"/>
            </a:p>
          </p:txBody>
        </p:sp>
        <p:sp>
          <p:nvSpPr>
            <p:cNvPr id="30776" name="Line 59"/>
            <p:cNvSpPr>
              <a:spLocks noChangeShapeType="1"/>
            </p:cNvSpPr>
            <p:nvPr/>
          </p:nvSpPr>
          <p:spPr bwMode="auto">
            <a:xfrm flipV="1">
              <a:off x="2216" y="3401"/>
              <a:ext cx="202" cy="135"/>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777" name="Freeform 60"/>
            <p:cNvSpPr>
              <a:spLocks/>
            </p:cNvSpPr>
            <p:nvPr/>
          </p:nvSpPr>
          <p:spPr bwMode="auto">
            <a:xfrm>
              <a:off x="2139" y="3503"/>
              <a:ext cx="102" cy="84"/>
            </a:xfrm>
            <a:custGeom>
              <a:avLst/>
              <a:gdLst>
                <a:gd name="T0" fmla="*/ 102 w 102"/>
                <a:gd name="T1" fmla="*/ 56 h 84"/>
                <a:gd name="T2" fmla="*/ 0 w 102"/>
                <a:gd name="T3" fmla="*/ 84 h 84"/>
                <a:gd name="T4" fmla="*/ 65 w 102"/>
                <a:gd name="T5" fmla="*/ 0 h 84"/>
                <a:gd name="T6" fmla="*/ 102 w 102"/>
                <a:gd name="T7" fmla="*/ 56 h 84"/>
                <a:gd name="T8" fmla="*/ 0 60000 65536"/>
                <a:gd name="T9" fmla="*/ 0 60000 65536"/>
                <a:gd name="T10" fmla="*/ 0 60000 65536"/>
                <a:gd name="T11" fmla="*/ 0 60000 65536"/>
                <a:gd name="T12" fmla="*/ 0 w 102"/>
                <a:gd name="T13" fmla="*/ 0 h 84"/>
                <a:gd name="T14" fmla="*/ 102 w 102"/>
                <a:gd name="T15" fmla="*/ 84 h 84"/>
              </a:gdLst>
              <a:ahLst/>
              <a:cxnLst>
                <a:cxn ang="T8">
                  <a:pos x="T0" y="T1"/>
                </a:cxn>
                <a:cxn ang="T9">
                  <a:pos x="T2" y="T3"/>
                </a:cxn>
                <a:cxn ang="T10">
                  <a:pos x="T4" y="T5"/>
                </a:cxn>
                <a:cxn ang="T11">
                  <a:pos x="T6" y="T7"/>
                </a:cxn>
              </a:cxnLst>
              <a:rect l="T12" t="T13" r="T14" b="T15"/>
              <a:pathLst>
                <a:path w="102" h="84">
                  <a:moveTo>
                    <a:pt x="102" y="56"/>
                  </a:moveTo>
                  <a:lnTo>
                    <a:pt x="0" y="84"/>
                  </a:lnTo>
                  <a:lnTo>
                    <a:pt x="65" y="0"/>
                  </a:lnTo>
                  <a:lnTo>
                    <a:pt x="102" y="56"/>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778" name="Line 61"/>
            <p:cNvSpPr>
              <a:spLocks noChangeShapeType="1"/>
            </p:cNvSpPr>
            <p:nvPr/>
          </p:nvSpPr>
          <p:spPr bwMode="auto">
            <a:xfrm>
              <a:off x="1302" y="3401"/>
              <a:ext cx="202" cy="135"/>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779" name="Freeform 62"/>
            <p:cNvSpPr>
              <a:spLocks/>
            </p:cNvSpPr>
            <p:nvPr/>
          </p:nvSpPr>
          <p:spPr bwMode="auto">
            <a:xfrm>
              <a:off x="1478" y="3503"/>
              <a:ext cx="103" cy="84"/>
            </a:xfrm>
            <a:custGeom>
              <a:avLst/>
              <a:gdLst>
                <a:gd name="T0" fmla="*/ 38 w 103"/>
                <a:gd name="T1" fmla="*/ 0 h 84"/>
                <a:gd name="T2" fmla="*/ 103 w 103"/>
                <a:gd name="T3" fmla="*/ 84 h 84"/>
                <a:gd name="T4" fmla="*/ 0 w 103"/>
                <a:gd name="T5" fmla="*/ 56 h 84"/>
                <a:gd name="T6" fmla="*/ 38 w 103"/>
                <a:gd name="T7" fmla="*/ 0 h 84"/>
                <a:gd name="T8" fmla="*/ 0 60000 65536"/>
                <a:gd name="T9" fmla="*/ 0 60000 65536"/>
                <a:gd name="T10" fmla="*/ 0 60000 65536"/>
                <a:gd name="T11" fmla="*/ 0 60000 65536"/>
                <a:gd name="T12" fmla="*/ 0 w 103"/>
                <a:gd name="T13" fmla="*/ 0 h 84"/>
                <a:gd name="T14" fmla="*/ 103 w 103"/>
                <a:gd name="T15" fmla="*/ 84 h 84"/>
              </a:gdLst>
              <a:ahLst/>
              <a:cxnLst>
                <a:cxn ang="T8">
                  <a:pos x="T0" y="T1"/>
                </a:cxn>
                <a:cxn ang="T9">
                  <a:pos x="T2" y="T3"/>
                </a:cxn>
                <a:cxn ang="T10">
                  <a:pos x="T4" y="T5"/>
                </a:cxn>
                <a:cxn ang="T11">
                  <a:pos x="T6" y="T7"/>
                </a:cxn>
              </a:cxnLst>
              <a:rect l="T12" t="T13" r="T14" b="T15"/>
              <a:pathLst>
                <a:path w="103" h="84">
                  <a:moveTo>
                    <a:pt x="38" y="0"/>
                  </a:moveTo>
                  <a:lnTo>
                    <a:pt x="103" y="84"/>
                  </a:lnTo>
                  <a:lnTo>
                    <a:pt x="0" y="56"/>
                  </a:lnTo>
                  <a:lnTo>
                    <a:pt x="38"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780" name="Line 63"/>
            <p:cNvSpPr>
              <a:spLocks noChangeShapeType="1"/>
            </p:cNvSpPr>
            <p:nvPr/>
          </p:nvSpPr>
          <p:spPr bwMode="auto">
            <a:xfrm flipV="1">
              <a:off x="1099" y="3401"/>
              <a:ext cx="203" cy="135"/>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781" name="Freeform 64"/>
            <p:cNvSpPr>
              <a:spLocks/>
            </p:cNvSpPr>
            <p:nvPr/>
          </p:nvSpPr>
          <p:spPr bwMode="auto">
            <a:xfrm>
              <a:off x="1022" y="3503"/>
              <a:ext cx="103" cy="84"/>
            </a:xfrm>
            <a:custGeom>
              <a:avLst/>
              <a:gdLst>
                <a:gd name="T0" fmla="*/ 103 w 103"/>
                <a:gd name="T1" fmla="*/ 56 h 84"/>
                <a:gd name="T2" fmla="*/ 0 w 103"/>
                <a:gd name="T3" fmla="*/ 84 h 84"/>
                <a:gd name="T4" fmla="*/ 65 w 103"/>
                <a:gd name="T5" fmla="*/ 0 h 84"/>
                <a:gd name="T6" fmla="*/ 103 w 103"/>
                <a:gd name="T7" fmla="*/ 56 h 84"/>
                <a:gd name="T8" fmla="*/ 0 60000 65536"/>
                <a:gd name="T9" fmla="*/ 0 60000 65536"/>
                <a:gd name="T10" fmla="*/ 0 60000 65536"/>
                <a:gd name="T11" fmla="*/ 0 60000 65536"/>
                <a:gd name="T12" fmla="*/ 0 w 103"/>
                <a:gd name="T13" fmla="*/ 0 h 84"/>
                <a:gd name="T14" fmla="*/ 103 w 103"/>
                <a:gd name="T15" fmla="*/ 84 h 84"/>
              </a:gdLst>
              <a:ahLst/>
              <a:cxnLst>
                <a:cxn ang="T8">
                  <a:pos x="T0" y="T1"/>
                </a:cxn>
                <a:cxn ang="T9">
                  <a:pos x="T2" y="T3"/>
                </a:cxn>
                <a:cxn ang="T10">
                  <a:pos x="T4" y="T5"/>
                </a:cxn>
                <a:cxn ang="T11">
                  <a:pos x="T6" y="T7"/>
                </a:cxn>
              </a:cxnLst>
              <a:rect l="T12" t="T13" r="T14" b="T15"/>
              <a:pathLst>
                <a:path w="103" h="84">
                  <a:moveTo>
                    <a:pt x="103" y="56"/>
                  </a:moveTo>
                  <a:lnTo>
                    <a:pt x="0" y="84"/>
                  </a:lnTo>
                  <a:lnTo>
                    <a:pt x="65" y="0"/>
                  </a:lnTo>
                  <a:lnTo>
                    <a:pt x="103" y="56"/>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782" name="Line 65"/>
            <p:cNvSpPr>
              <a:spLocks noChangeShapeType="1"/>
            </p:cNvSpPr>
            <p:nvPr/>
          </p:nvSpPr>
          <p:spPr bwMode="auto">
            <a:xfrm flipV="1">
              <a:off x="1534" y="3122"/>
              <a:ext cx="326" cy="84"/>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783" name="Freeform 66"/>
            <p:cNvSpPr>
              <a:spLocks/>
            </p:cNvSpPr>
            <p:nvPr/>
          </p:nvSpPr>
          <p:spPr bwMode="auto">
            <a:xfrm>
              <a:off x="1445" y="3172"/>
              <a:ext cx="105" cy="65"/>
            </a:xfrm>
            <a:custGeom>
              <a:avLst/>
              <a:gdLst>
                <a:gd name="T0" fmla="*/ 105 w 105"/>
                <a:gd name="T1" fmla="*/ 65 h 65"/>
                <a:gd name="T2" fmla="*/ 0 w 105"/>
                <a:gd name="T3" fmla="*/ 57 h 65"/>
                <a:gd name="T4" fmla="*/ 88 w 105"/>
                <a:gd name="T5" fmla="*/ 0 h 65"/>
                <a:gd name="T6" fmla="*/ 105 w 105"/>
                <a:gd name="T7" fmla="*/ 65 h 65"/>
                <a:gd name="T8" fmla="*/ 0 60000 65536"/>
                <a:gd name="T9" fmla="*/ 0 60000 65536"/>
                <a:gd name="T10" fmla="*/ 0 60000 65536"/>
                <a:gd name="T11" fmla="*/ 0 60000 65536"/>
                <a:gd name="T12" fmla="*/ 0 w 105"/>
                <a:gd name="T13" fmla="*/ 0 h 65"/>
                <a:gd name="T14" fmla="*/ 105 w 105"/>
                <a:gd name="T15" fmla="*/ 65 h 65"/>
              </a:gdLst>
              <a:ahLst/>
              <a:cxnLst>
                <a:cxn ang="T8">
                  <a:pos x="T0" y="T1"/>
                </a:cxn>
                <a:cxn ang="T9">
                  <a:pos x="T2" y="T3"/>
                </a:cxn>
                <a:cxn ang="T10">
                  <a:pos x="T4" y="T5"/>
                </a:cxn>
                <a:cxn ang="T11">
                  <a:pos x="T6" y="T7"/>
                </a:cxn>
              </a:cxnLst>
              <a:rect l="T12" t="T13" r="T14" b="T15"/>
              <a:pathLst>
                <a:path w="105" h="65">
                  <a:moveTo>
                    <a:pt x="105" y="65"/>
                  </a:moveTo>
                  <a:lnTo>
                    <a:pt x="0" y="57"/>
                  </a:lnTo>
                  <a:lnTo>
                    <a:pt x="88" y="0"/>
                  </a:lnTo>
                  <a:lnTo>
                    <a:pt x="105" y="65"/>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784" name="Freeform 67"/>
            <p:cNvSpPr>
              <a:spLocks/>
            </p:cNvSpPr>
            <p:nvPr/>
          </p:nvSpPr>
          <p:spPr bwMode="auto">
            <a:xfrm>
              <a:off x="4744" y="3587"/>
              <a:ext cx="372" cy="186"/>
            </a:xfrm>
            <a:custGeom>
              <a:avLst/>
              <a:gdLst>
                <a:gd name="T0" fmla="*/ 135 w 768"/>
                <a:gd name="T1" fmla="*/ 90 h 384"/>
                <a:gd name="T2" fmla="*/ 180 w 768"/>
                <a:gd name="T3" fmla="*/ 45 h 384"/>
                <a:gd name="T4" fmla="*/ 135 w 768"/>
                <a:gd name="T5" fmla="*/ 0 h 384"/>
                <a:gd name="T6" fmla="*/ 45 w 768"/>
                <a:gd name="T7" fmla="*/ 0 h 384"/>
                <a:gd name="T8" fmla="*/ 0 w 768"/>
                <a:gd name="T9" fmla="*/ 45 h 384"/>
                <a:gd name="T10" fmla="*/ 45 w 768"/>
                <a:gd name="T11" fmla="*/ 90 h 384"/>
                <a:gd name="T12" fmla="*/ 45 w 768"/>
                <a:gd name="T13" fmla="*/ 90 h 384"/>
                <a:gd name="T14" fmla="*/ 135 w 768"/>
                <a:gd name="T15" fmla="*/ 90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785" name="Freeform 68"/>
            <p:cNvSpPr>
              <a:spLocks/>
            </p:cNvSpPr>
            <p:nvPr/>
          </p:nvSpPr>
          <p:spPr bwMode="auto">
            <a:xfrm>
              <a:off x="4744" y="3587"/>
              <a:ext cx="372" cy="186"/>
            </a:xfrm>
            <a:custGeom>
              <a:avLst/>
              <a:gdLst>
                <a:gd name="T0" fmla="*/ 135 w 768"/>
                <a:gd name="T1" fmla="*/ 90 h 384"/>
                <a:gd name="T2" fmla="*/ 180 w 768"/>
                <a:gd name="T3" fmla="*/ 45 h 384"/>
                <a:gd name="T4" fmla="*/ 135 w 768"/>
                <a:gd name="T5" fmla="*/ 0 h 384"/>
                <a:gd name="T6" fmla="*/ 45 w 768"/>
                <a:gd name="T7" fmla="*/ 0 h 384"/>
                <a:gd name="T8" fmla="*/ 0 w 768"/>
                <a:gd name="T9" fmla="*/ 45 h 384"/>
                <a:gd name="T10" fmla="*/ 45 w 768"/>
                <a:gd name="T11" fmla="*/ 90 h 384"/>
                <a:gd name="T12" fmla="*/ 45 w 768"/>
                <a:gd name="T13" fmla="*/ 90 h 384"/>
                <a:gd name="T14" fmla="*/ 135 w 768"/>
                <a:gd name="T15" fmla="*/ 90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786" name="Rectangle 69"/>
            <p:cNvSpPr>
              <a:spLocks noChangeArrowheads="1"/>
            </p:cNvSpPr>
            <p:nvPr/>
          </p:nvSpPr>
          <p:spPr bwMode="auto">
            <a:xfrm>
              <a:off x="4810"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7</a:t>
              </a:r>
              <a:endParaRPr lang="en-US"/>
            </a:p>
          </p:txBody>
        </p:sp>
        <p:sp>
          <p:nvSpPr>
            <p:cNvPr id="30787" name="Rectangle 70"/>
            <p:cNvSpPr>
              <a:spLocks noChangeArrowheads="1"/>
            </p:cNvSpPr>
            <p:nvPr/>
          </p:nvSpPr>
          <p:spPr bwMode="auto">
            <a:xfrm>
              <a:off x="4887"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 </a:t>
              </a:r>
              <a:endParaRPr lang="en-US"/>
            </a:p>
          </p:txBody>
        </p:sp>
        <p:sp>
          <p:nvSpPr>
            <p:cNvPr id="30788" name="Rectangle 71"/>
            <p:cNvSpPr>
              <a:spLocks noChangeArrowheads="1"/>
            </p:cNvSpPr>
            <p:nvPr/>
          </p:nvSpPr>
          <p:spPr bwMode="auto">
            <a:xfrm>
              <a:off x="4973" y="3591"/>
              <a:ext cx="81"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8</a:t>
              </a:r>
              <a:endParaRPr lang="en-US" dirty="0"/>
            </a:p>
          </p:txBody>
        </p:sp>
        <p:sp>
          <p:nvSpPr>
            <p:cNvPr id="30789" name="Freeform 72"/>
            <p:cNvSpPr>
              <a:spLocks/>
            </p:cNvSpPr>
            <p:nvPr/>
          </p:nvSpPr>
          <p:spPr bwMode="auto">
            <a:xfrm>
              <a:off x="4465" y="3215"/>
              <a:ext cx="372" cy="186"/>
            </a:xfrm>
            <a:custGeom>
              <a:avLst/>
              <a:gdLst>
                <a:gd name="T0" fmla="*/ 135 w 768"/>
                <a:gd name="T1" fmla="*/ 90 h 384"/>
                <a:gd name="T2" fmla="*/ 180 w 768"/>
                <a:gd name="T3" fmla="*/ 45 h 384"/>
                <a:gd name="T4" fmla="*/ 135 w 768"/>
                <a:gd name="T5" fmla="*/ 0 h 384"/>
                <a:gd name="T6" fmla="*/ 45 w 768"/>
                <a:gd name="T7" fmla="*/ 0 h 384"/>
                <a:gd name="T8" fmla="*/ 0 w 768"/>
                <a:gd name="T9" fmla="*/ 45 h 384"/>
                <a:gd name="T10" fmla="*/ 45 w 768"/>
                <a:gd name="T11" fmla="*/ 90 h 384"/>
                <a:gd name="T12" fmla="*/ 135 w 768"/>
                <a:gd name="T13" fmla="*/ 90 h 384"/>
                <a:gd name="T14" fmla="*/ 0 60000 65536"/>
                <a:gd name="T15" fmla="*/ 0 60000 65536"/>
                <a:gd name="T16" fmla="*/ 0 60000 65536"/>
                <a:gd name="T17" fmla="*/ 0 60000 65536"/>
                <a:gd name="T18" fmla="*/ 0 60000 65536"/>
                <a:gd name="T19" fmla="*/ 0 60000 65536"/>
                <a:gd name="T20" fmla="*/ 0 60000 65536"/>
                <a:gd name="T21" fmla="*/ 0 w 768"/>
                <a:gd name="T22" fmla="*/ 0 h 384"/>
                <a:gd name="T23" fmla="*/ 768 w 768"/>
                <a:gd name="T24" fmla="*/ 384 h 3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790" name="Freeform 73"/>
            <p:cNvSpPr>
              <a:spLocks/>
            </p:cNvSpPr>
            <p:nvPr/>
          </p:nvSpPr>
          <p:spPr bwMode="auto">
            <a:xfrm>
              <a:off x="4465" y="3215"/>
              <a:ext cx="372" cy="186"/>
            </a:xfrm>
            <a:custGeom>
              <a:avLst/>
              <a:gdLst>
                <a:gd name="T0" fmla="*/ 135 w 768"/>
                <a:gd name="T1" fmla="*/ 90 h 384"/>
                <a:gd name="T2" fmla="*/ 180 w 768"/>
                <a:gd name="T3" fmla="*/ 45 h 384"/>
                <a:gd name="T4" fmla="*/ 135 w 768"/>
                <a:gd name="T5" fmla="*/ 0 h 384"/>
                <a:gd name="T6" fmla="*/ 45 w 768"/>
                <a:gd name="T7" fmla="*/ 0 h 384"/>
                <a:gd name="T8" fmla="*/ 0 w 768"/>
                <a:gd name="T9" fmla="*/ 45 h 384"/>
                <a:gd name="T10" fmla="*/ 45 w 768"/>
                <a:gd name="T11" fmla="*/ 90 h 384"/>
                <a:gd name="T12" fmla="*/ 135 w 768"/>
                <a:gd name="T13" fmla="*/ 90 h 384"/>
                <a:gd name="T14" fmla="*/ 0 60000 65536"/>
                <a:gd name="T15" fmla="*/ 0 60000 65536"/>
                <a:gd name="T16" fmla="*/ 0 60000 65536"/>
                <a:gd name="T17" fmla="*/ 0 60000 65536"/>
                <a:gd name="T18" fmla="*/ 0 60000 65536"/>
                <a:gd name="T19" fmla="*/ 0 60000 65536"/>
                <a:gd name="T20" fmla="*/ 0 60000 65536"/>
                <a:gd name="T21" fmla="*/ 0 w 768"/>
                <a:gd name="T22" fmla="*/ 0 h 384"/>
                <a:gd name="T23" fmla="*/ 768 w 768"/>
                <a:gd name="T24" fmla="*/ 384 h 3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791" name="Rectangle 74"/>
            <p:cNvSpPr>
              <a:spLocks noChangeArrowheads="1"/>
            </p:cNvSpPr>
            <p:nvPr/>
          </p:nvSpPr>
          <p:spPr bwMode="auto">
            <a:xfrm>
              <a:off x="4531" y="3219"/>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6</a:t>
              </a:r>
              <a:endParaRPr lang="en-US"/>
            </a:p>
          </p:txBody>
        </p:sp>
        <p:sp>
          <p:nvSpPr>
            <p:cNvPr id="30792" name="Rectangle 75"/>
            <p:cNvSpPr>
              <a:spLocks noChangeArrowheads="1"/>
            </p:cNvSpPr>
            <p:nvPr/>
          </p:nvSpPr>
          <p:spPr bwMode="auto">
            <a:xfrm>
              <a:off x="4608" y="3219"/>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 </a:t>
              </a:r>
              <a:endParaRPr lang="en-US"/>
            </a:p>
          </p:txBody>
        </p:sp>
        <p:sp>
          <p:nvSpPr>
            <p:cNvPr id="30793" name="Rectangle 76"/>
            <p:cNvSpPr>
              <a:spLocks noChangeArrowheads="1"/>
            </p:cNvSpPr>
            <p:nvPr/>
          </p:nvSpPr>
          <p:spPr bwMode="auto">
            <a:xfrm>
              <a:off x="4694" y="3219"/>
              <a:ext cx="81"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8</a:t>
              </a:r>
              <a:endParaRPr lang="en-US" dirty="0"/>
            </a:p>
          </p:txBody>
        </p:sp>
        <p:sp>
          <p:nvSpPr>
            <p:cNvPr id="30794" name="Freeform 77"/>
            <p:cNvSpPr>
              <a:spLocks/>
            </p:cNvSpPr>
            <p:nvPr/>
          </p:nvSpPr>
          <p:spPr bwMode="auto">
            <a:xfrm>
              <a:off x="3907" y="2936"/>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135 w 768"/>
                <a:gd name="T15" fmla="*/ 90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795" name="Freeform 78"/>
            <p:cNvSpPr>
              <a:spLocks/>
            </p:cNvSpPr>
            <p:nvPr/>
          </p:nvSpPr>
          <p:spPr bwMode="auto">
            <a:xfrm>
              <a:off x="3907" y="2936"/>
              <a:ext cx="372" cy="186"/>
            </a:xfrm>
            <a:custGeom>
              <a:avLst/>
              <a:gdLst>
                <a:gd name="T0" fmla="*/ 135 w 768"/>
                <a:gd name="T1" fmla="*/ 90 h 384"/>
                <a:gd name="T2" fmla="*/ 180 w 768"/>
                <a:gd name="T3" fmla="*/ 45 h 384"/>
                <a:gd name="T4" fmla="*/ 135 w 768"/>
                <a:gd name="T5" fmla="*/ 0 h 384"/>
                <a:gd name="T6" fmla="*/ 135 w 768"/>
                <a:gd name="T7" fmla="*/ 0 h 384"/>
                <a:gd name="T8" fmla="*/ 45 w 768"/>
                <a:gd name="T9" fmla="*/ 0 h 384"/>
                <a:gd name="T10" fmla="*/ 0 w 768"/>
                <a:gd name="T11" fmla="*/ 45 h 384"/>
                <a:gd name="T12" fmla="*/ 45 w 768"/>
                <a:gd name="T13" fmla="*/ 90 h 384"/>
                <a:gd name="T14" fmla="*/ 135 w 768"/>
                <a:gd name="T15" fmla="*/ 90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796" name="Rectangle 79"/>
            <p:cNvSpPr>
              <a:spLocks noChangeArrowheads="1"/>
            </p:cNvSpPr>
            <p:nvPr/>
          </p:nvSpPr>
          <p:spPr bwMode="auto">
            <a:xfrm>
              <a:off x="3973" y="2939"/>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4</a:t>
              </a:r>
              <a:endParaRPr lang="en-US"/>
            </a:p>
          </p:txBody>
        </p:sp>
        <p:sp>
          <p:nvSpPr>
            <p:cNvPr id="30797" name="Rectangle 80"/>
            <p:cNvSpPr>
              <a:spLocks noChangeArrowheads="1"/>
            </p:cNvSpPr>
            <p:nvPr/>
          </p:nvSpPr>
          <p:spPr bwMode="auto">
            <a:xfrm>
              <a:off x="4050" y="2939"/>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 </a:t>
              </a:r>
              <a:endParaRPr lang="en-US"/>
            </a:p>
          </p:txBody>
        </p:sp>
        <p:sp>
          <p:nvSpPr>
            <p:cNvPr id="30798" name="Rectangle 81"/>
            <p:cNvSpPr>
              <a:spLocks noChangeArrowheads="1"/>
            </p:cNvSpPr>
            <p:nvPr/>
          </p:nvSpPr>
          <p:spPr bwMode="auto">
            <a:xfrm>
              <a:off x="4135" y="2939"/>
              <a:ext cx="81"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8</a:t>
              </a:r>
              <a:endParaRPr lang="en-US" dirty="0"/>
            </a:p>
          </p:txBody>
        </p:sp>
        <p:sp>
          <p:nvSpPr>
            <p:cNvPr id="30799" name="Line 82"/>
            <p:cNvSpPr>
              <a:spLocks noChangeShapeType="1"/>
            </p:cNvSpPr>
            <p:nvPr/>
          </p:nvSpPr>
          <p:spPr bwMode="auto">
            <a:xfrm>
              <a:off x="4093" y="3122"/>
              <a:ext cx="300" cy="104"/>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800" name="Freeform 83"/>
            <p:cNvSpPr>
              <a:spLocks/>
            </p:cNvSpPr>
            <p:nvPr/>
          </p:nvSpPr>
          <p:spPr bwMode="auto">
            <a:xfrm>
              <a:off x="4375" y="3192"/>
              <a:ext cx="105" cy="64"/>
            </a:xfrm>
            <a:custGeom>
              <a:avLst/>
              <a:gdLst>
                <a:gd name="T0" fmla="*/ 22 w 105"/>
                <a:gd name="T1" fmla="*/ 0 h 64"/>
                <a:gd name="T2" fmla="*/ 105 w 105"/>
                <a:gd name="T3" fmla="*/ 64 h 64"/>
                <a:gd name="T4" fmla="*/ 0 w 105"/>
                <a:gd name="T5" fmla="*/ 63 h 64"/>
                <a:gd name="T6" fmla="*/ 22 w 105"/>
                <a:gd name="T7" fmla="*/ 0 h 64"/>
                <a:gd name="T8" fmla="*/ 0 60000 65536"/>
                <a:gd name="T9" fmla="*/ 0 60000 65536"/>
                <a:gd name="T10" fmla="*/ 0 60000 65536"/>
                <a:gd name="T11" fmla="*/ 0 60000 65536"/>
                <a:gd name="T12" fmla="*/ 0 w 105"/>
                <a:gd name="T13" fmla="*/ 0 h 64"/>
                <a:gd name="T14" fmla="*/ 105 w 105"/>
                <a:gd name="T15" fmla="*/ 64 h 64"/>
              </a:gdLst>
              <a:ahLst/>
              <a:cxnLst>
                <a:cxn ang="T8">
                  <a:pos x="T0" y="T1"/>
                </a:cxn>
                <a:cxn ang="T9">
                  <a:pos x="T2" y="T3"/>
                </a:cxn>
                <a:cxn ang="T10">
                  <a:pos x="T4" y="T5"/>
                </a:cxn>
                <a:cxn ang="T11">
                  <a:pos x="T6" y="T7"/>
                </a:cxn>
              </a:cxnLst>
              <a:rect l="T12" t="T13" r="T14" b="T15"/>
              <a:pathLst>
                <a:path w="105" h="64">
                  <a:moveTo>
                    <a:pt x="22" y="0"/>
                  </a:moveTo>
                  <a:lnTo>
                    <a:pt x="105" y="64"/>
                  </a:lnTo>
                  <a:lnTo>
                    <a:pt x="0" y="63"/>
                  </a:lnTo>
                  <a:lnTo>
                    <a:pt x="22"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801" name="Line 84"/>
            <p:cNvSpPr>
              <a:spLocks noChangeShapeType="1"/>
            </p:cNvSpPr>
            <p:nvPr/>
          </p:nvSpPr>
          <p:spPr bwMode="auto">
            <a:xfrm>
              <a:off x="4651" y="3401"/>
              <a:ext cx="203" cy="135"/>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802" name="Freeform 85"/>
            <p:cNvSpPr>
              <a:spLocks/>
            </p:cNvSpPr>
            <p:nvPr/>
          </p:nvSpPr>
          <p:spPr bwMode="auto">
            <a:xfrm>
              <a:off x="4828" y="3503"/>
              <a:ext cx="102" cy="84"/>
            </a:xfrm>
            <a:custGeom>
              <a:avLst/>
              <a:gdLst>
                <a:gd name="T0" fmla="*/ 37 w 102"/>
                <a:gd name="T1" fmla="*/ 0 h 84"/>
                <a:gd name="T2" fmla="*/ 102 w 102"/>
                <a:gd name="T3" fmla="*/ 84 h 84"/>
                <a:gd name="T4" fmla="*/ 0 w 102"/>
                <a:gd name="T5" fmla="*/ 56 h 84"/>
                <a:gd name="T6" fmla="*/ 37 w 102"/>
                <a:gd name="T7" fmla="*/ 0 h 84"/>
                <a:gd name="T8" fmla="*/ 0 60000 65536"/>
                <a:gd name="T9" fmla="*/ 0 60000 65536"/>
                <a:gd name="T10" fmla="*/ 0 60000 65536"/>
                <a:gd name="T11" fmla="*/ 0 60000 65536"/>
                <a:gd name="T12" fmla="*/ 0 w 102"/>
                <a:gd name="T13" fmla="*/ 0 h 84"/>
                <a:gd name="T14" fmla="*/ 102 w 102"/>
                <a:gd name="T15" fmla="*/ 84 h 84"/>
              </a:gdLst>
              <a:ahLst/>
              <a:cxnLst>
                <a:cxn ang="T8">
                  <a:pos x="T0" y="T1"/>
                </a:cxn>
                <a:cxn ang="T9">
                  <a:pos x="T2" y="T3"/>
                </a:cxn>
                <a:cxn ang="T10">
                  <a:pos x="T4" y="T5"/>
                </a:cxn>
                <a:cxn ang="T11">
                  <a:pos x="T6" y="T7"/>
                </a:cxn>
              </a:cxnLst>
              <a:rect l="T12" t="T13" r="T14" b="T15"/>
              <a:pathLst>
                <a:path w="102" h="84">
                  <a:moveTo>
                    <a:pt x="37" y="0"/>
                  </a:moveTo>
                  <a:lnTo>
                    <a:pt x="102" y="84"/>
                  </a:lnTo>
                  <a:lnTo>
                    <a:pt x="0" y="56"/>
                  </a:lnTo>
                  <a:lnTo>
                    <a:pt x="37"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803" name="Freeform 86"/>
            <p:cNvSpPr>
              <a:spLocks/>
            </p:cNvSpPr>
            <p:nvPr/>
          </p:nvSpPr>
          <p:spPr bwMode="auto">
            <a:xfrm>
              <a:off x="4186" y="3587"/>
              <a:ext cx="372" cy="186"/>
            </a:xfrm>
            <a:custGeom>
              <a:avLst/>
              <a:gdLst>
                <a:gd name="T0" fmla="*/ 135 w 768"/>
                <a:gd name="T1" fmla="*/ 90 h 384"/>
                <a:gd name="T2" fmla="*/ 180 w 768"/>
                <a:gd name="T3" fmla="*/ 45 h 384"/>
                <a:gd name="T4" fmla="*/ 135 w 768"/>
                <a:gd name="T5" fmla="*/ 0 h 384"/>
                <a:gd name="T6" fmla="*/ 45 w 768"/>
                <a:gd name="T7" fmla="*/ 0 h 384"/>
                <a:gd name="T8" fmla="*/ 0 w 768"/>
                <a:gd name="T9" fmla="*/ 45 h 384"/>
                <a:gd name="T10" fmla="*/ 45 w 768"/>
                <a:gd name="T11" fmla="*/ 90 h 384"/>
                <a:gd name="T12" fmla="*/ 45 w 768"/>
                <a:gd name="T13" fmla="*/ 90 h 384"/>
                <a:gd name="T14" fmla="*/ 135 w 768"/>
                <a:gd name="T15" fmla="*/ 90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804" name="Freeform 87"/>
            <p:cNvSpPr>
              <a:spLocks/>
            </p:cNvSpPr>
            <p:nvPr/>
          </p:nvSpPr>
          <p:spPr bwMode="auto">
            <a:xfrm>
              <a:off x="4186" y="3587"/>
              <a:ext cx="372" cy="186"/>
            </a:xfrm>
            <a:custGeom>
              <a:avLst/>
              <a:gdLst>
                <a:gd name="T0" fmla="*/ 135 w 768"/>
                <a:gd name="T1" fmla="*/ 90 h 384"/>
                <a:gd name="T2" fmla="*/ 180 w 768"/>
                <a:gd name="T3" fmla="*/ 45 h 384"/>
                <a:gd name="T4" fmla="*/ 135 w 768"/>
                <a:gd name="T5" fmla="*/ 0 h 384"/>
                <a:gd name="T6" fmla="*/ 45 w 768"/>
                <a:gd name="T7" fmla="*/ 0 h 384"/>
                <a:gd name="T8" fmla="*/ 0 w 768"/>
                <a:gd name="T9" fmla="*/ 45 h 384"/>
                <a:gd name="T10" fmla="*/ 45 w 768"/>
                <a:gd name="T11" fmla="*/ 90 h 384"/>
                <a:gd name="T12" fmla="*/ 45 w 768"/>
                <a:gd name="T13" fmla="*/ 90 h 384"/>
                <a:gd name="T14" fmla="*/ 135 w 768"/>
                <a:gd name="T15" fmla="*/ 90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805" name="Rectangle 88"/>
            <p:cNvSpPr>
              <a:spLocks noChangeArrowheads="1"/>
            </p:cNvSpPr>
            <p:nvPr/>
          </p:nvSpPr>
          <p:spPr bwMode="auto">
            <a:xfrm>
              <a:off x="4252"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6</a:t>
              </a:r>
              <a:endParaRPr lang="en-US"/>
            </a:p>
          </p:txBody>
        </p:sp>
        <p:sp>
          <p:nvSpPr>
            <p:cNvPr id="30806" name="Rectangle 89"/>
            <p:cNvSpPr>
              <a:spLocks noChangeArrowheads="1"/>
            </p:cNvSpPr>
            <p:nvPr/>
          </p:nvSpPr>
          <p:spPr bwMode="auto">
            <a:xfrm>
              <a:off x="4329"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 </a:t>
              </a:r>
              <a:endParaRPr lang="en-US"/>
            </a:p>
          </p:txBody>
        </p:sp>
        <p:sp>
          <p:nvSpPr>
            <p:cNvPr id="30807" name="Rectangle 90"/>
            <p:cNvSpPr>
              <a:spLocks noChangeArrowheads="1"/>
            </p:cNvSpPr>
            <p:nvPr/>
          </p:nvSpPr>
          <p:spPr bwMode="auto">
            <a:xfrm>
              <a:off x="4415" y="3591"/>
              <a:ext cx="81"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7</a:t>
              </a:r>
              <a:endParaRPr lang="en-US" dirty="0"/>
            </a:p>
          </p:txBody>
        </p:sp>
        <p:sp>
          <p:nvSpPr>
            <p:cNvPr id="30808" name="Freeform 91"/>
            <p:cNvSpPr>
              <a:spLocks/>
            </p:cNvSpPr>
            <p:nvPr/>
          </p:nvSpPr>
          <p:spPr bwMode="auto">
            <a:xfrm>
              <a:off x="3628" y="3587"/>
              <a:ext cx="372" cy="186"/>
            </a:xfrm>
            <a:custGeom>
              <a:avLst/>
              <a:gdLst>
                <a:gd name="T0" fmla="*/ 135 w 768"/>
                <a:gd name="T1" fmla="*/ 90 h 384"/>
                <a:gd name="T2" fmla="*/ 180 w 768"/>
                <a:gd name="T3" fmla="*/ 45 h 384"/>
                <a:gd name="T4" fmla="*/ 135 w 768"/>
                <a:gd name="T5" fmla="*/ 0 h 384"/>
                <a:gd name="T6" fmla="*/ 45 w 768"/>
                <a:gd name="T7" fmla="*/ 0 h 384"/>
                <a:gd name="T8" fmla="*/ 0 w 768"/>
                <a:gd name="T9" fmla="*/ 45 h 384"/>
                <a:gd name="T10" fmla="*/ 45 w 768"/>
                <a:gd name="T11" fmla="*/ 90 h 384"/>
                <a:gd name="T12" fmla="*/ 45 w 768"/>
                <a:gd name="T13" fmla="*/ 90 h 384"/>
                <a:gd name="T14" fmla="*/ 135 w 768"/>
                <a:gd name="T15" fmla="*/ 90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809" name="Freeform 92"/>
            <p:cNvSpPr>
              <a:spLocks/>
            </p:cNvSpPr>
            <p:nvPr/>
          </p:nvSpPr>
          <p:spPr bwMode="auto">
            <a:xfrm>
              <a:off x="3628" y="3587"/>
              <a:ext cx="372" cy="186"/>
            </a:xfrm>
            <a:custGeom>
              <a:avLst/>
              <a:gdLst>
                <a:gd name="T0" fmla="*/ 135 w 768"/>
                <a:gd name="T1" fmla="*/ 90 h 384"/>
                <a:gd name="T2" fmla="*/ 180 w 768"/>
                <a:gd name="T3" fmla="*/ 45 h 384"/>
                <a:gd name="T4" fmla="*/ 135 w 768"/>
                <a:gd name="T5" fmla="*/ 0 h 384"/>
                <a:gd name="T6" fmla="*/ 45 w 768"/>
                <a:gd name="T7" fmla="*/ 0 h 384"/>
                <a:gd name="T8" fmla="*/ 0 w 768"/>
                <a:gd name="T9" fmla="*/ 45 h 384"/>
                <a:gd name="T10" fmla="*/ 45 w 768"/>
                <a:gd name="T11" fmla="*/ 90 h 384"/>
                <a:gd name="T12" fmla="*/ 45 w 768"/>
                <a:gd name="T13" fmla="*/ 90 h 384"/>
                <a:gd name="T14" fmla="*/ 135 w 768"/>
                <a:gd name="T15" fmla="*/ 90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810" name="Rectangle 93"/>
            <p:cNvSpPr>
              <a:spLocks noChangeArrowheads="1"/>
            </p:cNvSpPr>
            <p:nvPr/>
          </p:nvSpPr>
          <p:spPr bwMode="auto">
            <a:xfrm>
              <a:off x="3693"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5</a:t>
              </a:r>
              <a:endParaRPr lang="en-US"/>
            </a:p>
          </p:txBody>
        </p:sp>
        <p:sp>
          <p:nvSpPr>
            <p:cNvPr id="30811" name="Rectangle 94"/>
            <p:cNvSpPr>
              <a:spLocks noChangeArrowheads="1"/>
            </p:cNvSpPr>
            <p:nvPr/>
          </p:nvSpPr>
          <p:spPr bwMode="auto">
            <a:xfrm>
              <a:off x="3771"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 </a:t>
              </a:r>
              <a:endParaRPr lang="en-US"/>
            </a:p>
          </p:txBody>
        </p:sp>
        <p:sp>
          <p:nvSpPr>
            <p:cNvPr id="30812" name="Rectangle 95"/>
            <p:cNvSpPr>
              <a:spLocks noChangeArrowheads="1"/>
            </p:cNvSpPr>
            <p:nvPr/>
          </p:nvSpPr>
          <p:spPr bwMode="auto">
            <a:xfrm>
              <a:off x="3856" y="3591"/>
              <a:ext cx="81"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6</a:t>
              </a:r>
              <a:endParaRPr lang="en-US" dirty="0"/>
            </a:p>
          </p:txBody>
        </p:sp>
        <p:sp>
          <p:nvSpPr>
            <p:cNvPr id="30813" name="Freeform 96"/>
            <p:cNvSpPr>
              <a:spLocks/>
            </p:cNvSpPr>
            <p:nvPr/>
          </p:nvSpPr>
          <p:spPr bwMode="auto">
            <a:xfrm>
              <a:off x="3348" y="3215"/>
              <a:ext cx="373" cy="186"/>
            </a:xfrm>
            <a:custGeom>
              <a:avLst/>
              <a:gdLst>
                <a:gd name="T0" fmla="*/ 136 w 768"/>
                <a:gd name="T1" fmla="*/ 90 h 384"/>
                <a:gd name="T2" fmla="*/ 181 w 768"/>
                <a:gd name="T3" fmla="*/ 45 h 384"/>
                <a:gd name="T4" fmla="*/ 136 w 768"/>
                <a:gd name="T5" fmla="*/ 0 h 384"/>
                <a:gd name="T6" fmla="*/ 45 w 768"/>
                <a:gd name="T7" fmla="*/ 0 h 384"/>
                <a:gd name="T8" fmla="*/ 0 w 768"/>
                <a:gd name="T9" fmla="*/ 45 h 384"/>
                <a:gd name="T10" fmla="*/ 45 w 768"/>
                <a:gd name="T11" fmla="*/ 90 h 384"/>
                <a:gd name="T12" fmla="*/ 136 w 768"/>
                <a:gd name="T13" fmla="*/ 90 h 384"/>
                <a:gd name="T14" fmla="*/ 0 60000 65536"/>
                <a:gd name="T15" fmla="*/ 0 60000 65536"/>
                <a:gd name="T16" fmla="*/ 0 60000 65536"/>
                <a:gd name="T17" fmla="*/ 0 60000 65536"/>
                <a:gd name="T18" fmla="*/ 0 60000 65536"/>
                <a:gd name="T19" fmla="*/ 0 60000 65536"/>
                <a:gd name="T20" fmla="*/ 0 60000 65536"/>
                <a:gd name="T21" fmla="*/ 0 w 768"/>
                <a:gd name="T22" fmla="*/ 0 h 384"/>
                <a:gd name="T23" fmla="*/ 768 w 768"/>
                <a:gd name="T24" fmla="*/ 384 h 3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814" name="Freeform 97"/>
            <p:cNvSpPr>
              <a:spLocks/>
            </p:cNvSpPr>
            <p:nvPr/>
          </p:nvSpPr>
          <p:spPr bwMode="auto">
            <a:xfrm>
              <a:off x="3348" y="3215"/>
              <a:ext cx="373" cy="186"/>
            </a:xfrm>
            <a:custGeom>
              <a:avLst/>
              <a:gdLst>
                <a:gd name="T0" fmla="*/ 136 w 768"/>
                <a:gd name="T1" fmla="*/ 90 h 384"/>
                <a:gd name="T2" fmla="*/ 181 w 768"/>
                <a:gd name="T3" fmla="*/ 45 h 384"/>
                <a:gd name="T4" fmla="*/ 136 w 768"/>
                <a:gd name="T5" fmla="*/ 0 h 384"/>
                <a:gd name="T6" fmla="*/ 45 w 768"/>
                <a:gd name="T7" fmla="*/ 0 h 384"/>
                <a:gd name="T8" fmla="*/ 0 w 768"/>
                <a:gd name="T9" fmla="*/ 45 h 384"/>
                <a:gd name="T10" fmla="*/ 45 w 768"/>
                <a:gd name="T11" fmla="*/ 90 h 384"/>
                <a:gd name="T12" fmla="*/ 136 w 768"/>
                <a:gd name="T13" fmla="*/ 90 h 384"/>
                <a:gd name="T14" fmla="*/ 0 60000 65536"/>
                <a:gd name="T15" fmla="*/ 0 60000 65536"/>
                <a:gd name="T16" fmla="*/ 0 60000 65536"/>
                <a:gd name="T17" fmla="*/ 0 60000 65536"/>
                <a:gd name="T18" fmla="*/ 0 60000 65536"/>
                <a:gd name="T19" fmla="*/ 0 60000 65536"/>
                <a:gd name="T20" fmla="*/ 0 60000 65536"/>
                <a:gd name="T21" fmla="*/ 0 w 768"/>
                <a:gd name="T22" fmla="*/ 0 h 384"/>
                <a:gd name="T23" fmla="*/ 768 w 768"/>
                <a:gd name="T24" fmla="*/ 384 h 3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815" name="Rectangle 98"/>
            <p:cNvSpPr>
              <a:spLocks noChangeArrowheads="1"/>
            </p:cNvSpPr>
            <p:nvPr/>
          </p:nvSpPr>
          <p:spPr bwMode="auto">
            <a:xfrm>
              <a:off x="3414" y="3219"/>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4</a:t>
              </a:r>
              <a:endParaRPr lang="en-US"/>
            </a:p>
          </p:txBody>
        </p:sp>
        <p:sp>
          <p:nvSpPr>
            <p:cNvPr id="30816" name="Rectangle 99"/>
            <p:cNvSpPr>
              <a:spLocks noChangeArrowheads="1"/>
            </p:cNvSpPr>
            <p:nvPr/>
          </p:nvSpPr>
          <p:spPr bwMode="auto">
            <a:xfrm>
              <a:off x="3492" y="3219"/>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 </a:t>
              </a:r>
              <a:endParaRPr lang="en-US"/>
            </a:p>
          </p:txBody>
        </p:sp>
        <p:sp>
          <p:nvSpPr>
            <p:cNvPr id="30817" name="Rectangle 100"/>
            <p:cNvSpPr>
              <a:spLocks noChangeArrowheads="1"/>
            </p:cNvSpPr>
            <p:nvPr/>
          </p:nvSpPr>
          <p:spPr bwMode="auto">
            <a:xfrm>
              <a:off x="3577" y="3219"/>
              <a:ext cx="81"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6</a:t>
              </a:r>
              <a:endParaRPr lang="en-US" dirty="0"/>
            </a:p>
          </p:txBody>
        </p:sp>
        <p:sp>
          <p:nvSpPr>
            <p:cNvPr id="30818" name="Line 101"/>
            <p:cNvSpPr>
              <a:spLocks noChangeShapeType="1"/>
            </p:cNvSpPr>
            <p:nvPr/>
          </p:nvSpPr>
          <p:spPr bwMode="auto">
            <a:xfrm flipV="1">
              <a:off x="4448" y="3401"/>
              <a:ext cx="203" cy="135"/>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819" name="Freeform 102"/>
            <p:cNvSpPr>
              <a:spLocks/>
            </p:cNvSpPr>
            <p:nvPr/>
          </p:nvSpPr>
          <p:spPr bwMode="auto">
            <a:xfrm>
              <a:off x="4372" y="3503"/>
              <a:ext cx="102" cy="84"/>
            </a:xfrm>
            <a:custGeom>
              <a:avLst/>
              <a:gdLst>
                <a:gd name="T0" fmla="*/ 102 w 102"/>
                <a:gd name="T1" fmla="*/ 56 h 84"/>
                <a:gd name="T2" fmla="*/ 0 w 102"/>
                <a:gd name="T3" fmla="*/ 84 h 84"/>
                <a:gd name="T4" fmla="*/ 65 w 102"/>
                <a:gd name="T5" fmla="*/ 0 h 84"/>
                <a:gd name="T6" fmla="*/ 102 w 102"/>
                <a:gd name="T7" fmla="*/ 56 h 84"/>
                <a:gd name="T8" fmla="*/ 0 60000 65536"/>
                <a:gd name="T9" fmla="*/ 0 60000 65536"/>
                <a:gd name="T10" fmla="*/ 0 60000 65536"/>
                <a:gd name="T11" fmla="*/ 0 60000 65536"/>
                <a:gd name="T12" fmla="*/ 0 w 102"/>
                <a:gd name="T13" fmla="*/ 0 h 84"/>
                <a:gd name="T14" fmla="*/ 102 w 102"/>
                <a:gd name="T15" fmla="*/ 84 h 84"/>
              </a:gdLst>
              <a:ahLst/>
              <a:cxnLst>
                <a:cxn ang="T8">
                  <a:pos x="T0" y="T1"/>
                </a:cxn>
                <a:cxn ang="T9">
                  <a:pos x="T2" y="T3"/>
                </a:cxn>
                <a:cxn ang="T10">
                  <a:pos x="T4" y="T5"/>
                </a:cxn>
                <a:cxn ang="T11">
                  <a:pos x="T6" y="T7"/>
                </a:cxn>
              </a:cxnLst>
              <a:rect l="T12" t="T13" r="T14" b="T15"/>
              <a:pathLst>
                <a:path w="102" h="84">
                  <a:moveTo>
                    <a:pt x="102" y="56"/>
                  </a:moveTo>
                  <a:lnTo>
                    <a:pt x="0" y="84"/>
                  </a:lnTo>
                  <a:lnTo>
                    <a:pt x="65" y="0"/>
                  </a:lnTo>
                  <a:lnTo>
                    <a:pt x="102" y="56"/>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820" name="Line 103"/>
            <p:cNvSpPr>
              <a:spLocks noChangeShapeType="1"/>
            </p:cNvSpPr>
            <p:nvPr/>
          </p:nvSpPr>
          <p:spPr bwMode="auto">
            <a:xfrm>
              <a:off x="3535" y="3401"/>
              <a:ext cx="202" cy="135"/>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821" name="Freeform 104"/>
            <p:cNvSpPr>
              <a:spLocks/>
            </p:cNvSpPr>
            <p:nvPr/>
          </p:nvSpPr>
          <p:spPr bwMode="auto">
            <a:xfrm>
              <a:off x="3711" y="3503"/>
              <a:ext cx="103" cy="84"/>
            </a:xfrm>
            <a:custGeom>
              <a:avLst/>
              <a:gdLst>
                <a:gd name="T0" fmla="*/ 38 w 103"/>
                <a:gd name="T1" fmla="*/ 0 h 84"/>
                <a:gd name="T2" fmla="*/ 103 w 103"/>
                <a:gd name="T3" fmla="*/ 84 h 84"/>
                <a:gd name="T4" fmla="*/ 0 w 103"/>
                <a:gd name="T5" fmla="*/ 56 h 84"/>
                <a:gd name="T6" fmla="*/ 38 w 103"/>
                <a:gd name="T7" fmla="*/ 0 h 84"/>
                <a:gd name="T8" fmla="*/ 0 60000 65536"/>
                <a:gd name="T9" fmla="*/ 0 60000 65536"/>
                <a:gd name="T10" fmla="*/ 0 60000 65536"/>
                <a:gd name="T11" fmla="*/ 0 60000 65536"/>
                <a:gd name="T12" fmla="*/ 0 w 103"/>
                <a:gd name="T13" fmla="*/ 0 h 84"/>
                <a:gd name="T14" fmla="*/ 103 w 103"/>
                <a:gd name="T15" fmla="*/ 84 h 84"/>
              </a:gdLst>
              <a:ahLst/>
              <a:cxnLst>
                <a:cxn ang="T8">
                  <a:pos x="T0" y="T1"/>
                </a:cxn>
                <a:cxn ang="T9">
                  <a:pos x="T2" y="T3"/>
                </a:cxn>
                <a:cxn ang="T10">
                  <a:pos x="T4" y="T5"/>
                </a:cxn>
                <a:cxn ang="T11">
                  <a:pos x="T6" y="T7"/>
                </a:cxn>
              </a:cxnLst>
              <a:rect l="T12" t="T13" r="T14" b="T15"/>
              <a:pathLst>
                <a:path w="103" h="84">
                  <a:moveTo>
                    <a:pt x="38" y="0"/>
                  </a:moveTo>
                  <a:lnTo>
                    <a:pt x="103" y="84"/>
                  </a:lnTo>
                  <a:lnTo>
                    <a:pt x="0" y="56"/>
                  </a:lnTo>
                  <a:lnTo>
                    <a:pt x="38" y="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822" name="Line 105"/>
            <p:cNvSpPr>
              <a:spLocks noChangeShapeType="1"/>
            </p:cNvSpPr>
            <p:nvPr/>
          </p:nvSpPr>
          <p:spPr bwMode="auto">
            <a:xfrm flipV="1">
              <a:off x="3332" y="3401"/>
              <a:ext cx="203" cy="135"/>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823" name="Freeform 106"/>
            <p:cNvSpPr>
              <a:spLocks/>
            </p:cNvSpPr>
            <p:nvPr/>
          </p:nvSpPr>
          <p:spPr bwMode="auto">
            <a:xfrm>
              <a:off x="3255" y="3503"/>
              <a:ext cx="103" cy="84"/>
            </a:xfrm>
            <a:custGeom>
              <a:avLst/>
              <a:gdLst>
                <a:gd name="T0" fmla="*/ 103 w 103"/>
                <a:gd name="T1" fmla="*/ 56 h 84"/>
                <a:gd name="T2" fmla="*/ 0 w 103"/>
                <a:gd name="T3" fmla="*/ 84 h 84"/>
                <a:gd name="T4" fmla="*/ 65 w 103"/>
                <a:gd name="T5" fmla="*/ 0 h 84"/>
                <a:gd name="T6" fmla="*/ 103 w 103"/>
                <a:gd name="T7" fmla="*/ 56 h 84"/>
                <a:gd name="T8" fmla="*/ 0 60000 65536"/>
                <a:gd name="T9" fmla="*/ 0 60000 65536"/>
                <a:gd name="T10" fmla="*/ 0 60000 65536"/>
                <a:gd name="T11" fmla="*/ 0 60000 65536"/>
                <a:gd name="T12" fmla="*/ 0 w 103"/>
                <a:gd name="T13" fmla="*/ 0 h 84"/>
                <a:gd name="T14" fmla="*/ 103 w 103"/>
                <a:gd name="T15" fmla="*/ 84 h 84"/>
              </a:gdLst>
              <a:ahLst/>
              <a:cxnLst>
                <a:cxn ang="T8">
                  <a:pos x="T0" y="T1"/>
                </a:cxn>
                <a:cxn ang="T9">
                  <a:pos x="T2" y="T3"/>
                </a:cxn>
                <a:cxn ang="T10">
                  <a:pos x="T4" y="T5"/>
                </a:cxn>
                <a:cxn ang="T11">
                  <a:pos x="T6" y="T7"/>
                </a:cxn>
              </a:cxnLst>
              <a:rect l="T12" t="T13" r="T14" b="T15"/>
              <a:pathLst>
                <a:path w="103" h="84">
                  <a:moveTo>
                    <a:pt x="103" y="56"/>
                  </a:moveTo>
                  <a:lnTo>
                    <a:pt x="0" y="84"/>
                  </a:lnTo>
                  <a:lnTo>
                    <a:pt x="65" y="0"/>
                  </a:lnTo>
                  <a:lnTo>
                    <a:pt x="103" y="56"/>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824" name="Line 107"/>
            <p:cNvSpPr>
              <a:spLocks noChangeShapeType="1"/>
            </p:cNvSpPr>
            <p:nvPr/>
          </p:nvSpPr>
          <p:spPr bwMode="auto">
            <a:xfrm flipV="1">
              <a:off x="3767" y="3122"/>
              <a:ext cx="326" cy="84"/>
            </a:xfrm>
            <a:prstGeom prst="line">
              <a:avLst/>
            </a:prstGeom>
            <a:noFill/>
            <a:ln w="11113" cap="rnd">
              <a:solidFill>
                <a:srgbClr val="000000"/>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30825" name="Freeform 108"/>
            <p:cNvSpPr>
              <a:spLocks/>
            </p:cNvSpPr>
            <p:nvPr/>
          </p:nvSpPr>
          <p:spPr bwMode="auto">
            <a:xfrm>
              <a:off x="3677" y="3172"/>
              <a:ext cx="106" cy="65"/>
            </a:xfrm>
            <a:custGeom>
              <a:avLst/>
              <a:gdLst>
                <a:gd name="T0" fmla="*/ 106 w 106"/>
                <a:gd name="T1" fmla="*/ 65 h 65"/>
                <a:gd name="T2" fmla="*/ 0 w 106"/>
                <a:gd name="T3" fmla="*/ 57 h 65"/>
                <a:gd name="T4" fmla="*/ 89 w 106"/>
                <a:gd name="T5" fmla="*/ 0 h 65"/>
                <a:gd name="T6" fmla="*/ 106 w 106"/>
                <a:gd name="T7" fmla="*/ 65 h 65"/>
                <a:gd name="T8" fmla="*/ 0 60000 65536"/>
                <a:gd name="T9" fmla="*/ 0 60000 65536"/>
                <a:gd name="T10" fmla="*/ 0 60000 65536"/>
                <a:gd name="T11" fmla="*/ 0 60000 65536"/>
                <a:gd name="T12" fmla="*/ 0 w 106"/>
                <a:gd name="T13" fmla="*/ 0 h 65"/>
                <a:gd name="T14" fmla="*/ 106 w 106"/>
                <a:gd name="T15" fmla="*/ 65 h 65"/>
              </a:gdLst>
              <a:ahLst/>
              <a:cxnLst>
                <a:cxn ang="T8">
                  <a:pos x="T0" y="T1"/>
                </a:cxn>
                <a:cxn ang="T9">
                  <a:pos x="T2" y="T3"/>
                </a:cxn>
                <a:cxn ang="T10">
                  <a:pos x="T4" y="T5"/>
                </a:cxn>
                <a:cxn ang="T11">
                  <a:pos x="T6" y="T7"/>
                </a:cxn>
              </a:cxnLst>
              <a:rect l="T12" t="T13" r="T14" b="T15"/>
              <a:pathLst>
                <a:path w="106" h="65">
                  <a:moveTo>
                    <a:pt x="106" y="65"/>
                  </a:moveTo>
                  <a:lnTo>
                    <a:pt x="0" y="57"/>
                  </a:lnTo>
                  <a:lnTo>
                    <a:pt x="89" y="0"/>
                  </a:lnTo>
                  <a:lnTo>
                    <a:pt x="106" y="65"/>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826" name="Freeform 109"/>
            <p:cNvSpPr>
              <a:spLocks/>
            </p:cNvSpPr>
            <p:nvPr/>
          </p:nvSpPr>
          <p:spPr bwMode="auto">
            <a:xfrm>
              <a:off x="3069" y="3587"/>
              <a:ext cx="372" cy="186"/>
            </a:xfrm>
            <a:custGeom>
              <a:avLst/>
              <a:gdLst>
                <a:gd name="T0" fmla="*/ 135 w 768"/>
                <a:gd name="T1" fmla="*/ 90 h 384"/>
                <a:gd name="T2" fmla="*/ 180 w 768"/>
                <a:gd name="T3" fmla="*/ 45 h 384"/>
                <a:gd name="T4" fmla="*/ 135 w 768"/>
                <a:gd name="T5" fmla="*/ 0 h 384"/>
                <a:gd name="T6" fmla="*/ 45 w 768"/>
                <a:gd name="T7" fmla="*/ 0 h 384"/>
                <a:gd name="T8" fmla="*/ 0 w 768"/>
                <a:gd name="T9" fmla="*/ 45 h 384"/>
                <a:gd name="T10" fmla="*/ 45 w 768"/>
                <a:gd name="T11" fmla="*/ 90 h 384"/>
                <a:gd name="T12" fmla="*/ 45 w 768"/>
                <a:gd name="T13" fmla="*/ 90 h 384"/>
                <a:gd name="T14" fmla="*/ 135 w 768"/>
                <a:gd name="T15" fmla="*/ 90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solidFill>
              <a:srgbClr val="FFFFFF"/>
            </a:solidFill>
            <a:ln w="0">
              <a:solidFill>
                <a:srgbClr val="000000"/>
              </a:solidFill>
              <a:round/>
              <a:headEnd/>
              <a:tailEnd/>
            </a:ln>
          </p:spPr>
          <p:txBody>
            <a:bodyPr/>
            <a:lstStyle/>
            <a:p>
              <a:endParaRPr lang="en-US"/>
            </a:p>
          </p:txBody>
        </p:sp>
        <p:sp>
          <p:nvSpPr>
            <p:cNvPr id="30827" name="Freeform 110"/>
            <p:cNvSpPr>
              <a:spLocks/>
            </p:cNvSpPr>
            <p:nvPr/>
          </p:nvSpPr>
          <p:spPr bwMode="auto">
            <a:xfrm>
              <a:off x="3069" y="3587"/>
              <a:ext cx="372" cy="186"/>
            </a:xfrm>
            <a:custGeom>
              <a:avLst/>
              <a:gdLst>
                <a:gd name="T0" fmla="*/ 135 w 768"/>
                <a:gd name="T1" fmla="*/ 90 h 384"/>
                <a:gd name="T2" fmla="*/ 180 w 768"/>
                <a:gd name="T3" fmla="*/ 45 h 384"/>
                <a:gd name="T4" fmla="*/ 135 w 768"/>
                <a:gd name="T5" fmla="*/ 0 h 384"/>
                <a:gd name="T6" fmla="*/ 45 w 768"/>
                <a:gd name="T7" fmla="*/ 0 h 384"/>
                <a:gd name="T8" fmla="*/ 0 w 768"/>
                <a:gd name="T9" fmla="*/ 45 h 384"/>
                <a:gd name="T10" fmla="*/ 45 w 768"/>
                <a:gd name="T11" fmla="*/ 90 h 384"/>
                <a:gd name="T12" fmla="*/ 45 w 768"/>
                <a:gd name="T13" fmla="*/ 90 h 384"/>
                <a:gd name="T14" fmla="*/ 135 w 768"/>
                <a:gd name="T15" fmla="*/ 90 h 384"/>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384"/>
                <a:gd name="T26" fmla="*/ 768 w 768"/>
                <a:gd name="T27" fmla="*/ 384 h 3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384">
                  <a:moveTo>
                    <a:pt x="576" y="384"/>
                  </a:moveTo>
                  <a:cubicBezTo>
                    <a:pt x="682" y="384"/>
                    <a:pt x="768" y="298"/>
                    <a:pt x="768" y="192"/>
                  </a:cubicBezTo>
                  <a:cubicBezTo>
                    <a:pt x="768" y="86"/>
                    <a:pt x="682" y="0"/>
                    <a:pt x="576" y="0"/>
                  </a:cubicBezTo>
                  <a:lnTo>
                    <a:pt x="192" y="0"/>
                  </a:lnTo>
                  <a:cubicBezTo>
                    <a:pt x="86" y="0"/>
                    <a:pt x="0" y="86"/>
                    <a:pt x="0" y="192"/>
                  </a:cubicBezTo>
                  <a:cubicBezTo>
                    <a:pt x="0" y="298"/>
                    <a:pt x="86" y="384"/>
                    <a:pt x="192" y="384"/>
                  </a:cubicBezTo>
                  <a:lnTo>
                    <a:pt x="576" y="384"/>
                  </a:lnTo>
                  <a:close/>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828" name="Rectangle 111"/>
            <p:cNvSpPr>
              <a:spLocks noChangeArrowheads="1"/>
            </p:cNvSpPr>
            <p:nvPr/>
          </p:nvSpPr>
          <p:spPr bwMode="auto">
            <a:xfrm>
              <a:off x="3135"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4</a:t>
              </a:r>
              <a:endParaRPr lang="en-US"/>
            </a:p>
          </p:txBody>
        </p:sp>
        <p:sp>
          <p:nvSpPr>
            <p:cNvPr id="30829" name="Rectangle 112"/>
            <p:cNvSpPr>
              <a:spLocks noChangeArrowheads="1"/>
            </p:cNvSpPr>
            <p:nvPr/>
          </p:nvSpPr>
          <p:spPr bwMode="auto">
            <a:xfrm>
              <a:off x="3213" y="3591"/>
              <a:ext cx="155" cy="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solidFill>
                    <a:srgbClr val="0000FF"/>
                  </a:solidFill>
                  <a:latin typeface="Arial" charset="0"/>
                </a:rPr>
                <a:t>, </a:t>
              </a:r>
              <a:endParaRPr lang="en-US"/>
            </a:p>
          </p:txBody>
        </p:sp>
        <p:sp>
          <p:nvSpPr>
            <p:cNvPr id="30830" name="Rectangle 113"/>
            <p:cNvSpPr>
              <a:spLocks noChangeArrowheads="1"/>
            </p:cNvSpPr>
            <p:nvPr/>
          </p:nvSpPr>
          <p:spPr bwMode="auto">
            <a:xfrm>
              <a:off x="3298" y="3591"/>
              <a:ext cx="81"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dirty="0">
                  <a:solidFill>
                    <a:srgbClr val="0000FF"/>
                  </a:solidFill>
                  <a:latin typeface="Arial" charset="0"/>
                </a:rPr>
                <a:t>5</a:t>
              </a:r>
              <a:endParaRPr lang="en-US" dirty="0"/>
            </a:p>
          </p:txBody>
        </p:sp>
      </p:grpSp>
      <p:sp>
        <p:nvSpPr>
          <p:cNvPr id="30726" name="Date Placeholder 110"/>
          <p:cNvSpPr>
            <a:spLocks noGrp="1"/>
          </p:cNvSpPr>
          <p:nvPr>
            <p:ph type="dt"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Tree>
    <p:extLst>
      <p:ext uri="{BB962C8B-B14F-4D97-AF65-F5344CB8AC3E}">
        <p14:creationId xmlns:p14="http://schemas.microsoft.com/office/powerpoint/2010/main" val="2872478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oter Placeholder 4"/>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31746"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061D44CD-86CB-8847-9DF7-52ADF6966A80}" type="slidenum">
              <a:rPr lang="en-US" sz="1400"/>
              <a:pPr eaLnBrk="1" hangingPunct="1"/>
              <a:t>31</a:t>
            </a:fld>
            <a:endParaRPr lang="en-US" sz="1400"/>
          </a:p>
        </p:txBody>
      </p:sp>
      <p:sp>
        <p:nvSpPr>
          <p:cNvPr id="31747" name="Rectangle 2"/>
          <p:cNvSpPr>
            <a:spLocks noGrp="1" noChangeArrowheads="1"/>
          </p:cNvSpPr>
          <p:nvPr>
            <p:ph type="title"/>
          </p:nvPr>
        </p:nvSpPr>
        <p:spPr>
          <a:xfrm>
            <a:off x="609600" y="304800"/>
            <a:ext cx="7772400" cy="609600"/>
          </a:xfrm>
        </p:spPr>
        <p:txBody>
          <a:bodyPr/>
          <a:lstStyle/>
          <a:p>
            <a:pPr eaLnBrk="1" hangingPunct="1"/>
            <a:r>
              <a:rPr lang="en-US" dirty="0">
                <a:latin typeface="Tahoma" charset="0"/>
              </a:rPr>
              <a:t>Computing Fibonacci Numbers</a:t>
            </a:r>
          </a:p>
        </p:txBody>
      </p:sp>
      <p:sp>
        <p:nvSpPr>
          <p:cNvPr id="31748" name="Rectangle 3" descr="Rectangle: Click to edit Master text styles&#10;Second level&#10;Third level&#10;Fourth level&#10;Fifth level"/>
          <p:cNvSpPr>
            <a:spLocks noGrp="1" noChangeArrowheads="1"/>
          </p:cNvSpPr>
          <p:nvPr>
            <p:ph type="body" idx="1"/>
          </p:nvPr>
        </p:nvSpPr>
        <p:spPr>
          <a:xfrm>
            <a:off x="838200" y="1066800"/>
            <a:ext cx="7772400" cy="5257800"/>
          </a:xfrm>
        </p:spPr>
        <p:txBody>
          <a:bodyPr/>
          <a:lstStyle/>
          <a:p>
            <a:pPr eaLnBrk="1" hangingPunct="1">
              <a:lnSpc>
                <a:spcPct val="90000"/>
              </a:lnSpc>
            </a:pPr>
            <a:r>
              <a:rPr lang="en-US" sz="2800" dirty="0">
                <a:latin typeface="Tahoma" charset="0"/>
              </a:rPr>
              <a:t>Fibonacci numbers are defined recursively:</a:t>
            </a:r>
          </a:p>
          <a:p>
            <a:pPr lvl="2" eaLnBrk="1" hangingPunct="1">
              <a:lnSpc>
                <a:spcPct val="90000"/>
              </a:lnSpc>
              <a:buFont typeface="Wingdings" charset="0"/>
              <a:buNone/>
            </a:pPr>
            <a:r>
              <a:rPr lang="en-US" sz="2000" i="1" dirty="0">
                <a:solidFill>
                  <a:srgbClr val="000000"/>
                </a:solidFill>
                <a:latin typeface="Times" charset="0"/>
              </a:rPr>
              <a:t>F</a:t>
            </a:r>
            <a:r>
              <a:rPr lang="en-US" sz="2000" baseline="-25000" dirty="0">
                <a:solidFill>
                  <a:srgbClr val="000000"/>
                </a:solidFill>
                <a:latin typeface="Times" charset="0"/>
              </a:rPr>
              <a:t>0</a:t>
            </a:r>
            <a:r>
              <a:rPr lang="en-US" sz="2000" dirty="0">
                <a:solidFill>
                  <a:srgbClr val="000000"/>
                </a:solidFill>
                <a:latin typeface="Times" charset="0"/>
              </a:rPr>
              <a:t> </a:t>
            </a:r>
            <a:r>
              <a:rPr lang="en-US" sz="2000" dirty="0">
                <a:solidFill>
                  <a:srgbClr val="000000"/>
                </a:solidFill>
                <a:latin typeface="CMR10" charset="0"/>
              </a:rPr>
              <a:t>=  </a:t>
            </a:r>
            <a:r>
              <a:rPr lang="en-US" sz="2000" dirty="0">
                <a:solidFill>
                  <a:srgbClr val="000000"/>
                </a:solidFill>
                <a:latin typeface="Times" charset="0"/>
              </a:rPr>
              <a:t>0</a:t>
            </a:r>
          </a:p>
          <a:p>
            <a:pPr lvl="2" eaLnBrk="1" hangingPunct="1">
              <a:lnSpc>
                <a:spcPct val="90000"/>
              </a:lnSpc>
              <a:buFont typeface="Wingdings" charset="0"/>
              <a:buNone/>
            </a:pPr>
            <a:r>
              <a:rPr lang="en-US" sz="2000" i="1" dirty="0">
                <a:solidFill>
                  <a:srgbClr val="000000"/>
                </a:solidFill>
                <a:latin typeface="Times" charset="0"/>
              </a:rPr>
              <a:t>F</a:t>
            </a:r>
            <a:r>
              <a:rPr lang="en-US" sz="2000" baseline="-25000" dirty="0">
                <a:solidFill>
                  <a:srgbClr val="000000"/>
                </a:solidFill>
                <a:latin typeface="Times" charset="0"/>
              </a:rPr>
              <a:t>1</a:t>
            </a:r>
            <a:r>
              <a:rPr lang="en-US" sz="2000" dirty="0">
                <a:solidFill>
                  <a:srgbClr val="000000"/>
                </a:solidFill>
                <a:latin typeface="Times" charset="0"/>
              </a:rPr>
              <a:t> </a:t>
            </a:r>
            <a:r>
              <a:rPr lang="en-US" sz="2000" dirty="0">
                <a:solidFill>
                  <a:srgbClr val="000000"/>
                </a:solidFill>
                <a:latin typeface="CMR10" charset="0"/>
              </a:rPr>
              <a:t>=  </a:t>
            </a:r>
            <a:r>
              <a:rPr lang="en-US" sz="2000" dirty="0">
                <a:solidFill>
                  <a:srgbClr val="000000"/>
                </a:solidFill>
                <a:latin typeface="Times" charset="0"/>
              </a:rPr>
              <a:t>1</a:t>
            </a:r>
          </a:p>
          <a:p>
            <a:pPr lvl="2" eaLnBrk="1" hangingPunct="1">
              <a:lnSpc>
                <a:spcPct val="90000"/>
              </a:lnSpc>
              <a:buFont typeface="Wingdings" charset="0"/>
              <a:buNone/>
            </a:pPr>
            <a:r>
              <a:rPr lang="en-US" sz="2000" i="1" dirty="0">
                <a:solidFill>
                  <a:srgbClr val="000000"/>
                </a:solidFill>
                <a:latin typeface="Times" charset="0"/>
              </a:rPr>
              <a:t>F</a:t>
            </a:r>
            <a:r>
              <a:rPr lang="en-US" sz="2000" i="1" baseline="-25000" dirty="0">
                <a:solidFill>
                  <a:srgbClr val="000000"/>
                </a:solidFill>
                <a:latin typeface="Times" charset="0"/>
              </a:rPr>
              <a:t>i</a:t>
            </a:r>
            <a:r>
              <a:rPr lang="en-US" sz="2000" i="1" dirty="0">
                <a:solidFill>
                  <a:srgbClr val="000000"/>
                </a:solidFill>
                <a:latin typeface="Times" charset="0"/>
              </a:rPr>
              <a:t> </a:t>
            </a:r>
            <a:r>
              <a:rPr lang="en-US" sz="2000" dirty="0">
                <a:solidFill>
                  <a:srgbClr val="000000"/>
                </a:solidFill>
                <a:latin typeface="CMR10" charset="0"/>
              </a:rPr>
              <a:t>=  </a:t>
            </a:r>
            <a:r>
              <a:rPr lang="en-US" sz="2000" i="1" dirty="0">
                <a:solidFill>
                  <a:srgbClr val="000000"/>
                </a:solidFill>
                <a:latin typeface="Times" charset="0"/>
              </a:rPr>
              <a:t>F</a:t>
            </a:r>
            <a:r>
              <a:rPr lang="en-US" sz="2000" i="1" baseline="-25000" dirty="0">
                <a:solidFill>
                  <a:srgbClr val="000000"/>
                </a:solidFill>
                <a:latin typeface="Times" charset="0"/>
              </a:rPr>
              <a:t>i</a:t>
            </a:r>
            <a:r>
              <a:rPr lang="en-US" sz="2000" i="1" baseline="-25000" dirty="0">
                <a:solidFill>
                  <a:srgbClr val="000000"/>
                </a:solidFill>
                <a:latin typeface="CMSY8" charset="0"/>
              </a:rPr>
              <a:t>-</a:t>
            </a:r>
            <a:r>
              <a:rPr lang="en-US" sz="2000" baseline="-25000" dirty="0">
                <a:solidFill>
                  <a:srgbClr val="000000"/>
                </a:solidFill>
                <a:latin typeface="Times" charset="0"/>
              </a:rPr>
              <a:t>1</a:t>
            </a:r>
            <a:r>
              <a:rPr lang="en-US" sz="2000" dirty="0">
                <a:solidFill>
                  <a:srgbClr val="000000"/>
                </a:solidFill>
                <a:latin typeface="Times" charset="0"/>
              </a:rPr>
              <a:t> </a:t>
            </a:r>
            <a:r>
              <a:rPr lang="en-US" sz="2000" baseline="30000" dirty="0">
                <a:solidFill>
                  <a:srgbClr val="000000"/>
                </a:solidFill>
                <a:latin typeface="CMR10" charset="0"/>
              </a:rPr>
              <a:t>+ </a:t>
            </a:r>
            <a:r>
              <a:rPr lang="en-US" sz="2000" i="1" dirty="0">
                <a:solidFill>
                  <a:srgbClr val="000000"/>
                </a:solidFill>
                <a:latin typeface="Times" charset="0"/>
              </a:rPr>
              <a:t>F</a:t>
            </a:r>
            <a:r>
              <a:rPr lang="en-US" sz="2000" i="1" baseline="-25000" dirty="0">
                <a:solidFill>
                  <a:srgbClr val="000000"/>
                </a:solidFill>
                <a:latin typeface="Times" charset="0"/>
              </a:rPr>
              <a:t>i</a:t>
            </a:r>
            <a:r>
              <a:rPr lang="en-US" sz="2000" i="1" baseline="-25000" dirty="0">
                <a:solidFill>
                  <a:srgbClr val="000000"/>
                </a:solidFill>
                <a:latin typeface="CMSY8" charset="0"/>
              </a:rPr>
              <a:t>-</a:t>
            </a:r>
            <a:r>
              <a:rPr lang="en-US" sz="2000" baseline="-25000" dirty="0">
                <a:solidFill>
                  <a:srgbClr val="000000"/>
                </a:solidFill>
                <a:latin typeface="Times" charset="0"/>
              </a:rPr>
              <a:t>2</a:t>
            </a:r>
            <a:r>
              <a:rPr lang="en-US" sz="2000" dirty="0">
                <a:solidFill>
                  <a:srgbClr val="000000"/>
                </a:solidFill>
                <a:latin typeface="Times" charset="0"/>
              </a:rPr>
              <a:t>     for </a:t>
            </a:r>
            <a:r>
              <a:rPr lang="en-US" sz="2000" i="1" dirty="0" err="1">
                <a:solidFill>
                  <a:srgbClr val="000000"/>
                </a:solidFill>
                <a:latin typeface="Times" charset="0"/>
              </a:rPr>
              <a:t>i</a:t>
            </a:r>
            <a:r>
              <a:rPr lang="en-US" sz="2000" i="1" dirty="0">
                <a:solidFill>
                  <a:srgbClr val="000000"/>
                </a:solidFill>
                <a:latin typeface="Times" charset="0"/>
              </a:rPr>
              <a:t> </a:t>
            </a:r>
            <a:r>
              <a:rPr lang="en-US" sz="2000" i="1" dirty="0">
                <a:solidFill>
                  <a:srgbClr val="000000"/>
                </a:solidFill>
                <a:latin typeface="CMMI10" charset="0"/>
              </a:rPr>
              <a:t>&gt; </a:t>
            </a:r>
            <a:r>
              <a:rPr lang="en-US" sz="2000" dirty="0">
                <a:solidFill>
                  <a:srgbClr val="000000"/>
                </a:solidFill>
                <a:latin typeface="Times" charset="0"/>
              </a:rPr>
              <a:t>1.</a:t>
            </a:r>
          </a:p>
          <a:p>
            <a:pPr lvl="2" eaLnBrk="1" hangingPunct="1">
              <a:lnSpc>
                <a:spcPct val="90000"/>
              </a:lnSpc>
              <a:buFont typeface="Wingdings" charset="0"/>
              <a:buNone/>
            </a:pPr>
            <a:r>
              <a:rPr lang="en-US" sz="2000" dirty="0">
                <a:solidFill>
                  <a:srgbClr val="000000"/>
                </a:solidFill>
                <a:latin typeface="Times" charset="0"/>
              </a:rPr>
              <a:t>0 1 1 2 3 5 8 13 21 33 ….</a:t>
            </a:r>
          </a:p>
          <a:p>
            <a:pPr eaLnBrk="1" hangingPunct="1">
              <a:lnSpc>
                <a:spcPct val="90000"/>
              </a:lnSpc>
            </a:pPr>
            <a:r>
              <a:rPr lang="en-US" sz="2800" dirty="0">
                <a:latin typeface="Tahoma" charset="0"/>
              </a:rPr>
              <a:t>Recursive algorithm (first attempt):</a:t>
            </a:r>
          </a:p>
          <a:p>
            <a:pPr lvl="3" eaLnBrk="1" hangingPunct="1">
              <a:lnSpc>
                <a:spcPct val="90000"/>
              </a:lnSpc>
              <a:buFont typeface="Wingdings" charset="0"/>
              <a:buNone/>
            </a:pPr>
            <a:r>
              <a:rPr lang="en-US" sz="2400" b="1" dirty="0">
                <a:solidFill>
                  <a:srgbClr val="000000"/>
                </a:solidFill>
                <a:latin typeface="Times" charset="0"/>
              </a:rPr>
              <a:t>Algorithm </a:t>
            </a:r>
            <a:r>
              <a:rPr lang="en-US" sz="2400" dirty="0" err="1">
                <a:solidFill>
                  <a:schemeClr val="tx2"/>
                </a:solidFill>
                <a:latin typeface="CMSS10" charset="0"/>
              </a:rPr>
              <a:t>BinaryFib</a:t>
            </a:r>
            <a:r>
              <a:rPr lang="en-US" sz="2400" dirty="0">
                <a:solidFill>
                  <a:srgbClr val="000000"/>
                </a:solidFill>
                <a:latin typeface="CMR10" charset="0"/>
              </a:rPr>
              <a:t>(</a:t>
            </a:r>
            <a:r>
              <a:rPr lang="en-US" sz="2400" i="1" dirty="0">
                <a:solidFill>
                  <a:srgbClr val="000000"/>
                </a:solidFill>
                <a:latin typeface="Times" charset="0"/>
              </a:rPr>
              <a:t>k</a:t>
            </a:r>
            <a:r>
              <a:rPr lang="en-US" sz="2400" dirty="0">
                <a:solidFill>
                  <a:srgbClr val="000000"/>
                </a:solidFill>
                <a:latin typeface="CMR10" charset="0"/>
              </a:rPr>
              <a:t>)</a:t>
            </a:r>
            <a:r>
              <a:rPr lang="en-US" sz="2400" dirty="0">
                <a:solidFill>
                  <a:srgbClr val="000000"/>
                </a:solidFill>
                <a:latin typeface="Times" charset="0"/>
              </a:rPr>
              <a:t>:</a:t>
            </a:r>
          </a:p>
          <a:p>
            <a:pPr lvl="3" eaLnBrk="1" hangingPunct="1">
              <a:lnSpc>
                <a:spcPct val="90000"/>
              </a:lnSpc>
              <a:buFont typeface="Wingdings" charset="0"/>
              <a:buNone/>
            </a:pPr>
            <a:r>
              <a:rPr lang="en-US" sz="2400" b="1" i="1" dirty="0">
                <a:solidFill>
                  <a:srgbClr val="000000"/>
                </a:solidFill>
                <a:latin typeface="Times" charset="0"/>
              </a:rPr>
              <a:t>      Input: </a:t>
            </a:r>
            <a:r>
              <a:rPr lang="en-US" sz="2400" dirty="0">
                <a:solidFill>
                  <a:srgbClr val="000000"/>
                </a:solidFill>
                <a:latin typeface="Times" charset="0"/>
              </a:rPr>
              <a:t>Nonnegative integer </a:t>
            </a:r>
            <a:r>
              <a:rPr lang="en-US" sz="2400" i="1" dirty="0">
                <a:solidFill>
                  <a:srgbClr val="000000"/>
                </a:solidFill>
                <a:latin typeface="Times" charset="0"/>
              </a:rPr>
              <a:t>k</a:t>
            </a:r>
          </a:p>
          <a:p>
            <a:pPr lvl="3" eaLnBrk="1" hangingPunct="1">
              <a:lnSpc>
                <a:spcPct val="90000"/>
              </a:lnSpc>
              <a:buFont typeface="Wingdings" charset="0"/>
              <a:buNone/>
            </a:pPr>
            <a:r>
              <a:rPr lang="en-US" sz="2400" b="1" i="1" dirty="0">
                <a:solidFill>
                  <a:srgbClr val="000000"/>
                </a:solidFill>
                <a:latin typeface="Times" charset="0"/>
              </a:rPr>
              <a:t>      Output: </a:t>
            </a:r>
            <a:r>
              <a:rPr lang="en-US" sz="2400" dirty="0">
                <a:solidFill>
                  <a:srgbClr val="000000"/>
                </a:solidFill>
                <a:latin typeface="Times" charset="0"/>
              </a:rPr>
              <a:t>The </a:t>
            </a:r>
            <a:r>
              <a:rPr lang="en-US" sz="2400" i="1" dirty="0" err="1">
                <a:solidFill>
                  <a:srgbClr val="000000"/>
                </a:solidFill>
                <a:latin typeface="Times" charset="0"/>
              </a:rPr>
              <a:t>k</a:t>
            </a:r>
            <a:r>
              <a:rPr lang="en-US" sz="2400" dirty="0" err="1">
                <a:solidFill>
                  <a:srgbClr val="000000"/>
                </a:solidFill>
                <a:latin typeface="Times" charset="0"/>
              </a:rPr>
              <a:t>th</a:t>
            </a:r>
            <a:r>
              <a:rPr lang="en-US" sz="2400" dirty="0">
                <a:solidFill>
                  <a:srgbClr val="000000"/>
                </a:solidFill>
                <a:latin typeface="Times" charset="0"/>
              </a:rPr>
              <a:t> Fibonacci number </a:t>
            </a:r>
            <a:r>
              <a:rPr lang="en-US" sz="2400" i="1" dirty="0" err="1">
                <a:solidFill>
                  <a:srgbClr val="000000"/>
                </a:solidFill>
                <a:latin typeface="Times" charset="0"/>
              </a:rPr>
              <a:t>F</a:t>
            </a:r>
            <a:r>
              <a:rPr lang="en-US" sz="2400" i="1" baseline="-25000" dirty="0" err="1">
                <a:solidFill>
                  <a:srgbClr val="000000"/>
                </a:solidFill>
                <a:latin typeface="Times" charset="0"/>
              </a:rPr>
              <a:t>k</a:t>
            </a:r>
            <a:endParaRPr lang="en-US" sz="2400" i="1" baseline="-25000" dirty="0">
              <a:solidFill>
                <a:srgbClr val="000000"/>
              </a:solidFill>
              <a:latin typeface="Times" charset="0"/>
            </a:endParaRPr>
          </a:p>
          <a:p>
            <a:pPr lvl="3" eaLnBrk="1" hangingPunct="1">
              <a:lnSpc>
                <a:spcPct val="90000"/>
              </a:lnSpc>
              <a:buFont typeface="Wingdings" charset="0"/>
              <a:buNone/>
            </a:pPr>
            <a:r>
              <a:rPr lang="en-US" sz="2400" b="1" dirty="0">
                <a:solidFill>
                  <a:srgbClr val="000000"/>
                </a:solidFill>
                <a:latin typeface="Times" charset="0"/>
              </a:rPr>
              <a:t>     if </a:t>
            </a:r>
            <a:r>
              <a:rPr lang="en-US" sz="2400" i="1" dirty="0">
                <a:solidFill>
                  <a:srgbClr val="000000"/>
                </a:solidFill>
                <a:latin typeface="Times" charset="0"/>
              </a:rPr>
              <a:t>k </a:t>
            </a:r>
            <a:r>
              <a:rPr lang="en-US" sz="2400" i="1" dirty="0">
                <a:solidFill>
                  <a:srgbClr val="000000"/>
                </a:solidFill>
                <a:latin typeface="CMSY10" charset="0"/>
              </a:rPr>
              <a:t>= </a:t>
            </a:r>
            <a:r>
              <a:rPr lang="en-US" sz="2400" dirty="0">
                <a:solidFill>
                  <a:srgbClr val="000000"/>
                </a:solidFill>
                <a:latin typeface="Times" charset="0"/>
              </a:rPr>
              <a:t>1 </a:t>
            </a:r>
            <a:r>
              <a:rPr lang="en-US" sz="2400" b="1" dirty="0">
                <a:solidFill>
                  <a:srgbClr val="000000"/>
                </a:solidFill>
                <a:latin typeface="Times" charset="0"/>
              </a:rPr>
              <a:t>then</a:t>
            </a:r>
          </a:p>
          <a:p>
            <a:pPr lvl="3" eaLnBrk="1" hangingPunct="1">
              <a:lnSpc>
                <a:spcPct val="90000"/>
              </a:lnSpc>
              <a:buFont typeface="Wingdings" charset="0"/>
              <a:buNone/>
            </a:pPr>
            <a:r>
              <a:rPr lang="en-US" sz="2400" b="1" dirty="0">
                <a:solidFill>
                  <a:srgbClr val="000000"/>
                </a:solidFill>
                <a:latin typeface="Times" charset="0"/>
              </a:rPr>
              <a:t>		return </a:t>
            </a:r>
            <a:r>
              <a:rPr lang="en-US" sz="2400" i="1" dirty="0">
                <a:solidFill>
                  <a:srgbClr val="000000"/>
                </a:solidFill>
                <a:latin typeface="Times" charset="0"/>
              </a:rPr>
              <a:t>k</a:t>
            </a:r>
          </a:p>
          <a:p>
            <a:pPr lvl="3" eaLnBrk="1" hangingPunct="1">
              <a:lnSpc>
                <a:spcPct val="90000"/>
              </a:lnSpc>
              <a:buFont typeface="Wingdings" charset="0"/>
              <a:buNone/>
            </a:pPr>
            <a:r>
              <a:rPr lang="en-US" sz="2400" b="1" dirty="0">
                <a:solidFill>
                  <a:srgbClr val="000000"/>
                </a:solidFill>
                <a:latin typeface="Times" charset="0"/>
              </a:rPr>
              <a:t>     else</a:t>
            </a:r>
          </a:p>
          <a:p>
            <a:pPr lvl="3" eaLnBrk="1" hangingPunct="1">
              <a:lnSpc>
                <a:spcPct val="90000"/>
              </a:lnSpc>
              <a:buFont typeface="Wingdings" charset="0"/>
              <a:buNone/>
            </a:pPr>
            <a:r>
              <a:rPr lang="en-US" sz="2400" b="1" dirty="0">
                <a:solidFill>
                  <a:srgbClr val="000000"/>
                </a:solidFill>
                <a:latin typeface="Times" charset="0"/>
              </a:rPr>
              <a:t>		return </a:t>
            </a:r>
            <a:r>
              <a:rPr lang="en-US" sz="2400" dirty="0" err="1">
                <a:solidFill>
                  <a:schemeClr val="tx2"/>
                </a:solidFill>
                <a:latin typeface="CMSS10" charset="0"/>
              </a:rPr>
              <a:t>BinaryFib</a:t>
            </a:r>
            <a:r>
              <a:rPr lang="en-US" sz="2400" dirty="0">
                <a:solidFill>
                  <a:srgbClr val="000000"/>
                </a:solidFill>
                <a:latin typeface="CMR10" charset="0"/>
              </a:rPr>
              <a:t>(</a:t>
            </a:r>
            <a:r>
              <a:rPr lang="en-US" sz="2400" i="1" dirty="0">
                <a:solidFill>
                  <a:srgbClr val="000000"/>
                </a:solidFill>
                <a:latin typeface="Times" charset="0"/>
              </a:rPr>
              <a:t>k </a:t>
            </a:r>
            <a:r>
              <a:rPr lang="en-US" sz="2400" dirty="0">
                <a:solidFill>
                  <a:srgbClr val="000000"/>
                </a:solidFill>
                <a:latin typeface="Symbol" charset="2"/>
                <a:cs typeface="Symbol" charset="2"/>
              </a:rPr>
              <a:t>-</a:t>
            </a:r>
            <a:r>
              <a:rPr lang="en-US" sz="2400" i="1" dirty="0">
                <a:solidFill>
                  <a:srgbClr val="000000"/>
                </a:solidFill>
                <a:latin typeface="CMSY10" charset="0"/>
              </a:rPr>
              <a:t> </a:t>
            </a:r>
            <a:r>
              <a:rPr lang="en-US" sz="2400" dirty="0">
                <a:solidFill>
                  <a:srgbClr val="000000"/>
                </a:solidFill>
                <a:latin typeface="Times" charset="0"/>
              </a:rPr>
              <a:t>1</a:t>
            </a:r>
            <a:r>
              <a:rPr lang="en-US" sz="2400" dirty="0">
                <a:solidFill>
                  <a:srgbClr val="000000"/>
                </a:solidFill>
                <a:latin typeface="CMR10" charset="0"/>
              </a:rPr>
              <a:t>) + </a:t>
            </a:r>
            <a:r>
              <a:rPr lang="en-US" sz="2400" dirty="0" err="1">
                <a:solidFill>
                  <a:schemeClr val="tx2"/>
                </a:solidFill>
                <a:latin typeface="CMSS10" charset="0"/>
              </a:rPr>
              <a:t>BinaryFib</a:t>
            </a:r>
            <a:r>
              <a:rPr lang="en-US" sz="2400" dirty="0">
                <a:solidFill>
                  <a:srgbClr val="000000"/>
                </a:solidFill>
                <a:latin typeface="CMR10" charset="0"/>
              </a:rPr>
              <a:t>(</a:t>
            </a:r>
            <a:r>
              <a:rPr lang="en-US" sz="2400" i="1" dirty="0">
                <a:solidFill>
                  <a:srgbClr val="000000"/>
                </a:solidFill>
                <a:latin typeface="Times" charset="0"/>
              </a:rPr>
              <a:t>k </a:t>
            </a:r>
            <a:r>
              <a:rPr lang="en-US" sz="2400" dirty="0">
                <a:solidFill>
                  <a:srgbClr val="000000"/>
                </a:solidFill>
                <a:latin typeface="Symbol" charset="2"/>
                <a:cs typeface="Symbol" charset="2"/>
              </a:rPr>
              <a:t>-</a:t>
            </a:r>
            <a:r>
              <a:rPr lang="en-US" sz="2400" i="1" dirty="0">
                <a:solidFill>
                  <a:srgbClr val="000000"/>
                </a:solidFill>
                <a:latin typeface="CMSY10" charset="0"/>
              </a:rPr>
              <a:t> </a:t>
            </a:r>
            <a:r>
              <a:rPr lang="en-US" sz="2400" dirty="0">
                <a:solidFill>
                  <a:srgbClr val="000000"/>
                </a:solidFill>
                <a:latin typeface="Times" charset="0"/>
              </a:rPr>
              <a:t>2</a:t>
            </a:r>
            <a:r>
              <a:rPr lang="en-US" sz="2400" dirty="0">
                <a:solidFill>
                  <a:srgbClr val="000000"/>
                </a:solidFill>
                <a:latin typeface="CMR10" charset="0"/>
              </a:rPr>
              <a:t>)</a:t>
            </a:r>
            <a:endParaRPr lang="en-US" sz="2400" dirty="0">
              <a:latin typeface="Tahoma" charset="0"/>
            </a:endParaRPr>
          </a:p>
        </p:txBody>
      </p:sp>
      <p:sp>
        <p:nvSpPr>
          <p:cNvPr id="31749" name="Date Placeholder 5"/>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Footer Placeholder 4"/>
          <p:cNvSpPr>
            <a:spLocks noGrp="1"/>
          </p:cNvSpPr>
          <p:nvPr>
            <p:ph type="ftr"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32770"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A09DE9DB-F24F-FE42-A790-18BD8D233078}" type="slidenum">
              <a:rPr lang="en-US" sz="1400"/>
              <a:pPr eaLnBrk="1" hangingPunct="1"/>
              <a:t>32</a:t>
            </a:fld>
            <a:endParaRPr lang="en-US" sz="1400"/>
          </a:p>
        </p:txBody>
      </p:sp>
      <p:sp>
        <p:nvSpPr>
          <p:cNvPr id="32771" name="Rectangle 2"/>
          <p:cNvSpPr>
            <a:spLocks noGrp="1" noChangeArrowheads="1"/>
          </p:cNvSpPr>
          <p:nvPr>
            <p:ph type="title"/>
          </p:nvPr>
        </p:nvSpPr>
        <p:spPr/>
        <p:txBody>
          <a:bodyPr/>
          <a:lstStyle/>
          <a:p>
            <a:pPr eaLnBrk="1" hangingPunct="1"/>
            <a:r>
              <a:rPr lang="en-US" sz="4000">
                <a:latin typeface="Tahoma" charset="0"/>
              </a:rPr>
              <a:t>Analysis</a:t>
            </a:r>
          </a:p>
        </p:txBody>
      </p:sp>
      <p:sp>
        <p:nvSpPr>
          <p:cNvPr id="32772" name="Rectangle 3" descr="Rectangle: Click to edit Master text styles&#10;Second level&#10;Third level&#10;Fourth level&#10;Fifth level"/>
          <p:cNvSpPr>
            <a:spLocks noGrp="1" noChangeArrowheads="1"/>
          </p:cNvSpPr>
          <p:nvPr>
            <p:ph type="body" idx="1"/>
          </p:nvPr>
        </p:nvSpPr>
        <p:spPr>
          <a:xfrm>
            <a:off x="838200" y="1600200"/>
            <a:ext cx="7924800" cy="4648200"/>
          </a:xfrm>
        </p:spPr>
        <p:txBody>
          <a:bodyPr/>
          <a:lstStyle/>
          <a:p>
            <a:pPr eaLnBrk="1" hangingPunct="1"/>
            <a:r>
              <a:rPr lang="en-US" sz="2400" dirty="0">
                <a:latin typeface="Tahoma" charset="0"/>
              </a:rPr>
              <a:t>Let </a:t>
            </a:r>
            <a:r>
              <a:rPr lang="en-US" sz="2400" dirty="0" err="1">
                <a:latin typeface="Tahoma" charset="0"/>
              </a:rPr>
              <a:t>n</a:t>
            </a:r>
            <a:r>
              <a:rPr lang="en-US" sz="2400" baseline="-25000" dirty="0" err="1">
                <a:latin typeface="Tahoma" charset="0"/>
              </a:rPr>
              <a:t>k</a:t>
            </a:r>
            <a:r>
              <a:rPr lang="en-US" sz="2400" dirty="0">
                <a:latin typeface="Tahoma" charset="0"/>
              </a:rPr>
              <a:t> be the number of recursive calls by </a:t>
            </a:r>
            <a:r>
              <a:rPr lang="en-US" sz="2400" dirty="0" err="1">
                <a:solidFill>
                  <a:schemeClr val="tx2"/>
                </a:solidFill>
                <a:latin typeface="Tahoma" charset="0"/>
              </a:rPr>
              <a:t>BinaryFib</a:t>
            </a:r>
            <a:r>
              <a:rPr lang="en-US" sz="2400" dirty="0">
                <a:latin typeface="Tahoma" charset="0"/>
              </a:rPr>
              <a:t>(k)</a:t>
            </a:r>
          </a:p>
          <a:p>
            <a:pPr lvl="1" eaLnBrk="1" hangingPunct="1"/>
            <a:r>
              <a:rPr lang="en-US" sz="2000" i="1" dirty="0">
                <a:latin typeface="Tahoma" charset="0"/>
              </a:rPr>
              <a:t>n</a:t>
            </a:r>
            <a:r>
              <a:rPr lang="en-US" sz="2000" baseline="-25000" dirty="0">
                <a:latin typeface="Tahoma" charset="0"/>
              </a:rPr>
              <a:t>0</a:t>
            </a:r>
            <a:r>
              <a:rPr lang="en-US" sz="2000" dirty="0">
                <a:latin typeface="Tahoma" charset="0"/>
              </a:rPr>
              <a:t> = 1	</a:t>
            </a:r>
          </a:p>
          <a:p>
            <a:pPr lvl="1" eaLnBrk="1" hangingPunct="1"/>
            <a:r>
              <a:rPr lang="en-US" sz="2000" i="1" dirty="0">
                <a:latin typeface="Tahoma" charset="0"/>
              </a:rPr>
              <a:t>n</a:t>
            </a:r>
            <a:r>
              <a:rPr lang="en-US" sz="2000" baseline="-25000" dirty="0">
                <a:latin typeface="Tahoma" charset="0"/>
              </a:rPr>
              <a:t>1</a:t>
            </a:r>
            <a:r>
              <a:rPr lang="en-US" sz="2000" dirty="0">
                <a:latin typeface="Tahoma" charset="0"/>
              </a:rPr>
              <a:t> = 1	</a:t>
            </a:r>
          </a:p>
          <a:p>
            <a:pPr lvl="1" eaLnBrk="1" hangingPunct="1"/>
            <a:r>
              <a:rPr lang="en-US" sz="2000" i="1" dirty="0">
                <a:latin typeface="Tahoma" charset="0"/>
              </a:rPr>
              <a:t>n</a:t>
            </a:r>
            <a:r>
              <a:rPr lang="en-US" sz="2000" baseline="-25000" dirty="0">
                <a:latin typeface="Tahoma" charset="0"/>
              </a:rPr>
              <a:t>2</a:t>
            </a:r>
            <a:r>
              <a:rPr lang="en-US" sz="2000" dirty="0">
                <a:latin typeface="Tahoma" charset="0"/>
              </a:rPr>
              <a:t> = </a:t>
            </a:r>
            <a:r>
              <a:rPr lang="en-US" sz="2000" i="1" dirty="0">
                <a:latin typeface="Tahoma" charset="0"/>
              </a:rPr>
              <a:t>n</a:t>
            </a:r>
            <a:r>
              <a:rPr lang="en-US" sz="2000" baseline="-25000" dirty="0">
                <a:latin typeface="Tahoma" charset="0"/>
              </a:rPr>
              <a:t>1</a:t>
            </a:r>
            <a:r>
              <a:rPr lang="en-US" sz="2000" dirty="0">
                <a:latin typeface="Tahoma" charset="0"/>
              </a:rPr>
              <a:t> + </a:t>
            </a:r>
            <a:r>
              <a:rPr lang="en-US" sz="2000" i="1" dirty="0">
                <a:latin typeface="Tahoma" charset="0"/>
              </a:rPr>
              <a:t>n</a:t>
            </a:r>
            <a:r>
              <a:rPr lang="en-US" sz="2000" baseline="-25000" dirty="0">
                <a:latin typeface="Tahoma" charset="0"/>
              </a:rPr>
              <a:t>0</a:t>
            </a:r>
            <a:r>
              <a:rPr lang="en-US" sz="2000" dirty="0">
                <a:latin typeface="Tahoma" charset="0"/>
              </a:rPr>
              <a:t> + 1 = 1 + 1 + 1 = 3	</a:t>
            </a:r>
          </a:p>
          <a:p>
            <a:pPr lvl="1" eaLnBrk="1" hangingPunct="1"/>
            <a:r>
              <a:rPr lang="en-US" sz="2000" i="1" dirty="0">
                <a:latin typeface="Tahoma" charset="0"/>
              </a:rPr>
              <a:t>n</a:t>
            </a:r>
            <a:r>
              <a:rPr lang="en-US" sz="2000" baseline="-25000" dirty="0">
                <a:latin typeface="Tahoma" charset="0"/>
              </a:rPr>
              <a:t>3</a:t>
            </a:r>
            <a:r>
              <a:rPr lang="en-US" sz="2000" dirty="0">
                <a:latin typeface="Tahoma" charset="0"/>
              </a:rPr>
              <a:t> = </a:t>
            </a:r>
            <a:r>
              <a:rPr lang="en-US" sz="2000" i="1" dirty="0">
                <a:latin typeface="Tahoma" charset="0"/>
              </a:rPr>
              <a:t>n</a:t>
            </a:r>
            <a:r>
              <a:rPr lang="en-US" sz="2000" baseline="-25000" dirty="0">
                <a:latin typeface="Tahoma" charset="0"/>
              </a:rPr>
              <a:t>2</a:t>
            </a:r>
            <a:r>
              <a:rPr lang="en-US" sz="2000" dirty="0">
                <a:latin typeface="Tahoma" charset="0"/>
              </a:rPr>
              <a:t> + </a:t>
            </a:r>
            <a:r>
              <a:rPr lang="en-US" sz="2000" i="1" dirty="0">
                <a:latin typeface="Tahoma" charset="0"/>
              </a:rPr>
              <a:t>n</a:t>
            </a:r>
            <a:r>
              <a:rPr lang="en-US" sz="2000" baseline="-25000" dirty="0">
                <a:latin typeface="Tahoma" charset="0"/>
              </a:rPr>
              <a:t>1</a:t>
            </a:r>
            <a:r>
              <a:rPr lang="en-US" sz="2000" dirty="0">
                <a:latin typeface="Tahoma" charset="0"/>
              </a:rPr>
              <a:t> + 1 = 3 + 1 + 1 = 5	</a:t>
            </a:r>
          </a:p>
          <a:p>
            <a:pPr lvl="1" eaLnBrk="1" hangingPunct="1"/>
            <a:r>
              <a:rPr lang="en-US" sz="2000" i="1" dirty="0">
                <a:latin typeface="Tahoma" charset="0"/>
              </a:rPr>
              <a:t>n</a:t>
            </a:r>
            <a:r>
              <a:rPr lang="en-US" sz="2000" baseline="-25000" dirty="0">
                <a:latin typeface="Tahoma" charset="0"/>
              </a:rPr>
              <a:t>4</a:t>
            </a:r>
            <a:r>
              <a:rPr lang="en-US" sz="2000" dirty="0">
                <a:latin typeface="Tahoma" charset="0"/>
              </a:rPr>
              <a:t> = </a:t>
            </a:r>
            <a:r>
              <a:rPr lang="en-US" sz="2000" i="1" dirty="0">
                <a:latin typeface="Tahoma" charset="0"/>
              </a:rPr>
              <a:t>n</a:t>
            </a:r>
            <a:r>
              <a:rPr lang="en-US" sz="2000" baseline="-25000" dirty="0">
                <a:latin typeface="Tahoma" charset="0"/>
              </a:rPr>
              <a:t>3</a:t>
            </a:r>
            <a:r>
              <a:rPr lang="en-US" sz="2000" dirty="0">
                <a:latin typeface="Tahoma" charset="0"/>
              </a:rPr>
              <a:t> + </a:t>
            </a:r>
            <a:r>
              <a:rPr lang="en-US" sz="2000" i="1" dirty="0">
                <a:latin typeface="Tahoma" charset="0"/>
              </a:rPr>
              <a:t>n</a:t>
            </a:r>
            <a:r>
              <a:rPr lang="en-US" sz="2000" baseline="-25000" dirty="0">
                <a:latin typeface="Tahoma" charset="0"/>
              </a:rPr>
              <a:t>2</a:t>
            </a:r>
            <a:r>
              <a:rPr lang="en-US" sz="2000" dirty="0">
                <a:latin typeface="Tahoma" charset="0"/>
              </a:rPr>
              <a:t> + 1 = 5 + 3 + 1 = 9	</a:t>
            </a:r>
          </a:p>
          <a:p>
            <a:pPr lvl="1" eaLnBrk="1" hangingPunct="1"/>
            <a:r>
              <a:rPr lang="en-US" sz="2000" i="1" dirty="0">
                <a:latin typeface="Tahoma" charset="0"/>
              </a:rPr>
              <a:t>n</a:t>
            </a:r>
            <a:r>
              <a:rPr lang="en-US" sz="2000" baseline="-25000" dirty="0">
                <a:latin typeface="Tahoma" charset="0"/>
              </a:rPr>
              <a:t>5</a:t>
            </a:r>
            <a:r>
              <a:rPr lang="en-US" sz="2000" dirty="0">
                <a:latin typeface="Tahoma" charset="0"/>
              </a:rPr>
              <a:t> = </a:t>
            </a:r>
            <a:r>
              <a:rPr lang="en-US" sz="2000" i="1" dirty="0">
                <a:latin typeface="Tahoma" charset="0"/>
              </a:rPr>
              <a:t>n</a:t>
            </a:r>
            <a:r>
              <a:rPr lang="en-US" sz="2000" baseline="-25000" dirty="0">
                <a:latin typeface="Tahoma" charset="0"/>
              </a:rPr>
              <a:t>4</a:t>
            </a:r>
            <a:r>
              <a:rPr lang="en-US" sz="2000" dirty="0">
                <a:latin typeface="Tahoma" charset="0"/>
              </a:rPr>
              <a:t> + </a:t>
            </a:r>
            <a:r>
              <a:rPr lang="en-US" sz="2000" i="1" dirty="0">
                <a:latin typeface="Tahoma" charset="0"/>
              </a:rPr>
              <a:t>n</a:t>
            </a:r>
            <a:r>
              <a:rPr lang="en-US" sz="2000" baseline="-25000" dirty="0">
                <a:latin typeface="Tahoma" charset="0"/>
              </a:rPr>
              <a:t>3</a:t>
            </a:r>
            <a:r>
              <a:rPr lang="en-US" sz="2000" dirty="0">
                <a:latin typeface="Tahoma" charset="0"/>
              </a:rPr>
              <a:t> + 1 = 9 + 5 + 1 = 15	</a:t>
            </a:r>
          </a:p>
          <a:p>
            <a:pPr lvl="1" eaLnBrk="1" hangingPunct="1"/>
            <a:r>
              <a:rPr lang="en-US" sz="2000" i="1" dirty="0">
                <a:latin typeface="Tahoma" charset="0"/>
              </a:rPr>
              <a:t>n</a:t>
            </a:r>
            <a:r>
              <a:rPr lang="en-US" sz="2000" baseline="-25000" dirty="0">
                <a:latin typeface="Tahoma" charset="0"/>
              </a:rPr>
              <a:t>6</a:t>
            </a:r>
            <a:r>
              <a:rPr lang="en-US" sz="2000" dirty="0">
                <a:latin typeface="Tahoma" charset="0"/>
              </a:rPr>
              <a:t> = </a:t>
            </a:r>
            <a:r>
              <a:rPr lang="en-US" sz="2000" i="1" dirty="0">
                <a:latin typeface="Tahoma" charset="0"/>
              </a:rPr>
              <a:t>n</a:t>
            </a:r>
            <a:r>
              <a:rPr lang="en-US" sz="2000" baseline="-25000" dirty="0">
                <a:latin typeface="Tahoma" charset="0"/>
              </a:rPr>
              <a:t>5</a:t>
            </a:r>
            <a:r>
              <a:rPr lang="en-US" sz="2000" dirty="0">
                <a:latin typeface="Tahoma" charset="0"/>
              </a:rPr>
              <a:t> + </a:t>
            </a:r>
            <a:r>
              <a:rPr lang="en-US" sz="2000" i="1" dirty="0">
                <a:latin typeface="Tahoma" charset="0"/>
              </a:rPr>
              <a:t>n</a:t>
            </a:r>
            <a:r>
              <a:rPr lang="en-US" sz="2000" baseline="-25000" dirty="0">
                <a:latin typeface="Tahoma" charset="0"/>
              </a:rPr>
              <a:t>4</a:t>
            </a:r>
            <a:r>
              <a:rPr lang="en-US" sz="2000" dirty="0">
                <a:latin typeface="Tahoma" charset="0"/>
              </a:rPr>
              <a:t> + 1 = 15 + 9 + 1 = 25	</a:t>
            </a:r>
          </a:p>
          <a:p>
            <a:pPr lvl="1" eaLnBrk="1" hangingPunct="1"/>
            <a:r>
              <a:rPr lang="en-US" sz="2000" i="1" dirty="0">
                <a:latin typeface="Tahoma" charset="0"/>
              </a:rPr>
              <a:t>n</a:t>
            </a:r>
            <a:r>
              <a:rPr lang="en-US" sz="2000" baseline="-25000" dirty="0">
                <a:latin typeface="Tahoma" charset="0"/>
              </a:rPr>
              <a:t>7</a:t>
            </a:r>
            <a:r>
              <a:rPr lang="en-US" sz="2000" dirty="0">
                <a:latin typeface="Tahoma" charset="0"/>
              </a:rPr>
              <a:t> = </a:t>
            </a:r>
            <a:r>
              <a:rPr lang="en-US" sz="2000" i="1" dirty="0">
                <a:latin typeface="Tahoma" charset="0"/>
              </a:rPr>
              <a:t>n</a:t>
            </a:r>
            <a:r>
              <a:rPr lang="en-US" sz="2000" baseline="-25000" dirty="0">
                <a:latin typeface="Tahoma" charset="0"/>
              </a:rPr>
              <a:t>6</a:t>
            </a:r>
            <a:r>
              <a:rPr lang="en-US" sz="2000" dirty="0">
                <a:latin typeface="Tahoma" charset="0"/>
              </a:rPr>
              <a:t> + </a:t>
            </a:r>
            <a:r>
              <a:rPr lang="en-US" sz="2000" i="1" dirty="0">
                <a:latin typeface="Tahoma" charset="0"/>
              </a:rPr>
              <a:t>n</a:t>
            </a:r>
            <a:r>
              <a:rPr lang="en-US" sz="2000" baseline="-25000" dirty="0">
                <a:latin typeface="Tahoma" charset="0"/>
              </a:rPr>
              <a:t>5</a:t>
            </a:r>
            <a:r>
              <a:rPr lang="en-US" sz="2000" dirty="0">
                <a:latin typeface="Tahoma" charset="0"/>
              </a:rPr>
              <a:t> + 1 = 25 + 15 + 1 = 41	</a:t>
            </a:r>
          </a:p>
          <a:p>
            <a:pPr lvl="1" eaLnBrk="1" hangingPunct="1"/>
            <a:r>
              <a:rPr lang="en-US" sz="2000" i="1" dirty="0">
                <a:latin typeface="Tahoma" charset="0"/>
              </a:rPr>
              <a:t>n</a:t>
            </a:r>
            <a:r>
              <a:rPr lang="en-US" sz="2000" baseline="-25000" dirty="0">
                <a:latin typeface="Tahoma" charset="0"/>
              </a:rPr>
              <a:t>8</a:t>
            </a:r>
            <a:r>
              <a:rPr lang="en-US" sz="2000" dirty="0">
                <a:latin typeface="Tahoma" charset="0"/>
              </a:rPr>
              <a:t> = </a:t>
            </a:r>
            <a:r>
              <a:rPr lang="en-US" sz="2000" i="1" dirty="0">
                <a:latin typeface="Tahoma" charset="0"/>
              </a:rPr>
              <a:t>n</a:t>
            </a:r>
            <a:r>
              <a:rPr lang="en-US" sz="2000" baseline="-25000" dirty="0">
                <a:latin typeface="Tahoma" charset="0"/>
              </a:rPr>
              <a:t>7</a:t>
            </a:r>
            <a:r>
              <a:rPr lang="en-US" sz="2000" dirty="0">
                <a:latin typeface="Tahoma" charset="0"/>
              </a:rPr>
              <a:t> + </a:t>
            </a:r>
            <a:r>
              <a:rPr lang="en-US" sz="2000" i="1" dirty="0">
                <a:latin typeface="Tahoma" charset="0"/>
              </a:rPr>
              <a:t>n</a:t>
            </a:r>
            <a:r>
              <a:rPr lang="en-US" sz="2000" baseline="-25000" dirty="0">
                <a:latin typeface="Tahoma" charset="0"/>
              </a:rPr>
              <a:t>6</a:t>
            </a:r>
            <a:r>
              <a:rPr lang="en-US" sz="2000" dirty="0">
                <a:latin typeface="Tahoma" charset="0"/>
              </a:rPr>
              <a:t> + 1 = 41 + 25 + 1 = 67</a:t>
            </a:r>
            <a:r>
              <a:rPr lang="en-US" sz="2000" i="1" dirty="0">
                <a:latin typeface="Tahoma" charset="0"/>
              </a:rPr>
              <a:t>.</a:t>
            </a:r>
          </a:p>
          <a:p>
            <a:pPr eaLnBrk="1" hangingPunct="1"/>
            <a:r>
              <a:rPr lang="en-US" sz="2400" dirty="0">
                <a:latin typeface="Tahoma" charset="0"/>
              </a:rPr>
              <a:t>Note that </a:t>
            </a:r>
            <a:r>
              <a:rPr lang="en-US" sz="2400" dirty="0" err="1">
                <a:latin typeface="Tahoma" charset="0"/>
              </a:rPr>
              <a:t>n</a:t>
            </a:r>
            <a:r>
              <a:rPr lang="en-US" sz="2400" baseline="-25000" dirty="0" err="1">
                <a:latin typeface="Tahoma" charset="0"/>
              </a:rPr>
              <a:t>k</a:t>
            </a:r>
            <a:r>
              <a:rPr lang="en-US" sz="2400" dirty="0">
                <a:latin typeface="Tahoma" charset="0"/>
              </a:rPr>
              <a:t> at least doubles every other time</a:t>
            </a:r>
          </a:p>
          <a:p>
            <a:pPr eaLnBrk="1" hangingPunct="1"/>
            <a:r>
              <a:rPr lang="en-US" sz="2400" dirty="0">
                <a:latin typeface="Tahoma" charset="0"/>
              </a:rPr>
              <a:t>That is, </a:t>
            </a:r>
            <a:r>
              <a:rPr lang="en-US" sz="2400" dirty="0" err="1">
                <a:latin typeface="Tahoma" charset="0"/>
              </a:rPr>
              <a:t>n</a:t>
            </a:r>
            <a:r>
              <a:rPr lang="en-US" sz="2400" baseline="-25000" dirty="0" err="1">
                <a:latin typeface="Tahoma" charset="0"/>
              </a:rPr>
              <a:t>k</a:t>
            </a:r>
            <a:r>
              <a:rPr lang="en-US" sz="2400" dirty="0">
                <a:latin typeface="Tahoma" charset="0"/>
              </a:rPr>
              <a:t> &gt; 2</a:t>
            </a:r>
            <a:r>
              <a:rPr lang="en-US" sz="2400" baseline="30000" dirty="0">
                <a:latin typeface="Tahoma" charset="0"/>
              </a:rPr>
              <a:t>k/2</a:t>
            </a:r>
            <a:r>
              <a:rPr lang="en-US" sz="2400" dirty="0">
                <a:latin typeface="Tahoma" charset="0"/>
              </a:rPr>
              <a:t>. It is exponential!</a:t>
            </a:r>
          </a:p>
          <a:p>
            <a:pPr lvl="1" eaLnBrk="1" hangingPunct="1"/>
            <a:endParaRPr lang="en-US" sz="2000" dirty="0">
              <a:latin typeface="Tahoma" charset="0"/>
            </a:endParaRPr>
          </a:p>
        </p:txBody>
      </p:sp>
      <p:sp>
        <p:nvSpPr>
          <p:cNvPr id="32773" name="Date Placeholder 5"/>
          <p:cNvSpPr>
            <a:spLocks noGrp="1"/>
          </p:cNvSpPr>
          <p:nvPr>
            <p:ph type="dt"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Footer Placeholder 4"/>
          <p:cNvSpPr>
            <a:spLocks noGrp="1"/>
          </p:cNvSpPr>
          <p:nvPr>
            <p:ph type="ftr"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Recursion</a:t>
            </a:r>
          </a:p>
        </p:txBody>
      </p:sp>
      <p:sp>
        <p:nvSpPr>
          <p:cNvPr id="33794"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3E3A66DA-8637-914E-BB91-7E8F3B688738}" type="slidenum">
              <a:rPr lang="en-US" sz="1400"/>
              <a:pPr eaLnBrk="1" hangingPunct="1"/>
              <a:t>33</a:t>
            </a:fld>
            <a:endParaRPr lang="en-US" sz="1400"/>
          </a:p>
        </p:txBody>
      </p:sp>
      <p:sp>
        <p:nvSpPr>
          <p:cNvPr id="33795" name="Rectangle 2"/>
          <p:cNvSpPr>
            <a:spLocks noGrp="1" noChangeArrowheads="1"/>
          </p:cNvSpPr>
          <p:nvPr>
            <p:ph type="title"/>
          </p:nvPr>
        </p:nvSpPr>
        <p:spPr/>
        <p:txBody>
          <a:bodyPr/>
          <a:lstStyle/>
          <a:p>
            <a:pPr eaLnBrk="1" hangingPunct="1"/>
            <a:r>
              <a:rPr lang="en-US">
                <a:latin typeface="Tahoma" charset="0"/>
              </a:rPr>
              <a:t>A Better Fibonacci Algorithm </a:t>
            </a:r>
          </a:p>
        </p:txBody>
      </p:sp>
      <p:sp>
        <p:nvSpPr>
          <p:cNvPr id="33796" name="Rectangle 3" descr="Rectangle: Click to edit Master text styles&#10;Second level&#10;Third level&#10;Fourth level&#10;Fifth level"/>
          <p:cNvSpPr>
            <a:spLocks noGrp="1" noChangeArrowheads="1"/>
          </p:cNvSpPr>
          <p:nvPr>
            <p:ph type="body" idx="1"/>
          </p:nvPr>
        </p:nvSpPr>
        <p:spPr>
          <a:xfrm>
            <a:off x="838200" y="1676400"/>
            <a:ext cx="7772400" cy="4648200"/>
          </a:xfrm>
        </p:spPr>
        <p:txBody>
          <a:bodyPr/>
          <a:lstStyle/>
          <a:p>
            <a:pPr eaLnBrk="1" hangingPunct="1">
              <a:lnSpc>
                <a:spcPct val="80000"/>
              </a:lnSpc>
            </a:pPr>
            <a:r>
              <a:rPr lang="en-US" sz="2000" dirty="0">
                <a:latin typeface="Tahoma" charset="0"/>
              </a:rPr>
              <a:t> public static int </a:t>
            </a:r>
            <a:r>
              <a:rPr lang="en-US" sz="2000" dirty="0" err="1">
                <a:latin typeface="Tahoma" charset="0"/>
              </a:rPr>
              <a:t>fibo_L</a:t>
            </a:r>
            <a:r>
              <a:rPr lang="en-US" sz="2000" dirty="0">
                <a:latin typeface="Tahoma" charset="0"/>
              </a:rPr>
              <a:t>(int n)</a:t>
            </a:r>
          </a:p>
          <a:p>
            <a:pPr eaLnBrk="1" hangingPunct="1">
              <a:lnSpc>
                <a:spcPct val="80000"/>
              </a:lnSpc>
            </a:pPr>
            <a:r>
              <a:rPr lang="en-US" sz="2000" dirty="0">
                <a:latin typeface="Tahoma" charset="0"/>
              </a:rPr>
              <a:t>{</a:t>
            </a:r>
          </a:p>
          <a:p>
            <a:pPr eaLnBrk="1" hangingPunct="1">
              <a:lnSpc>
                <a:spcPct val="80000"/>
              </a:lnSpc>
            </a:pPr>
            <a:r>
              <a:rPr lang="en-US" sz="2000" dirty="0">
                <a:latin typeface="Tahoma" charset="0"/>
              </a:rPr>
              <a:t>    int t1 = 0, t2 = 1;</a:t>
            </a:r>
          </a:p>
          <a:p>
            <a:pPr eaLnBrk="1" hangingPunct="1">
              <a:lnSpc>
                <a:spcPct val="80000"/>
              </a:lnSpc>
            </a:pPr>
            <a:r>
              <a:rPr lang="en-US" sz="2000" dirty="0">
                <a:latin typeface="Tahoma" charset="0"/>
              </a:rPr>
              <a:t>    </a:t>
            </a:r>
            <a:r>
              <a:rPr lang="en-US" sz="2000" dirty="0" err="1">
                <a:latin typeface="Tahoma" charset="0"/>
              </a:rPr>
              <a:t>System.out.println</a:t>
            </a:r>
            <a:r>
              <a:rPr lang="en-US" sz="2000" dirty="0">
                <a:latin typeface="Tahoma" charset="0"/>
              </a:rPr>
              <a:t>("Fibonacci Series of " + n + " terms:");</a:t>
            </a:r>
          </a:p>
          <a:p>
            <a:pPr eaLnBrk="1" hangingPunct="1">
              <a:lnSpc>
                <a:spcPct val="80000"/>
              </a:lnSpc>
            </a:pPr>
            <a:r>
              <a:rPr lang="en-US" sz="2000" dirty="0">
                <a:latin typeface="Tahoma" charset="0"/>
              </a:rPr>
              <a:t>    for (int </a:t>
            </a:r>
            <a:r>
              <a:rPr lang="en-US" sz="2000" dirty="0" err="1">
                <a:latin typeface="Tahoma" charset="0"/>
              </a:rPr>
              <a:t>i</a:t>
            </a:r>
            <a:r>
              <a:rPr lang="en-US" sz="2000" dirty="0">
                <a:latin typeface="Tahoma" charset="0"/>
              </a:rPr>
              <a:t> = 1; </a:t>
            </a:r>
            <a:r>
              <a:rPr lang="en-US" sz="2000" dirty="0" err="1">
                <a:latin typeface="Tahoma" charset="0"/>
              </a:rPr>
              <a:t>i</a:t>
            </a:r>
            <a:r>
              <a:rPr lang="en-US" sz="2000" dirty="0">
                <a:latin typeface="Tahoma" charset="0"/>
              </a:rPr>
              <a:t> &lt;= n; ++</a:t>
            </a:r>
            <a:r>
              <a:rPr lang="en-US" sz="2000" dirty="0" err="1">
                <a:latin typeface="Tahoma" charset="0"/>
              </a:rPr>
              <a:t>i</a:t>
            </a:r>
            <a:r>
              <a:rPr lang="en-US" sz="2000" dirty="0">
                <a:latin typeface="Tahoma" charset="0"/>
              </a:rPr>
              <a:t>) {</a:t>
            </a:r>
          </a:p>
          <a:p>
            <a:pPr eaLnBrk="1" hangingPunct="1">
              <a:lnSpc>
                <a:spcPct val="80000"/>
              </a:lnSpc>
            </a:pPr>
            <a:r>
              <a:rPr lang="en-US" sz="2000" dirty="0">
                <a:latin typeface="Tahoma" charset="0"/>
              </a:rPr>
              <a:t>      </a:t>
            </a:r>
            <a:r>
              <a:rPr lang="en-US" sz="2000" dirty="0" err="1">
                <a:latin typeface="Tahoma" charset="0"/>
              </a:rPr>
              <a:t>System.out.print</a:t>
            </a:r>
            <a:r>
              <a:rPr lang="en-US" sz="2000" dirty="0">
                <a:latin typeface="Tahoma" charset="0"/>
              </a:rPr>
              <a:t>(t1 + ", ");</a:t>
            </a:r>
          </a:p>
          <a:p>
            <a:pPr eaLnBrk="1" hangingPunct="1">
              <a:lnSpc>
                <a:spcPct val="80000"/>
              </a:lnSpc>
            </a:pPr>
            <a:r>
              <a:rPr lang="en-US" sz="2000" dirty="0">
                <a:latin typeface="Tahoma" charset="0"/>
              </a:rPr>
              <a:t>      // compute the next term</a:t>
            </a:r>
          </a:p>
          <a:p>
            <a:pPr eaLnBrk="1" hangingPunct="1">
              <a:lnSpc>
                <a:spcPct val="80000"/>
              </a:lnSpc>
            </a:pPr>
            <a:r>
              <a:rPr lang="en-US" sz="2000" dirty="0">
                <a:latin typeface="Tahoma" charset="0"/>
              </a:rPr>
              <a:t>      int sum = t1 + t2;</a:t>
            </a:r>
          </a:p>
          <a:p>
            <a:pPr eaLnBrk="1" hangingPunct="1">
              <a:lnSpc>
                <a:spcPct val="80000"/>
              </a:lnSpc>
            </a:pPr>
            <a:r>
              <a:rPr lang="en-US" sz="2000" dirty="0">
                <a:latin typeface="Tahoma" charset="0"/>
              </a:rPr>
              <a:t>      t1 = t2;</a:t>
            </a:r>
          </a:p>
          <a:p>
            <a:pPr eaLnBrk="1" hangingPunct="1">
              <a:lnSpc>
                <a:spcPct val="80000"/>
              </a:lnSpc>
            </a:pPr>
            <a:r>
              <a:rPr lang="en-US" sz="2000" dirty="0">
                <a:latin typeface="Tahoma" charset="0"/>
              </a:rPr>
              <a:t>      t2 = sum;</a:t>
            </a:r>
          </a:p>
          <a:p>
            <a:pPr eaLnBrk="1" hangingPunct="1">
              <a:lnSpc>
                <a:spcPct val="80000"/>
              </a:lnSpc>
            </a:pPr>
            <a:r>
              <a:rPr lang="en-US" sz="2000" dirty="0">
                <a:latin typeface="Tahoma" charset="0"/>
              </a:rPr>
              <a:t>    }</a:t>
            </a:r>
          </a:p>
          <a:p>
            <a:pPr eaLnBrk="1" hangingPunct="1">
              <a:lnSpc>
                <a:spcPct val="80000"/>
              </a:lnSpc>
            </a:pPr>
            <a:r>
              <a:rPr lang="en-US" sz="2000" dirty="0">
                <a:latin typeface="Tahoma" charset="0"/>
              </a:rPr>
              <a:t>    return t2;</a:t>
            </a:r>
          </a:p>
          <a:p>
            <a:pPr eaLnBrk="1" hangingPunct="1">
              <a:lnSpc>
                <a:spcPct val="80000"/>
              </a:lnSpc>
            </a:pPr>
            <a:r>
              <a:rPr lang="en-US" sz="2000" dirty="0">
                <a:latin typeface="Tahoma" charset="0"/>
              </a:rPr>
              <a:t>}</a:t>
            </a:r>
          </a:p>
          <a:p>
            <a:pPr eaLnBrk="1" hangingPunct="1">
              <a:lnSpc>
                <a:spcPct val="80000"/>
              </a:lnSpc>
            </a:pPr>
            <a:endParaRPr lang="en-US" sz="2000" dirty="0">
              <a:latin typeface="Tahoma" charset="0"/>
            </a:endParaRPr>
          </a:p>
          <a:p>
            <a:pPr eaLnBrk="1" hangingPunct="1">
              <a:lnSpc>
                <a:spcPct val="80000"/>
              </a:lnSpc>
            </a:pPr>
            <a:r>
              <a:rPr lang="en-US" sz="2000" dirty="0">
                <a:solidFill>
                  <a:srgbClr val="FF0000"/>
                </a:solidFill>
                <a:highlight>
                  <a:srgbClr val="FFFF00"/>
                </a:highlight>
                <a:latin typeface="Tahoma" charset="0"/>
              </a:rPr>
              <a:t>T(n)= n</a:t>
            </a:r>
          </a:p>
        </p:txBody>
      </p:sp>
      <p:sp>
        <p:nvSpPr>
          <p:cNvPr id="33797" name="Date Placeholder 5"/>
          <p:cNvSpPr>
            <a:spLocks noGrp="1"/>
          </p:cNvSpPr>
          <p:nvPr>
            <p:ph type="dt"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 2014 Goodrich, Tamassia, Goldwasser</a:t>
            </a:r>
          </a:p>
        </p:txBody>
      </p:sp>
    </p:spTree>
    <p:extLst>
      <p:ext uri="{BB962C8B-B14F-4D97-AF65-F5344CB8AC3E}">
        <p14:creationId xmlns:p14="http://schemas.microsoft.com/office/powerpoint/2010/main" val="1063341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9458EF8-FA14-5D00-3BB4-A8C90B227D64}"/>
              </a:ext>
            </a:extLst>
          </p:cNvPr>
          <p:cNvSpPr>
            <a:spLocks noGrp="1"/>
          </p:cNvSpPr>
          <p:nvPr>
            <p:ph type="ctrTitle"/>
          </p:nvPr>
        </p:nvSpPr>
        <p:spPr/>
        <p:txBody>
          <a:bodyPr/>
          <a:lstStyle/>
          <a:p>
            <a:endParaRPr lang="en-US"/>
          </a:p>
        </p:txBody>
      </p:sp>
      <p:sp>
        <p:nvSpPr>
          <p:cNvPr id="8" name="Subtitle 7">
            <a:extLst>
              <a:ext uri="{FF2B5EF4-FFF2-40B4-BE49-F238E27FC236}">
                <a16:creationId xmlns:a16="http://schemas.microsoft.com/office/drawing/2014/main" id="{D52F3736-0D42-ED56-3E27-6CB64B2547AA}"/>
              </a:ext>
            </a:extLst>
          </p:cNvPr>
          <p:cNvSpPr>
            <a:spLocks noGrp="1"/>
          </p:cNvSpPr>
          <p:nvPr>
            <p:ph type="subTitle" idx="1"/>
          </p:nvPr>
        </p:nvSpPr>
        <p:spPr/>
        <p:txBody>
          <a:bodyPr/>
          <a:lstStyle/>
          <a:p>
            <a:r>
              <a:rPr lang="en-US"/>
              <a:t>End </a:t>
            </a:r>
          </a:p>
        </p:txBody>
      </p:sp>
      <p:sp>
        <p:nvSpPr>
          <p:cNvPr id="4" name="Date Placeholder 3">
            <a:extLst>
              <a:ext uri="{FF2B5EF4-FFF2-40B4-BE49-F238E27FC236}">
                <a16:creationId xmlns:a16="http://schemas.microsoft.com/office/drawing/2014/main" id="{2C553C5C-0DDC-41B9-978B-CE349B76EF6C}"/>
              </a:ext>
            </a:extLst>
          </p:cNvPr>
          <p:cNvSpPr>
            <a:spLocks noGrp="1"/>
          </p:cNvSpPr>
          <p:nvPr>
            <p:ph type="dt" sz="half" idx="10"/>
          </p:nvPr>
        </p:nvSpPr>
        <p:spPr/>
        <p:txBody>
          <a:bodyPr/>
          <a:lstStyle/>
          <a:p>
            <a:pPr>
              <a:defRPr/>
            </a:pPr>
            <a:r>
              <a:rPr lang="en-US"/>
              <a:t>© 2014 Goodrich, Tamassia, Goldwasser</a:t>
            </a:r>
          </a:p>
        </p:txBody>
      </p:sp>
      <p:sp>
        <p:nvSpPr>
          <p:cNvPr id="5" name="Slide Number Placeholder 4">
            <a:extLst>
              <a:ext uri="{FF2B5EF4-FFF2-40B4-BE49-F238E27FC236}">
                <a16:creationId xmlns:a16="http://schemas.microsoft.com/office/drawing/2014/main" id="{B0923D79-A3A5-3890-FE2F-FA20DB842EEC}"/>
              </a:ext>
            </a:extLst>
          </p:cNvPr>
          <p:cNvSpPr>
            <a:spLocks noGrp="1"/>
          </p:cNvSpPr>
          <p:nvPr>
            <p:ph type="sldNum" sz="quarter" idx="11"/>
          </p:nvPr>
        </p:nvSpPr>
        <p:spPr/>
        <p:txBody>
          <a:bodyPr/>
          <a:lstStyle/>
          <a:p>
            <a:pPr>
              <a:defRPr/>
            </a:pPr>
            <a:fld id="{9E71B39E-2B67-9942-90F9-67F1E20F1D89}" type="slidenum">
              <a:rPr lang="en-US" smtClean="0"/>
              <a:pPr>
                <a:defRPr/>
              </a:pPr>
              <a:t>34</a:t>
            </a:fld>
            <a:endParaRPr lang="en-US"/>
          </a:p>
        </p:txBody>
      </p:sp>
      <p:sp>
        <p:nvSpPr>
          <p:cNvPr id="6" name="Footer Placeholder 5">
            <a:extLst>
              <a:ext uri="{FF2B5EF4-FFF2-40B4-BE49-F238E27FC236}">
                <a16:creationId xmlns:a16="http://schemas.microsoft.com/office/drawing/2014/main" id="{6570BFCD-A248-6F87-827D-4164709A9074}"/>
              </a:ext>
            </a:extLst>
          </p:cNvPr>
          <p:cNvSpPr>
            <a:spLocks noGrp="1"/>
          </p:cNvSpPr>
          <p:nvPr>
            <p:ph type="ftr" sz="quarter" idx="12"/>
          </p:nvPr>
        </p:nvSpPr>
        <p:spPr/>
        <p:txBody>
          <a:bodyPr/>
          <a:lstStyle/>
          <a:p>
            <a:pPr>
              <a:defRPr/>
            </a:pPr>
            <a:r>
              <a:rPr lang="en-US"/>
              <a:t>Recursion</a:t>
            </a:r>
          </a:p>
        </p:txBody>
      </p:sp>
    </p:spTree>
    <p:extLst>
      <p:ext uri="{BB962C8B-B14F-4D97-AF65-F5344CB8AC3E}">
        <p14:creationId xmlns:p14="http://schemas.microsoft.com/office/powerpoint/2010/main" val="98555694"/>
      </p:ext>
    </p:extLst>
  </p:cSld>
  <p:clrMapOvr>
    <a:masterClrMapping/>
  </p:clrMapOvr>
</p:sld>
</file>

<file path=ppt/theme/theme1.xml><?xml version="1.0" encoding="utf-8"?>
<a:theme xmlns:a="http://schemas.openxmlformats.org/drawingml/2006/main" name="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Blueprint">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FF"/>
        </a:solidFill>
        <a:ln w="0">
          <a:solidFill>
            <a:srgbClr val="000000"/>
          </a:solidFill>
          <a:round/>
          <a:headEnd/>
          <a:tailEnd/>
        </a:ln>
      </a:spPr>
      <a:bodyP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مستند" ma:contentTypeID="0x0101003CE4E62705B277449303F33AD34ED88C" ma:contentTypeVersion="13" ma:contentTypeDescription="إنشاء مستند جديد." ma:contentTypeScope="" ma:versionID="c3b0bd6ca17bb31756cca4f186ab3328">
  <xsd:schema xmlns:xsd="http://www.w3.org/2001/XMLSchema" xmlns:xs="http://www.w3.org/2001/XMLSchema" xmlns:p="http://schemas.microsoft.com/office/2006/metadata/properties" xmlns:ns2="e5b6be36-7386-47fb-8a9a-07470a3e7672" xmlns:ns3="35ac72bb-6e66-44cc-83f8-5100c656d1f7" targetNamespace="http://schemas.microsoft.com/office/2006/metadata/properties" ma:root="true" ma:fieldsID="110589eb7c7aec1b3cf45e17a22a4e86" ns2:_="" ns3:_="">
    <xsd:import namespace="e5b6be36-7386-47fb-8a9a-07470a3e7672"/>
    <xsd:import namespace="35ac72bb-6e66-44cc-83f8-5100c656d1f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PHDthesi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b6be36-7386-47fb-8a9a-07470a3e7672" elementFormDefault="qualified">
    <xsd:import namespace="http://schemas.microsoft.com/office/2006/documentManagement/types"/>
    <xsd:import namespace="http://schemas.microsoft.com/office/infopath/2007/PartnerControls"/>
    <xsd:element name="SharedWithUsers" ma:index="8" nillable="true" ma:displayName="تمت مشاركته مع"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مشتركة مع تفاصيل"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5ac72bb-6e66-44cc-83f8-5100c656d1f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PHDthesis" ma:index="20" nillable="true" ma:displayName="PHD thesis" ma:format="Dropdown" ma:internalName="PHDthesi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نوع المحتوى"/>
        <xsd:element ref="dc:title" minOccurs="0" maxOccurs="1" ma:index="4" ma:displayName="العنوان"/>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HDthesis xmlns="35ac72bb-6e66-44cc-83f8-5100c656d1f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5C1A60-B1A1-47F6-B36B-5C86B7BA33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b6be36-7386-47fb-8a9a-07470a3e7672"/>
    <ds:schemaRef ds:uri="35ac72bb-6e66-44cc-83f8-5100c656d1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A134BCD-8916-411C-98BF-71C898C4826B}">
  <ds:schemaRefs>
    <ds:schemaRef ds:uri="http://schemas.microsoft.com/office/infopath/2007/PartnerControls"/>
    <ds:schemaRef ds:uri="http://www.w3.org/XML/1998/namespace"/>
    <ds:schemaRef ds:uri="http://purl.org/dc/elements/1.1/"/>
    <ds:schemaRef ds:uri="http://purl.org/dc/dcmitype/"/>
    <ds:schemaRef ds:uri="http://schemas.microsoft.com/office/2006/documentManagement/types"/>
    <ds:schemaRef ds:uri="http://schemas.microsoft.com/office/2006/metadata/properties"/>
    <ds:schemaRef ds:uri="http://purl.org/dc/terms/"/>
    <ds:schemaRef ds:uri="http://schemas.openxmlformats.org/package/2006/metadata/core-properties"/>
    <ds:schemaRef ds:uri="35ac72bb-6e66-44cc-83f8-5100c656d1f7"/>
    <ds:schemaRef ds:uri="e5b6be36-7386-47fb-8a9a-07470a3e7672"/>
  </ds:schemaRefs>
</ds:datastoreItem>
</file>

<file path=customXml/itemProps3.xml><?xml version="1.0" encoding="utf-8"?>
<ds:datastoreItem xmlns:ds="http://schemas.openxmlformats.org/officeDocument/2006/customXml" ds:itemID="{A9B7DDE3-8D06-49EA-8DC9-8915C3679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5015</TotalTime>
  <Words>2596</Words>
  <Application>Microsoft Office PowerPoint</Application>
  <PresentationFormat>On-screen Show (4:3)</PresentationFormat>
  <Paragraphs>459</Paragraphs>
  <Slides>34</Slides>
  <Notes>1</Notes>
  <HiddenSlides>0</HiddenSlides>
  <MMClips>0</MMClips>
  <ScaleCrop>false</ScaleCrop>
  <HeadingPairs>
    <vt:vector size="8" baseType="variant">
      <vt:variant>
        <vt:lpstr>Fonts Used</vt:lpstr>
      </vt:variant>
      <vt:variant>
        <vt:i4>16</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52" baseType="lpstr">
      <vt:lpstr>Abadi</vt:lpstr>
      <vt:lpstr>Arial</vt:lpstr>
      <vt:lpstr>CMMI10</vt:lpstr>
      <vt:lpstr>CMR10</vt:lpstr>
      <vt:lpstr>CMSS10</vt:lpstr>
      <vt:lpstr>CMSY10</vt:lpstr>
      <vt:lpstr>CMSY8</vt:lpstr>
      <vt:lpstr>Comic Sans MS</vt:lpstr>
      <vt:lpstr>KaTeX_Main</vt:lpstr>
      <vt:lpstr>KaTeX_Math</vt:lpstr>
      <vt:lpstr>Symbol</vt:lpstr>
      <vt:lpstr>system-ui</vt:lpstr>
      <vt:lpstr>Tahoma</vt:lpstr>
      <vt:lpstr>Times</vt:lpstr>
      <vt:lpstr>Times New Roman</vt:lpstr>
      <vt:lpstr>Wingdings</vt:lpstr>
      <vt:lpstr>Blueprint</vt:lpstr>
      <vt:lpstr>Equation</vt:lpstr>
      <vt:lpstr>Recursion</vt:lpstr>
      <vt:lpstr>The Recursion Pattern</vt:lpstr>
      <vt:lpstr>Content of a Recursive Method</vt:lpstr>
      <vt:lpstr>Visualizing Recursion</vt:lpstr>
      <vt:lpstr>Binary Search</vt:lpstr>
      <vt:lpstr>Visualizing Binary Search</vt:lpstr>
      <vt:lpstr>Analyzing Binary Search</vt:lpstr>
      <vt:lpstr>Binary Search Complexity Analysis: Why O(logn)?</vt:lpstr>
      <vt:lpstr>Linear Recursion</vt:lpstr>
      <vt:lpstr>Example of Linear Recursion Computing the sum of a sequence recursively, by adding the last number to the sum of the first n−1.</vt:lpstr>
      <vt:lpstr>linearSum in java</vt:lpstr>
      <vt:lpstr>Reversing an Array</vt:lpstr>
      <vt:lpstr>Defining Arguments for Recursion</vt:lpstr>
      <vt:lpstr>Tail Recursion</vt:lpstr>
      <vt:lpstr>PowerPoint Presentation</vt:lpstr>
      <vt:lpstr>PowerPoint Presentation</vt:lpstr>
      <vt:lpstr>PowerPoint Presentation</vt:lpstr>
      <vt:lpstr>PowerPoint Presentation</vt:lpstr>
      <vt:lpstr>Example tail recursions</vt:lpstr>
      <vt:lpstr>Example of non tail</vt:lpstr>
      <vt:lpstr>Tail recursion</vt:lpstr>
      <vt:lpstr>PowerPoint Presentation</vt:lpstr>
      <vt:lpstr>Power x ^n :iterative way</vt:lpstr>
      <vt:lpstr>Computing Powers</vt:lpstr>
      <vt:lpstr>Recursive Squaring</vt:lpstr>
      <vt:lpstr>Recursive Squaring Method</vt:lpstr>
      <vt:lpstr>Analysis</vt:lpstr>
      <vt:lpstr>Power with theta(n)</vt:lpstr>
      <vt:lpstr>Recursive power with java (log n)</vt:lpstr>
      <vt:lpstr>Another Binary Recusive Method</vt:lpstr>
      <vt:lpstr>Computing Fibonacci Numbers</vt:lpstr>
      <vt:lpstr>Analysis</vt:lpstr>
      <vt:lpstr>A Better Fibonacci Algorithm </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Algorithms</dc:title>
  <dc:creator>Roberto Tamassia</dc:creator>
  <cp:lastModifiedBy>atef obeidat</cp:lastModifiedBy>
  <cp:revision>467</cp:revision>
  <cp:lastPrinted>2014-03-16T19:02:44Z</cp:lastPrinted>
  <dcterms:created xsi:type="dcterms:W3CDTF">2002-01-21T02:22:10Z</dcterms:created>
  <dcterms:modified xsi:type="dcterms:W3CDTF">2025-04-19T20:54:04Z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0x0101003CE4E62705B277449303F33AD34ED88C</vt:lpwstr>
  </property>
</Properties>
</file>