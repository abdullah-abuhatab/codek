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4"/>
  </p:sldMasterIdLst>
  <p:notesMasterIdLst>
    <p:notesMasterId r:id="rId54"/>
  </p:notesMasterIdLst>
  <p:handoutMasterIdLst>
    <p:handoutMasterId r:id="rId55"/>
  </p:handoutMasterIdLst>
  <p:sldIdLst>
    <p:sldId id="256" r:id="rId5"/>
    <p:sldId id="295" r:id="rId6"/>
    <p:sldId id="267" r:id="rId7"/>
    <p:sldId id="268" r:id="rId8"/>
    <p:sldId id="297" r:id="rId9"/>
    <p:sldId id="298" r:id="rId10"/>
    <p:sldId id="257" r:id="rId11"/>
    <p:sldId id="296" r:id="rId12"/>
    <p:sldId id="258" r:id="rId13"/>
    <p:sldId id="299" r:id="rId14"/>
    <p:sldId id="303" r:id="rId15"/>
    <p:sldId id="304" r:id="rId16"/>
    <p:sldId id="305" r:id="rId17"/>
    <p:sldId id="300" r:id="rId18"/>
    <p:sldId id="306" r:id="rId19"/>
    <p:sldId id="307" r:id="rId20"/>
    <p:sldId id="308" r:id="rId21"/>
    <p:sldId id="309" r:id="rId22"/>
    <p:sldId id="301" r:id="rId23"/>
    <p:sldId id="310" r:id="rId24"/>
    <p:sldId id="311" r:id="rId25"/>
    <p:sldId id="312" r:id="rId26"/>
    <p:sldId id="313" r:id="rId27"/>
    <p:sldId id="314" r:id="rId28"/>
    <p:sldId id="284" r:id="rId29"/>
    <p:sldId id="285" r:id="rId30"/>
    <p:sldId id="286" r:id="rId31"/>
    <p:sldId id="287" r:id="rId32"/>
    <p:sldId id="315" r:id="rId33"/>
    <p:sldId id="259" r:id="rId34"/>
    <p:sldId id="316" r:id="rId35"/>
    <p:sldId id="292" r:id="rId36"/>
    <p:sldId id="302" r:id="rId37"/>
    <p:sldId id="317" r:id="rId38"/>
    <p:sldId id="260" r:id="rId39"/>
    <p:sldId id="261" r:id="rId40"/>
    <p:sldId id="318" r:id="rId41"/>
    <p:sldId id="319" r:id="rId42"/>
    <p:sldId id="320" r:id="rId43"/>
    <p:sldId id="321" r:id="rId44"/>
    <p:sldId id="262" r:id="rId45"/>
    <p:sldId id="323" r:id="rId46"/>
    <p:sldId id="324" r:id="rId47"/>
    <p:sldId id="322" r:id="rId48"/>
    <p:sldId id="263" r:id="rId49"/>
    <p:sldId id="325" r:id="rId50"/>
    <p:sldId id="326" r:id="rId51"/>
    <p:sldId id="294" r:id="rId52"/>
    <p:sldId id="327" r:id="rId53"/>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B2C38-21AE-4DFD-8CCF-A9AB717B13B1}" v="1" dt="2021-10-22T19:54:40.554"/>
    <p1510:client id="{0F61D5DE-79E1-490E-9517-BE813E36A149}" v="4" dt="2021-10-14T05:38:51.248"/>
    <p1510:client id="{1EA5B5F1-FB8C-4F23-A54E-C5D86A073A91}" v="3" dt="2021-11-24T12:22:31.249"/>
    <p1510:client id="{2BAA2F5F-EE6C-4887-B0D7-E23E0215A95F}" v="2" dt="2022-01-20T11:13:48.487"/>
    <p1510:client id="{3DDD16B9-04FF-4050-8584-CE4D5247FF61}" v="11" dt="2022-01-20T10:40:28.946"/>
    <p1510:client id="{434CC134-461E-4F14-81BE-3F28598AE52B}" v="2" dt="2021-12-01T19:37:14.128"/>
    <p1510:client id="{58C416D9-7710-4824-8D4E-EF243BB31A20}" v="24" dt="2022-01-20T11:09:42.819"/>
    <p1510:client id="{5AC86DF2-042A-4326-83F0-B0284DAE4BCB}" v="1" dt="2021-11-30T23:14:03.642"/>
    <p1510:client id="{709FBE31-11F0-42D8-9A07-652B58BC1457}" v="97" dt="2021-11-29T11:57:28.624"/>
    <p1510:client id="{8CF17E4E-E706-4087-97C9-D28E6F8A4D06}" v="115" dt="2022-01-19T11:56:17.674"/>
    <p1510:client id="{B473D526-41EB-0168-54D7-868C0F531B60}" v="3" dt="2021-11-11T15:41:10.549"/>
    <p1510:client id="{EEE8D0C9-9B09-4DBF-8514-E02278FC1406}" v="2" dt="2021-10-13T14:13:24.575"/>
    <p1510:client id="{F4CEDB60-9C6F-4108-86A6-93FD69E34122}" v="43" dt="2021-11-29T18:20:32.628"/>
    <p1510:client id="{FE31E804-FD2A-41B7-93E1-955BFD248292}" v="7" dt="2021-10-22T19:54:18.7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زيد محمد فلاح الرواشده" userId="S::31918001033@std.bau.edu.jo::20684b92-a27b-4e80-bb14-6e999231ad29" providerId="AD" clId="Web-{3DDD16B9-04FF-4050-8584-CE4D5247FF61}"/>
    <pc:docChg chg="modSld">
      <pc:chgData name="زيد محمد فلاح الرواشده" userId="S::31918001033@std.bau.edu.jo::20684b92-a27b-4e80-bb14-6e999231ad29" providerId="AD" clId="Web-{3DDD16B9-04FF-4050-8584-CE4D5247FF61}" dt="2022-01-20T10:40:29.447" v="12" actId="20577"/>
      <pc:docMkLst>
        <pc:docMk/>
      </pc:docMkLst>
      <pc:sldChg chg="modSp">
        <pc:chgData name="زيد محمد فلاح الرواشده" userId="S::31918001033@std.bau.edu.jo::20684b92-a27b-4e80-bb14-6e999231ad29" providerId="AD" clId="Web-{3DDD16B9-04FF-4050-8584-CE4D5247FF61}" dt="2022-01-20T10:34:13.189" v="3" actId="20577"/>
        <pc:sldMkLst>
          <pc:docMk/>
          <pc:sldMk cId="0" sldId="284"/>
        </pc:sldMkLst>
        <pc:spChg chg="mod">
          <ac:chgData name="زيد محمد فلاح الرواشده" userId="S::31918001033@std.bau.edu.jo::20684b92-a27b-4e80-bb14-6e999231ad29" providerId="AD" clId="Web-{3DDD16B9-04FF-4050-8584-CE4D5247FF61}" dt="2022-01-20T10:34:13.189" v="3" actId="20577"/>
          <ac:spMkLst>
            <pc:docMk/>
            <pc:sldMk cId="0" sldId="284"/>
            <ac:spMk id="80901" creationId="{00000000-0000-0000-0000-000000000000}"/>
          </ac:spMkLst>
        </pc:spChg>
      </pc:sldChg>
      <pc:sldChg chg="modSp">
        <pc:chgData name="زيد محمد فلاح الرواشده" userId="S::31918001033@std.bau.edu.jo::20684b92-a27b-4e80-bb14-6e999231ad29" providerId="AD" clId="Web-{3DDD16B9-04FF-4050-8584-CE4D5247FF61}" dt="2022-01-20T10:40:09.883" v="8" actId="20577"/>
        <pc:sldMkLst>
          <pc:docMk/>
          <pc:sldMk cId="0" sldId="285"/>
        </pc:sldMkLst>
        <pc:spChg chg="mod">
          <ac:chgData name="زيد محمد فلاح الرواشده" userId="S::31918001033@std.bau.edu.jo::20684b92-a27b-4e80-bb14-6e999231ad29" providerId="AD" clId="Web-{3DDD16B9-04FF-4050-8584-CE4D5247FF61}" dt="2022-01-20T10:40:09.883" v="8" actId="20577"/>
          <ac:spMkLst>
            <pc:docMk/>
            <pc:sldMk cId="0" sldId="285"/>
            <ac:spMk id="81925" creationId="{00000000-0000-0000-0000-000000000000}"/>
          </ac:spMkLst>
        </pc:spChg>
      </pc:sldChg>
      <pc:sldChg chg="modSp">
        <pc:chgData name="زيد محمد فلاح الرواشده" userId="S::31918001033@std.bau.edu.jo::20684b92-a27b-4e80-bb14-6e999231ad29" providerId="AD" clId="Web-{3DDD16B9-04FF-4050-8584-CE4D5247FF61}" dt="2022-01-20T10:40:29.447" v="12" actId="20577"/>
        <pc:sldMkLst>
          <pc:docMk/>
          <pc:sldMk cId="0" sldId="286"/>
        </pc:sldMkLst>
        <pc:spChg chg="mod">
          <ac:chgData name="زيد محمد فلاح الرواشده" userId="S::31918001033@std.bau.edu.jo::20684b92-a27b-4e80-bb14-6e999231ad29" providerId="AD" clId="Web-{3DDD16B9-04FF-4050-8584-CE4D5247FF61}" dt="2022-01-20T10:40:29.447" v="12" actId="20577"/>
          <ac:spMkLst>
            <pc:docMk/>
            <pc:sldMk cId="0" sldId="286"/>
            <ac:spMk id="83973" creationId="{00000000-0000-0000-0000-000000000000}"/>
          </ac:spMkLst>
        </pc:spChg>
      </pc:sldChg>
    </pc:docChg>
  </pc:docChgLst>
  <pc:docChgLst>
    <pc:chgData name="ملاك نبيل محمد الطعيمات" userId="S::31918001052@std.bau.edu.jo::95440820-42f3-4ad5-b772-76c2bedb6b36" providerId="AD" clId="Web-{FE31E804-FD2A-41B7-93E1-955BFD248292}"/>
    <pc:docChg chg="modSld">
      <pc:chgData name="ملاك نبيل محمد الطعيمات" userId="S::31918001052@std.bau.edu.jo::95440820-42f3-4ad5-b772-76c2bedb6b36" providerId="AD" clId="Web-{FE31E804-FD2A-41B7-93E1-955BFD248292}" dt="2021-10-22T19:54:17.812" v="5" actId="20577"/>
      <pc:docMkLst>
        <pc:docMk/>
      </pc:docMkLst>
      <pc:sldChg chg="modSp">
        <pc:chgData name="ملاك نبيل محمد الطعيمات" userId="S::31918001052@std.bau.edu.jo::95440820-42f3-4ad5-b772-76c2bedb6b36" providerId="AD" clId="Web-{FE31E804-FD2A-41B7-93E1-955BFD248292}" dt="2021-10-22T19:54:17.812" v="5" actId="20577"/>
        <pc:sldMkLst>
          <pc:docMk/>
          <pc:sldMk cId="0" sldId="307"/>
        </pc:sldMkLst>
        <pc:spChg chg="mod">
          <ac:chgData name="ملاك نبيل محمد الطعيمات" userId="S::31918001052@std.bau.edu.jo::95440820-42f3-4ad5-b772-76c2bedb6b36" providerId="AD" clId="Web-{FE31E804-FD2A-41B7-93E1-955BFD248292}" dt="2021-10-22T19:54:17.812" v="5" actId="20577"/>
          <ac:spMkLst>
            <pc:docMk/>
            <pc:sldMk cId="0" sldId="307"/>
            <ac:spMk id="3" creationId="{00000000-0000-0000-0000-000000000000}"/>
          </ac:spMkLst>
        </pc:spChg>
      </pc:sldChg>
    </pc:docChg>
  </pc:docChgLst>
  <pc:docChgLst>
    <pc:chgData name="شهد زياد رضوان حتامله" userId="S::31918001041@std.bau.edu.jo::00e6a581-8394-48b3-ba8b-974afa638f55" providerId="AD" clId="Web-{B473D526-41EB-0168-54D7-868C0F531B60}"/>
    <pc:docChg chg="modSld">
      <pc:chgData name="شهد زياد رضوان حتامله" userId="S::31918001041@std.bau.edu.jo::00e6a581-8394-48b3-ba8b-974afa638f55" providerId="AD" clId="Web-{B473D526-41EB-0168-54D7-868C0F531B60}" dt="2021-11-11T15:41:10.549" v="2" actId="20577"/>
      <pc:docMkLst>
        <pc:docMk/>
      </pc:docMkLst>
      <pc:sldChg chg="modSp">
        <pc:chgData name="شهد زياد رضوان حتامله" userId="S::31918001041@std.bau.edu.jo::00e6a581-8394-48b3-ba8b-974afa638f55" providerId="AD" clId="Web-{B473D526-41EB-0168-54D7-868C0F531B60}" dt="2021-11-11T15:41:10.549" v="2" actId="20577"/>
        <pc:sldMkLst>
          <pc:docMk/>
          <pc:sldMk cId="0" sldId="305"/>
        </pc:sldMkLst>
        <pc:spChg chg="mod">
          <ac:chgData name="شهد زياد رضوان حتامله" userId="S::31918001041@std.bau.edu.jo::00e6a581-8394-48b3-ba8b-974afa638f55" providerId="AD" clId="Web-{B473D526-41EB-0168-54D7-868C0F531B60}" dt="2021-11-11T15:41:10.549" v="2" actId="20577"/>
          <ac:spMkLst>
            <pc:docMk/>
            <pc:sldMk cId="0" sldId="305"/>
            <ac:spMk id="2" creationId="{00000000-0000-0000-0000-000000000000}"/>
          </ac:spMkLst>
        </pc:spChg>
      </pc:sldChg>
    </pc:docChg>
  </pc:docChgLst>
  <pc:docChgLst>
    <pc:chgData name="زيد محمد فلاح الرواشده" userId="S::31918001033@std.bau.edu.jo::20684b92-a27b-4e80-bb14-6e999231ad29" providerId="AD" clId="Web-{2BAA2F5F-EE6C-4887-B0D7-E23E0215A95F}"/>
    <pc:docChg chg="modSld">
      <pc:chgData name="زيد محمد فلاح الرواشده" userId="S::31918001033@std.bau.edu.jo::20684b92-a27b-4e80-bb14-6e999231ad29" providerId="AD" clId="Web-{2BAA2F5F-EE6C-4887-B0D7-E23E0215A95F}" dt="2022-01-20T11:13:48.487" v="1" actId="20577"/>
      <pc:docMkLst>
        <pc:docMk/>
      </pc:docMkLst>
      <pc:sldChg chg="modSp">
        <pc:chgData name="زيد محمد فلاح الرواشده" userId="S::31918001033@std.bau.edu.jo::20684b92-a27b-4e80-bb14-6e999231ad29" providerId="AD" clId="Web-{2BAA2F5F-EE6C-4887-B0D7-E23E0215A95F}" dt="2022-01-20T11:13:48.487" v="1" actId="20577"/>
        <pc:sldMkLst>
          <pc:docMk/>
          <pc:sldMk cId="0" sldId="292"/>
        </pc:sldMkLst>
        <pc:spChg chg="mod">
          <ac:chgData name="زيد محمد فلاح الرواشده" userId="S::31918001033@std.bau.edu.jo::20684b92-a27b-4e80-bb14-6e999231ad29" providerId="AD" clId="Web-{2BAA2F5F-EE6C-4887-B0D7-E23E0215A95F}" dt="2022-01-20T11:13:48.487" v="1" actId="20577"/>
          <ac:spMkLst>
            <pc:docMk/>
            <pc:sldMk cId="0" sldId="292"/>
            <ac:spMk id="89093" creationId="{00000000-0000-0000-0000-000000000000}"/>
          </ac:spMkLst>
        </pc:spChg>
      </pc:sldChg>
    </pc:docChg>
  </pc:docChgLst>
  <pc:docChgLst>
    <pc:chgData name="زيد محمد فلاح الرواشده" userId="S::31918001033@std.bau.edu.jo::20684b92-a27b-4e80-bb14-6e999231ad29" providerId="AD" clId="Web-{709FBE31-11F0-42D8-9A07-652B58BC1457}"/>
    <pc:docChg chg="modSld">
      <pc:chgData name="زيد محمد فلاح الرواشده" userId="S::31918001033@std.bau.edu.jo::20684b92-a27b-4e80-bb14-6e999231ad29" providerId="AD" clId="Web-{709FBE31-11F0-42D8-9A07-652B58BC1457}" dt="2021-11-29T11:57:28.624" v="77"/>
      <pc:docMkLst>
        <pc:docMk/>
      </pc:docMkLst>
      <pc:sldChg chg="addSp delSp modSp">
        <pc:chgData name="زيد محمد فلاح الرواشده" userId="S::31918001033@std.bau.edu.jo::20684b92-a27b-4e80-bb14-6e999231ad29" providerId="AD" clId="Web-{709FBE31-11F0-42D8-9A07-652B58BC1457}" dt="2021-11-29T11:57:28.624" v="77"/>
        <pc:sldMkLst>
          <pc:docMk/>
          <pc:sldMk cId="0" sldId="257"/>
        </pc:sldMkLst>
        <pc:spChg chg="add del">
          <ac:chgData name="زيد محمد فلاح الرواشده" userId="S::31918001033@std.bau.edu.jo::20684b92-a27b-4e80-bb14-6e999231ad29" providerId="AD" clId="Web-{709FBE31-11F0-42D8-9A07-652B58BC1457}" dt="2021-11-29T11:54:25.464" v="67"/>
          <ac:spMkLst>
            <pc:docMk/>
            <pc:sldMk cId="0" sldId="257"/>
            <ac:spMk id="2" creationId="{F8521972-CC63-49B9-80CE-68C0EE8C9A12}"/>
          </ac:spMkLst>
        </pc:spChg>
        <pc:graphicFrameChg chg="mod modGraphic">
          <ac:chgData name="زيد محمد فلاح الرواشده" userId="S::31918001033@std.bau.edu.jo::20684b92-a27b-4e80-bb14-6e999231ad29" providerId="AD" clId="Web-{709FBE31-11F0-42D8-9A07-652B58BC1457}" dt="2021-11-29T11:57:28.624" v="77"/>
          <ac:graphicFrameMkLst>
            <pc:docMk/>
            <pc:sldMk cId="0" sldId="257"/>
            <ac:graphicFrameMk id="5" creationId="{00000000-0000-0000-0000-000000000000}"/>
          </ac:graphicFrameMkLst>
        </pc:graphicFrameChg>
        <pc:graphicFrameChg chg="add del mod">
          <ac:chgData name="زيد محمد فلاح الرواشده" userId="S::31918001033@std.bau.edu.jo::20684b92-a27b-4e80-bb14-6e999231ad29" providerId="AD" clId="Web-{709FBE31-11F0-42D8-9A07-652B58BC1457}" dt="2021-11-29T11:54:23.807" v="66"/>
          <ac:graphicFrameMkLst>
            <pc:docMk/>
            <pc:sldMk cId="0" sldId="257"/>
            <ac:graphicFrameMk id="7" creationId="{3C897DBB-1949-413F-A006-50B89B52BCE0}"/>
          </ac:graphicFrameMkLst>
        </pc:graphicFrameChg>
      </pc:sldChg>
      <pc:sldChg chg="modSp">
        <pc:chgData name="زيد محمد فلاح الرواشده" userId="S::31918001033@std.bau.edu.jo::20684b92-a27b-4e80-bb14-6e999231ad29" providerId="AD" clId="Web-{709FBE31-11F0-42D8-9A07-652B58BC1457}" dt="2021-11-29T11:30:23.028" v="35" actId="20577"/>
        <pc:sldMkLst>
          <pc:docMk/>
          <pc:sldMk cId="0" sldId="267"/>
        </pc:sldMkLst>
        <pc:spChg chg="mod">
          <ac:chgData name="زيد محمد فلاح الرواشده" userId="S::31918001033@std.bau.edu.jo::20684b92-a27b-4e80-bb14-6e999231ad29" providerId="AD" clId="Web-{709FBE31-11F0-42D8-9A07-652B58BC1457}" dt="2021-11-29T11:30:23.028" v="35" actId="20577"/>
          <ac:spMkLst>
            <pc:docMk/>
            <pc:sldMk cId="0" sldId="267"/>
            <ac:spMk id="64517" creationId="{00000000-0000-0000-0000-000000000000}"/>
          </ac:spMkLst>
        </pc:spChg>
      </pc:sldChg>
      <pc:sldChg chg="modSp">
        <pc:chgData name="زيد محمد فلاح الرواشده" userId="S::31918001033@std.bau.edu.jo::20684b92-a27b-4e80-bb14-6e999231ad29" providerId="AD" clId="Web-{709FBE31-11F0-42D8-9A07-652B58BC1457}" dt="2021-11-29T11:34:23.705" v="39" actId="20577"/>
        <pc:sldMkLst>
          <pc:docMk/>
          <pc:sldMk cId="0" sldId="268"/>
        </pc:sldMkLst>
        <pc:spChg chg="mod">
          <ac:chgData name="زيد محمد فلاح الرواشده" userId="S::31918001033@std.bau.edu.jo::20684b92-a27b-4e80-bb14-6e999231ad29" providerId="AD" clId="Web-{709FBE31-11F0-42D8-9A07-652B58BC1457}" dt="2021-11-29T11:34:23.705" v="39" actId="20577"/>
          <ac:spMkLst>
            <pc:docMk/>
            <pc:sldMk cId="0" sldId="268"/>
            <ac:spMk id="66565" creationId="{00000000-0000-0000-0000-000000000000}"/>
          </ac:spMkLst>
        </pc:spChg>
      </pc:sldChg>
      <pc:sldChg chg="modSp">
        <pc:chgData name="زيد محمد فلاح الرواشده" userId="S::31918001033@std.bau.edu.jo::20684b92-a27b-4e80-bb14-6e999231ad29" providerId="AD" clId="Web-{709FBE31-11F0-42D8-9A07-652B58BC1457}" dt="2021-11-29T11:44:42.796" v="53" actId="20577"/>
        <pc:sldMkLst>
          <pc:docMk/>
          <pc:sldMk cId="0" sldId="297"/>
        </pc:sldMkLst>
        <pc:spChg chg="mod">
          <ac:chgData name="زيد محمد فلاح الرواشده" userId="S::31918001033@std.bau.edu.jo::20684b92-a27b-4e80-bb14-6e999231ad29" providerId="AD" clId="Web-{709FBE31-11F0-42D8-9A07-652B58BC1457}" dt="2021-11-29T11:44:42.796" v="53" actId="20577"/>
          <ac:spMkLst>
            <pc:docMk/>
            <pc:sldMk cId="0" sldId="297"/>
            <ac:spMk id="3" creationId="{00000000-0000-0000-0000-000000000000}"/>
          </ac:spMkLst>
        </pc:spChg>
      </pc:sldChg>
      <pc:sldChg chg="modSp">
        <pc:chgData name="زيد محمد فلاح الرواشده" userId="S::31918001033@std.bau.edu.jo::20684b92-a27b-4e80-bb14-6e999231ad29" providerId="AD" clId="Web-{709FBE31-11F0-42D8-9A07-652B58BC1457}" dt="2021-11-29T11:47:44.940" v="55" actId="20577"/>
        <pc:sldMkLst>
          <pc:docMk/>
          <pc:sldMk cId="0" sldId="298"/>
        </pc:sldMkLst>
        <pc:spChg chg="mod">
          <ac:chgData name="زيد محمد فلاح الرواشده" userId="S::31918001033@std.bau.edu.jo::20684b92-a27b-4e80-bb14-6e999231ad29" providerId="AD" clId="Web-{709FBE31-11F0-42D8-9A07-652B58BC1457}" dt="2021-11-29T11:47:44.940" v="55" actId="20577"/>
          <ac:spMkLst>
            <pc:docMk/>
            <pc:sldMk cId="0" sldId="298"/>
            <ac:spMk id="3" creationId="{00000000-0000-0000-0000-000000000000}"/>
          </ac:spMkLst>
        </pc:spChg>
      </pc:sldChg>
    </pc:docChg>
  </pc:docChgLst>
  <pc:docChgLst>
    <pc:chgData name="الحارث ايمن سالم عبيدات" userId="S::31918001050@std.bau.edu.jo::c72a3102-3193-4890-bde5-3f95b6c4bc45" providerId="AD" clId="Web-{0F61D5DE-79E1-490E-9517-BE813E36A149}"/>
    <pc:docChg chg="modSld">
      <pc:chgData name="الحارث ايمن سالم عبيدات" userId="S::31918001050@std.bau.edu.jo::c72a3102-3193-4890-bde5-3f95b6c4bc45" providerId="AD" clId="Web-{0F61D5DE-79E1-490E-9517-BE813E36A149}" dt="2021-10-14T05:38:51.248" v="3"/>
      <pc:docMkLst>
        <pc:docMk/>
      </pc:docMkLst>
      <pc:sldChg chg="modSp">
        <pc:chgData name="الحارث ايمن سالم عبيدات" userId="S::31918001050@std.bau.edu.jo::c72a3102-3193-4890-bde5-3f95b6c4bc45" providerId="AD" clId="Web-{0F61D5DE-79E1-490E-9517-BE813E36A149}" dt="2021-10-14T05:38:51.248" v="3"/>
        <pc:sldMkLst>
          <pc:docMk/>
          <pc:sldMk cId="0" sldId="257"/>
        </pc:sldMkLst>
        <pc:graphicFrameChg chg="modGraphic">
          <ac:chgData name="الحارث ايمن سالم عبيدات" userId="S::31918001050@std.bau.edu.jo::c72a3102-3193-4890-bde5-3f95b6c4bc45" providerId="AD" clId="Web-{0F61D5DE-79E1-490E-9517-BE813E36A149}" dt="2021-10-14T05:38:51.248" v="3"/>
          <ac:graphicFrameMkLst>
            <pc:docMk/>
            <pc:sldMk cId="0" sldId="257"/>
            <ac:graphicFrameMk id="5" creationId="{00000000-0000-0000-0000-000000000000}"/>
          </ac:graphicFrameMkLst>
        </pc:graphicFrameChg>
      </pc:sldChg>
    </pc:docChg>
  </pc:docChgLst>
  <pc:docChgLst>
    <pc:chgData name="زيد محمد فلاح الرواشده" userId="S::31918001033@std.bau.edu.jo::20684b92-a27b-4e80-bb14-6e999231ad29" providerId="AD" clId="Web-{58C416D9-7710-4824-8D4E-EF243BB31A20}"/>
    <pc:docChg chg="modSld">
      <pc:chgData name="زيد محمد فلاح الرواشده" userId="S::31918001033@std.bau.edu.jo::20684b92-a27b-4e80-bb14-6e999231ad29" providerId="AD" clId="Web-{58C416D9-7710-4824-8D4E-EF243BB31A20}" dt="2022-01-20T11:09:42.819" v="23" actId="20577"/>
      <pc:docMkLst>
        <pc:docMk/>
      </pc:docMkLst>
      <pc:sldChg chg="modSp">
        <pc:chgData name="زيد محمد فلاح الرواشده" userId="S::31918001033@std.bau.edu.jo::20684b92-a27b-4e80-bb14-6e999231ad29" providerId="AD" clId="Web-{58C416D9-7710-4824-8D4E-EF243BB31A20}" dt="2022-01-20T10:49:32.184" v="4" actId="20577"/>
        <pc:sldMkLst>
          <pc:docMk/>
          <pc:sldMk cId="0" sldId="286"/>
        </pc:sldMkLst>
        <pc:spChg chg="mod">
          <ac:chgData name="زيد محمد فلاح الرواشده" userId="S::31918001033@std.bau.edu.jo::20684b92-a27b-4e80-bb14-6e999231ad29" providerId="AD" clId="Web-{58C416D9-7710-4824-8D4E-EF243BB31A20}" dt="2022-01-20T10:49:32.184" v="4" actId="20577"/>
          <ac:spMkLst>
            <pc:docMk/>
            <pc:sldMk cId="0" sldId="286"/>
            <ac:spMk id="83973" creationId="{00000000-0000-0000-0000-000000000000}"/>
          </ac:spMkLst>
        </pc:spChg>
      </pc:sldChg>
      <pc:sldChg chg="modSp">
        <pc:chgData name="زيد محمد فلاح الرواشده" userId="S::31918001033@std.bau.edu.jo::20684b92-a27b-4e80-bb14-6e999231ad29" providerId="AD" clId="Web-{58C416D9-7710-4824-8D4E-EF243BB31A20}" dt="2022-01-20T11:09:42.819" v="23" actId="20577"/>
        <pc:sldMkLst>
          <pc:docMk/>
          <pc:sldMk cId="0" sldId="292"/>
        </pc:sldMkLst>
        <pc:spChg chg="mod">
          <ac:chgData name="زيد محمد فلاح الرواشده" userId="S::31918001033@std.bau.edu.jo::20684b92-a27b-4e80-bb14-6e999231ad29" providerId="AD" clId="Web-{58C416D9-7710-4824-8D4E-EF243BB31A20}" dt="2022-01-20T11:09:42.819" v="23" actId="20577"/>
          <ac:spMkLst>
            <pc:docMk/>
            <pc:sldMk cId="0" sldId="292"/>
            <ac:spMk id="89093" creationId="{00000000-0000-0000-0000-000000000000}"/>
          </ac:spMkLst>
        </pc:spChg>
      </pc:sldChg>
      <pc:sldChg chg="modSp">
        <pc:chgData name="زيد محمد فلاح الرواشده" userId="S::31918001033@std.bau.edu.jo::20684b92-a27b-4e80-bb14-6e999231ad29" providerId="AD" clId="Web-{58C416D9-7710-4824-8D4E-EF243BB31A20}" dt="2022-01-20T11:01:33.743" v="21" actId="20577"/>
        <pc:sldMkLst>
          <pc:docMk/>
          <pc:sldMk cId="0" sldId="315"/>
        </pc:sldMkLst>
        <pc:spChg chg="mod">
          <ac:chgData name="زيد محمد فلاح الرواشده" userId="S::31918001033@std.bau.edu.jo::20684b92-a27b-4e80-bb14-6e999231ad29" providerId="AD" clId="Web-{58C416D9-7710-4824-8D4E-EF243BB31A20}" dt="2022-01-20T11:01:33.743" v="21" actId="20577"/>
          <ac:spMkLst>
            <pc:docMk/>
            <pc:sldMk cId="0" sldId="315"/>
            <ac:spMk id="3" creationId="{00000000-0000-0000-0000-000000000000}"/>
          </ac:spMkLst>
        </pc:spChg>
      </pc:sldChg>
    </pc:docChg>
  </pc:docChgLst>
  <pc:docChgLst>
    <pc:chgData name="زيد محمد فلاح الرواشده" userId="S::31918001033@std.bau.edu.jo::20684b92-a27b-4e80-bb14-6e999231ad29" providerId="AD" clId="Web-{8CF17E4E-E706-4087-97C9-D28E6F8A4D06}"/>
    <pc:docChg chg="modSld">
      <pc:chgData name="زيد محمد فلاح الرواشده" userId="S::31918001033@std.bau.edu.jo::20684b92-a27b-4e80-bb14-6e999231ad29" providerId="AD" clId="Web-{8CF17E4E-E706-4087-97C9-D28E6F8A4D06}" dt="2022-01-19T11:56:17.674" v="63" actId="20577"/>
      <pc:docMkLst>
        <pc:docMk/>
      </pc:docMkLst>
      <pc:sldChg chg="modSp">
        <pc:chgData name="زيد محمد فلاح الرواشده" userId="S::31918001033@std.bau.edu.jo::20684b92-a27b-4e80-bb14-6e999231ad29" providerId="AD" clId="Web-{8CF17E4E-E706-4087-97C9-D28E6F8A4D06}" dt="2022-01-19T11:24:11.685" v="40"/>
        <pc:sldMkLst>
          <pc:docMk/>
          <pc:sldMk cId="0" sldId="257"/>
        </pc:sldMkLst>
        <pc:graphicFrameChg chg="mod modGraphic">
          <ac:chgData name="زيد محمد فلاح الرواشده" userId="S::31918001033@std.bau.edu.jo::20684b92-a27b-4e80-bb14-6e999231ad29" providerId="AD" clId="Web-{8CF17E4E-E706-4087-97C9-D28E6F8A4D06}" dt="2022-01-19T11:24:11.685" v="40"/>
          <ac:graphicFrameMkLst>
            <pc:docMk/>
            <pc:sldMk cId="0" sldId="257"/>
            <ac:graphicFrameMk id="5" creationId="{00000000-0000-0000-0000-000000000000}"/>
          </ac:graphicFrameMkLst>
        </pc:graphicFrameChg>
      </pc:sldChg>
      <pc:sldChg chg="addSp modSp">
        <pc:chgData name="زيد محمد فلاح الرواشده" userId="S::31918001033@std.bau.edu.jo::20684b92-a27b-4e80-bb14-6e999231ad29" providerId="AD" clId="Web-{8CF17E4E-E706-4087-97C9-D28E6F8A4D06}" dt="2022-01-19T10:59:37.611" v="29" actId="20577"/>
        <pc:sldMkLst>
          <pc:docMk/>
          <pc:sldMk cId="0" sldId="267"/>
        </pc:sldMkLst>
        <pc:spChg chg="add mod">
          <ac:chgData name="زيد محمد فلاح الرواشده" userId="S::31918001033@std.bau.edu.jo::20684b92-a27b-4e80-bb14-6e999231ad29" providerId="AD" clId="Web-{8CF17E4E-E706-4087-97C9-D28E6F8A4D06}" dt="2022-01-19T10:59:37.611" v="29" actId="20577"/>
          <ac:spMkLst>
            <pc:docMk/>
            <pc:sldMk cId="0" sldId="267"/>
            <ac:spMk id="2" creationId="{D47756D1-6EB8-4355-9C7F-D2C8410BCD62}"/>
          </ac:spMkLst>
        </pc:spChg>
      </pc:sldChg>
      <pc:sldChg chg="addSp modSp">
        <pc:chgData name="زيد محمد فلاح الرواشده" userId="S::31918001033@std.bau.edu.jo::20684b92-a27b-4e80-bb14-6e999231ad29" providerId="AD" clId="Web-{8CF17E4E-E706-4087-97C9-D28E6F8A4D06}" dt="2022-01-19T11:03:41.866" v="35" actId="20577"/>
        <pc:sldMkLst>
          <pc:docMk/>
          <pc:sldMk cId="0" sldId="268"/>
        </pc:sldMkLst>
        <pc:spChg chg="add mod">
          <ac:chgData name="زيد محمد فلاح الرواشده" userId="S::31918001033@std.bau.edu.jo::20684b92-a27b-4e80-bb14-6e999231ad29" providerId="AD" clId="Web-{8CF17E4E-E706-4087-97C9-D28E6F8A4D06}" dt="2022-01-19T11:03:41.866" v="35" actId="20577"/>
          <ac:spMkLst>
            <pc:docMk/>
            <pc:sldMk cId="0" sldId="268"/>
            <ac:spMk id="2" creationId="{5301203B-9CF9-4DBC-98BB-7945D6691616}"/>
          </ac:spMkLst>
        </pc:spChg>
      </pc:sldChg>
      <pc:sldChg chg="addSp modSp">
        <pc:chgData name="زيد محمد فلاح الرواشده" userId="S::31918001033@std.bau.edu.jo::20684b92-a27b-4e80-bb14-6e999231ad29" providerId="AD" clId="Web-{8CF17E4E-E706-4087-97C9-D28E6F8A4D06}" dt="2022-01-19T10:57:34.906" v="12" actId="1076"/>
        <pc:sldMkLst>
          <pc:docMk/>
          <pc:sldMk cId="0" sldId="295"/>
        </pc:sldMkLst>
        <pc:spChg chg="add mod">
          <ac:chgData name="زيد محمد فلاح الرواشده" userId="S::31918001033@std.bau.edu.jo::20684b92-a27b-4e80-bb14-6e999231ad29" providerId="AD" clId="Web-{8CF17E4E-E706-4087-97C9-D28E6F8A4D06}" dt="2022-01-19T10:57:34.906" v="12" actId="1076"/>
          <ac:spMkLst>
            <pc:docMk/>
            <pc:sldMk cId="0" sldId="295"/>
            <ac:spMk id="6" creationId="{FE204107-EFA0-4D11-B211-6C7F99CA6ACF}"/>
          </ac:spMkLst>
        </pc:spChg>
      </pc:sldChg>
      <pc:sldChg chg="modSp">
        <pc:chgData name="زيد محمد فلاح الرواشده" userId="S::31918001033@std.bau.edu.jo::20684b92-a27b-4e80-bb14-6e999231ad29" providerId="AD" clId="Web-{8CF17E4E-E706-4087-97C9-D28E6F8A4D06}" dt="2022-01-19T11:32:31.601" v="47"/>
        <pc:sldMkLst>
          <pc:docMk/>
          <pc:sldMk cId="0" sldId="296"/>
        </pc:sldMkLst>
        <pc:graphicFrameChg chg="mod modGraphic">
          <ac:chgData name="زيد محمد فلاح الرواشده" userId="S::31918001033@std.bau.edu.jo::20684b92-a27b-4e80-bb14-6e999231ad29" providerId="AD" clId="Web-{8CF17E4E-E706-4087-97C9-D28E6F8A4D06}" dt="2022-01-19T11:32:31.601" v="47"/>
          <ac:graphicFrameMkLst>
            <pc:docMk/>
            <pc:sldMk cId="0" sldId="296"/>
            <ac:graphicFrameMk id="6" creationId="{00000000-0000-0000-0000-000000000000}"/>
          </ac:graphicFrameMkLst>
        </pc:graphicFrameChg>
      </pc:sldChg>
      <pc:sldChg chg="modSp">
        <pc:chgData name="زيد محمد فلاح الرواشده" userId="S::31918001033@std.bau.edu.jo::20684b92-a27b-4e80-bb14-6e999231ad29" providerId="AD" clId="Web-{8CF17E4E-E706-4087-97C9-D28E6F8A4D06}" dt="2022-01-19T11:49:51.167" v="51" actId="20577"/>
        <pc:sldMkLst>
          <pc:docMk/>
          <pc:sldMk cId="0" sldId="306"/>
        </pc:sldMkLst>
        <pc:spChg chg="mod">
          <ac:chgData name="زيد محمد فلاح الرواشده" userId="S::31918001033@std.bau.edu.jo::20684b92-a27b-4e80-bb14-6e999231ad29" providerId="AD" clId="Web-{8CF17E4E-E706-4087-97C9-D28E6F8A4D06}" dt="2022-01-19T11:49:51.167" v="51" actId="20577"/>
          <ac:spMkLst>
            <pc:docMk/>
            <pc:sldMk cId="0" sldId="306"/>
            <ac:spMk id="3" creationId="{00000000-0000-0000-0000-000000000000}"/>
          </ac:spMkLst>
        </pc:spChg>
      </pc:sldChg>
      <pc:sldChg chg="modSp">
        <pc:chgData name="زيد محمد فلاح الرواشده" userId="S::31918001033@std.bau.edu.jo::20684b92-a27b-4e80-bb14-6e999231ad29" providerId="AD" clId="Web-{8CF17E4E-E706-4087-97C9-D28E6F8A4D06}" dt="2022-01-19T11:52:00.482" v="55" actId="20577"/>
        <pc:sldMkLst>
          <pc:docMk/>
          <pc:sldMk cId="0" sldId="307"/>
        </pc:sldMkLst>
        <pc:spChg chg="mod">
          <ac:chgData name="زيد محمد فلاح الرواشده" userId="S::31918001033@std.bau.edu.jo::20684b92-a27b-4e80-bb14-6e999231ad29" providerId="AD" clId="Web-{8CF17E4E-E706-4087-97C9-D28E6F8A4D06}" dt="2022-01-19T11:52:00.482" v="55" actId="20577"/>
          <ac:spMkLst>
            <pc:docMk/>
            <pc:sldMk cId="0" sldId="307"/>
            <ac:spMk id="3" creationId="{00000000-0000-0000-0000-000000000000}"/>
          </ac:spMkLst>
        </pc:spChg>
      </pc:sldChg>
      <pc:sldChg chg="modSp">
        <pc:chgData name="زيد محمد فلاح الرواشده" userId="S::31918001033@std.bau.edu.jo::20684b92-a27b-4e80-bb14-6e999231ad29" providerId="AD" clId="Web-{8CF17E4E-E706-4087-97C9-D28E6F8A4D06}" dt="2022-01-19T11:52:10.498" v="58" actId="20577"/>
        <pc:sldMkLst>
          <pc:docMk/>
          <pc:sldMk cId="0" sldId="308"/>
        </pc:sldMkLst>
        <pc:spChg chg="mod">
          <ac:chgData name="زيد محمد فلاح الرواشده" userId="S::31918001033@std.bau.edu.jo::20684b92-a27b-4e80-bb14-6e999231ad29" providerId="AD" clId="Web-{8CF17E4E-E706-4087-97C9-D28E6F8A4D06}" dt="2022-01-19T11:52:10.498" v="58" actId="20577"/>
          <ac:spMkLst>
            <pc:docMk/>
            <pc:sldMk cId="0" sldId="308"/>
            <ac:spMk id="3" creationId="{00000000-0000-0000-0000-000000000000}"/>
          </ac:spMkLst>
        </pc:spChg>
      </pc:sldChg>
      <pc:sldChg chg="modSp">
        <pc:chgData name="زيد محمد فلاح الرواشده" userId="S::31918001033@std.bau.edu.jo::20684b92-a27b-4e80-bb14-6e999231ad29" providerId="AD" clId="Web-{8CF17E4E-E706-4087-97C9-D28E6F8A4D06}" dt="2022-01-19T11:56:17.674" v="63" actId="20577"/>
        <pc:sldMkLst>
          <pc:docMk/>
          <pc:sldMk cId="0" sldId="309"/>
        </pc:sldMkLst>
        <pc:spChg chg="mod">
          <ac:chgData name="زيد محمد فلاح الرواشده" userId="S::31918001033@std.bau.edu.jo::20684b92-a27b-4e80-bb14-6e999231ad29" providerId="AD" clId="Web-{8CF17E4E-E706-4087-97C9-D28E6F8A4D06}" dt="2022-01-19T11:56:17.674" v="63" actId="20577"/>
          <ac:spMkLst>
            <pc:docMk/>
            <pc:sldMk cId="0" sldId="309"/>
            <ac:spMk id="3" creationId="{00000000-0000-0000-0000-000000000000}"/>
          </ac:spMkLst>
        </pc:spChg>
      </pc:sldChg>
    </pc:docChg>
  </pc:docChgLst>
  <pc:docChgLst>
    <pc:chgData name="زيد محمد فلاح الرواشده" userId="S::31918001033@std.bau.edu.jo::20684b92-a27b-4e80-bb14-6e999231ad29" providerId="AD" clId="Web-{F4CEDB60-9C6F-4108-86A6-93FD69E34122}"/>
    <pc:docChg chg="modSld">
      <pc:chgData name="زيد محمد فلاح الرواشده" userId="S::31918001033@std.bau.edu.jo::20684b92-a27b-4e80-bb14-6e999231ad29" providerId="AD" clId="Web-{F4CEDB60-9C6F-4108-86A6-93FD69E34122}" dt="2021-11-29T18:20:32.628" v="20" actId="20577"/>
      <pc:docMkLst>
        <pc:docMk/>
      </pc:docMkLst>
      <pc:sldChg chg="modSp">
        <pc:chgData name="زيد محمد فلاح الرواشده" userId="S::31918001033@std.bau.edu.jo::20684b92-a27b-4e80-bb14-6e999231ad29" providerId="AD" clId="Web-{F4CEDB60-9C6F-4108-86A6-93FD69E34122}" dt="2021-11-29T18:10:11.646" v="12"/>
        <pc:sldMkLst>
          <pc:docMk/>
          <pc:sldMk cId="0" sldId="258"/>
        </pc:sldMkLst>
        <pc:graphicFrameChg chg="mod modGraphic">
          <ac:chgData name="زيد محمد فلاح الرواشده" userId="S::31918001033@std.bau.edu.jo::20684b92-a27b-4e80-bb14-6e999231ad29" providerId="AD" clId="Web-{F4CEDB60-9C6F-4108-86A6-93FD69E34122}" dt="2021-11-29T18:10:11.646" v="12"/>
          <ac:graphicFrameMkLst>
            <pc:docMk/>
            <pc:sldMk cId="0" sldId="258"/>
            <ac:graphicFrameMk id="4" creationId="{00000000-0000-0000-0000-000000000000}"/>
          </ac:graphicFrameMkLst>
        </pc:graphicFrameChg>
      </pc:sldChg>
      <pc:sldChg chg="modSp">
        <pc:chgData name="زيد محمد فلاح الرواشده" userId="S::31918001033@std.bau.edu.jo::20684b92-a27b-4e80-bb14-6e999231ad29" providerId="AD" clId="Web-{F4CEDB60-9C6F-4108-86A6-93FD69E34122}" dt="2021-11-29T17:54:39.813" v="3"/>
        <pc:sldMkLst>
          <pc:docMk/>
          <pc:sldMk cId="0" sldId="296"/>
        </pc:sldMkLst>
        <pc:graphicFrameChg chg="mod modGraphic">
          <ac:chgData name="زيد محمد فلاح الرواشده" userId="S::31918001033@std.bau.edu.jo::20684b92-a27b-4e80-bb14-6e999231ad29" providerId="AD" clId="Web-{F4CEDB60-9C6F-4108-86A6-93FD69E34122}" dt="2021-11-29T17:54:39.813" v="3"/>
          <ac:graphicFrameMkLst>
            <pc:docMk/>
            <pc:sldMk cId="0" sldId="296"/>
            <ac:graphicFrameMk id="6" creationId="{00000000-0000-0000-0000-000000000000}"/>
          </ac:graphicFrameMkLst>
        </pc:graphicFrameChg>
      </pc:sldChg>
      <pc:sldChg chg="modSp">
        <pc:chgData name="زيد محمد فلاح الرواشده" userId="S::31918001033@std.bau.edu.jo::20684b92-a27b-4e80-bb14-6e999231ad29" providerId="AD" clId="Web-{F4CEDB60-9C6F-4108-86A6-93FD69E34122}" dt="2021-11-29T18:18:31.032" v="16" actId="20577"/>
        <pc:sldMkLst>
          <pc:docMk/>
          <pc:sldMk cId="0" sldId="304"/>
        </pc:sldMkLst>
        <pc:spChg chg="mod">
          <ac:chgData name="زيد محمد فلاح الرواشده" userId="S::31918001033@std.bau.edu.jo::20684b92-a27b-4e80-bb14-6e999231ad29" providerId="AD" clId="Web-{F4CEDB60-9C6F-4108-86A6-93FD69E34122}" dt="2021-11-29T18:18:31.032" v="16" actId="20577"/>
          <ac:spMkLst>
            <pc:docMk/>
            <pc:sldMk cId="0" sldId="304"/>
            <ac:spMk id="3" creationId="{00000000-0000-0000-0000-000000000000}"/>
          </ac:spMkLst>
        </pc:spChg>
      </pc:sldChg>
      <pc:sldChg chg="modSp">
        <pc:chgData name="زيد محمد فلاح الرواشده" userId="S::31918001033@std.bau.edu.jo::20684b92-a27b-4e80-bb14-6e999231ad29" providerId="AD" clId="Web-{F4CEDB60-9C6F-4108-86A6-93FD69E34122}" dt="2021-11-29T18:20:32.628" v="20" actId="20577"/>
        <pc:sldMkLst>
          <pc:docMk/>
          <pc:sldMk cId="0" sldId="305"/>
        </pc:sldMkLst>
        <pc:spChg chg="mod">
          <ac:chgData name="زيد محمد فلاح الرواشده" userId="S::31918001033@std.bau.edu.jo::20684b92-a27b-4e80-bb14-6e999231ad29" providerId="AD" clId="Web-{F4CEDB60-9C6F-4108-86A6-93FD69E34122}" dt="2021-11-29T18:20:32.628" v="20" actId="20577"/>
          <ac:spMkLst>
            <pc:docMk/>
            <pc:sldMk cId="0" sldId="305"/>
            <ac:spMk id="3" creationId="{00000000-0000-0000-0000-000000000000}"/>
          </ac:spMkLst>
        </pc:spChg>
      </pc:sldChg>
    </pc:docChg>
  </pc:docChgLst>
  <pc:docChgLst>
    <pc:chgData name="علي محمد علي الزقيبي" userId="S::31918001025@std.bau.edu.jo::1d0a651e-ac0e-4ffd-8d70-fc9465ac3471" providerId="AD" clId="Web-{1EA5B5F1-FB8C-4F23-A54E-C5D86A073A91}"/>
    <pc:docChg chg="modSld">
      <pc:chgData name="علي محمد علي الزقيبي" userId="S::31918001025@std.bau.edu.jo::1d0a651e-ac0e-4ffd-8d70-fc9465ac3471" providerId="AD" clId="Web-{1EA5B5F1-FB8C-4F23-A54E-C5D86A073A91}" dt="2021-11-24T12:22:31.249" v="2" actId="1076"/>
      <pc:docMkLst>
        <pc:docMk/>
      </pc:docMkLst>
      <pc:sldChg chg="addSp modSp">
        <pc:chgData name="علي محمد علي الزقيبي" userId="S::31918001025@std.bau.edu.jo::1d0a651e-ac0e-4ffd-8d70-fc9465ac3471" providerId="AD" clId="Web-{1EA5B5F1-FB8C-4F23-A54E-C5D86A073A91}" dt="2021-11-24T12:22:31.249" v="2" actId="1076"/>
        <pc:sldMkLst>
          <pc:docMk/>
          <pc:sldMk cId="0" sldId="263"/>
        </pc:sldMkLst>
        <pc:spChg chg="add">
          <ac:chgData name="علي محمد علي الزقيبي" userId="S::31918001025@std.bau.edu.jo::1d0a651e-ac0e-4ffd-8d70-fc9465ac3471" providerId="AD" clId="Web-{1EA5B5F1-FB8C-4F23-A54E-C5D86A073A91}" dt="2021-11-24T12:22:28.452" v="0"/>
          <ac:spMkLst>
            <pc:docMk/>
            <pc:sldMk cId="0" sldId="263"/>
            <ac:spMk id="2" creationId="{D5C7AD85-8239-4703-9213-E70781692EAC}"/>
          </ac:spMkLst>
        </pc:spChg>
        <pc:picChg chg="mod">
          <ac:chgData name="علي محمد علي الزقيبي" userId="S::31918001025@std.bau.edu.jo::1d0a651e-ac0e-4ffd-8d70-fc9465ac3471" providerId="AD" clId="Web-{1EA5B5F1-FB8C-4F23-A54E-C5D86A073A91}" dt="2021-11-24T12:22:31.249" v="2" actId="1076"/>
          <ac:picMkLst>
            <pc:docMk/>
            <pc:sldMk cId="0" sldId="263"/>
            <ac:picMk id="4" creationId="{00000000-0000-0000-0000-000000000000}"/>
          </ac:picMkLst>
        </pc:picChg>
      </pc:sldChg>
    </pc:docChg>
  </pc:docChgLst>
  <pc:docChgLst>
    <pc:chgData name="شهد زياد رضوان حتامله" userId="S::31918001041@std.bau.edu.jo::00e6a581-8394-48b3-ba8b-974afa638f55" providerId="AD" clId="Web-{EEE8D0C9-9B09-4DBF-8514-E02278FC1406}"/>
    <pc:docChg chg="modSld">
      <pc:chgData name="شهد زياد رضوان حتامله" userId="S::31918001041@std.bau.edu.jo::00e6a581-8394-48b3-ba8b-974afa638f55" providerId="AD" clId="Web-{EEE8D0C9-9B09-4DBF-8514-E02278FC1406}" dt="2021-10-13T14:13:24.575" v="1" actId="20577"/>
      <pc:docMkLst>
        <pc:docMk/>
      </pc:docMkLst>
      <pc:sldChg chg="modSp">
        <pc:chgData name="شهد زياد رضوان حتامله" userId="S::31918001041@std.bau.edu.jo::00e6a581-8394-48b3-ba8b-974afa638f55" providerId="AD" clId="Web-{EEE8D0C9-9B09-4DBF-8514-E02278FC1406}" dt="2021-10-13T14:13:24.575" v="1" actId="20577"/>
        <pc:sldMkLst>
          <pc:docMk/>
          <pc:sldMk cId="0" sldId="267"/>
        </pc:sldMkLst>
        <pc:spChg chg="mod">
          <ac:chgData name="شهد زياد رضوان حتامله" userId="S::31918001041@std.bau.edu.jo::00e6a581-8394-48b3-ba8b-974afa638f55" providerId="AD" clId="Web-{EEE8D0C9-9B09-4DBF-8514-E02278FC1406}" dt="2021-10-13T14:13:24.575" v="1" actId="20577"/>
          <ac:spMkLst>
            <pc:docMk/>
            <pc:sldMk cId="0" sldId="267"/>
            <ac:spMk id="64517" creationId="{00000000-0000-0000-0000-000000000000}"/>
          </ac:spMkLst>
        </pc:spChg>
      </pc:sldChg>
    </pc:docChg>
  </pc:docChgLst>
  <pc:docChgLst>
    <pc:chgData name="ميس نعيم عاطف الابراهيم" userId="S::31918001026@std.bau.edu.jo::119bcb49-56b1-4ac9-ade8-e4bda7f11e01" providerId="AD" clId="Web-{5AC86DF2-042A-4326-83F0-B0284DAE4BCB}"/>
    <pc:docChg chg="modSld">
      <pc:chgData name="ميس نعيم عاطف الابراهيم" userId="S::31918001026@std.bau.edu.jo::119bcb49-56b1-4ac9-ade8-e4bda7f11e01" providerId="AD" clId="Web-{5AC86DF2-042A-4326-83F0-B0284DAE4BCB}" dt="2021-11-30T23:14:03.642" v="0"/>
      <pc:docMkLst>
        <pc:docMk/>
      </pc:docMkLst>
      <pc:sldChg chg="addSp">
        <pc:chgData name="ميس نعيم عاطف الابراهيم" userId="S::31918001026@std.bau.edu.jo::119bcb49-56b1-4ac9-ade8-e4bda7f11e01" providerId="AD" clId="Web-{5AC86DF2-042A-4326-83F0-B0284DAE4BCB}" dt="2021-11-30T23:14:03.642" v="0"/>
        <pc:sldMkLst>
          <pc:docMk/>
          <pc:sldMk cId="0" sldId="256"/>
        </pc:sldMkLst>
        <pc:spChg chg="add">
          <ac:chgData name="ميس نعيم عاطف الابراهيم" userId="S::31918001026@std.bau.edu.jo::119bcb49-56b1-4ac9-ade8-e4bda7f11e01" providerId="AD" clId="Web-{5AC86DF2-042A-4326-83F0-B0284DAE4BCB}" dt="2021-11-30T23:14:03.642" v="0"/>
          <ac:spMkLst>
            <pc:docMk/>
            <pc:sldMk cId="0" sldId="256"/>
            <ac:spMk id="2" creationId="{1B12F9B0-1AF4-4B35-9936-9FB6B8720250}"/>
          </ac:spMkLst>
        </pc:spChg>
      </pc:sldChg>
    </pc:docChg>
  </pc:docChgLst>
  <pc:docChgLst>
    <pc:chgData name="منار ناظم عبدالله العمري" userId="S::31918001027@std.bau.edu.jo::ba814aac-0fb8-416e-b25b-9a56f917c215" providerId="AD" clId="Web-{434CC134-461E-4F14-81BE-3F28598AE52B}"/>
    <pc:docChg chg="modSld">
      <pc:chgData name="منار ناظم عبدالله العمري" userId="S::31918001027@std.bau.edu.jo::ba814aac-0fb8-416e-b25b-9a56f917c215" providerId="AD" clId="Web-{434CC134-461E-4F14-81BE-3F28598AE52B}" dt="2021-12-01T19:37:14.128" v="1" actId="20577"/>
      <pc:docMkLst>
        <pc:docMk/>
      </pc:docMkLst>
      <pc:sldChg chg="modSp">
        <pc:chgData name="منار ناظم عبدالله العمري" userId="S::31918001027@std.bau.edu.jo::ba814aac-0fb8-416e-b25b-9a56f917c215" providerId="AD" clId="Web-{434CC134-461E-4F14-81BE-3F28598AE52B}" dt="2021-12-01T19:37:14.128" v="1" actId="20577"/>
        <pc:sldMkLst>
          <pc:docMk/>
          <pc:sldMk cId="0" sldId="267"/>
        </pc:sldMkLst>
        <pc:spChg chg="mod">
          <ac:chgData name="منار ناظم عبدالله العمري" userId="S::31918001027@std.bau.edu.jo::ba814aac-0fb8-416e-b25b-9a56f917c215" providerId="AD" clId="Web-{434CC134-461E-4F14-81BE-3F28598AE52B}" dt="2021-12-01T19:37:14.128" v="1" actId="20577"/>
          <ac:spMkLst>
            <pc:docMk/>
            <pc:sldMk cId="0" sldId="267"/>
            <ac:spMk id="64517" creationId="{00000000-0000-0000-0000-000000000000}"/>
          </ac:spMkLst>
        </pc:spChg>
      </pc:sldChg>
    </pc:docChg>
  </pc:docChgLst>
  <pc:docChgLst>
    <pc:chgData name="ملاك نبيل محمد الطعيمات" userId="S::31918001052@std.bau.edu.jo::95440820-42f3-4ad5-b772-76c2bedb6b36" providerId="AD" clId="Web-{0B7B2C38-21AE-4DFD-8CCF-A9AB717B13B1}"/>
    <pc:docChg chg="modSld">
      <pc:chgData name="ملاك نبيل محمد الطعيمات" userId="S::31918001052@std.bau.edu.jo::95440820-42f3-4ad5-b772-76c2bedb6b36" providerId="AD" clId="Web-{0B7B2C38-21AE-4DFD-8CCF-A9AB717B13B1}" dt="2021-10-22T19:54:40.554" v="0" actId="20577"/>
      <pc:docMkLst>
        <pc:docMk/>
      </pc:docMkLst>
      <pc:sldChg chg="modSp">
        <pc:chgData name="ملاك نبيل محمد الطعيمات" userId="S::31918001052@std.bau.edu.jo::95440820-42f3-4ad5-b772-76c2bedb6b36" providerId="AD" clId="Web-{0B7B2C38-21AE-4DFD-8CCF-A9AB717B13B1}" dt="2021-10-22T19:54:40.554" v="0" actId="20577"/>
        <pc:sldMkLst>
          <pc:docMk/>
          <pc:sldMk cId="0" sldId="307"/>
        </pc:sldMkLst>
        <pc:spChg chg="mod">
          <ac:chgData name="ملاك نبيل محمد الطعيمات" userId="S::31918001052@std.bau.edu.jo::95440820-42f3-4ad5-b772-76c2bedb6b36" providerId="AD" clId="Web-{0B7B2C38-21AE-4DFD-8CCF-A9AB717B13B1}" dt="2021-10-22T19:54:40.554" v="0" actId="20577"/>
          <ac:spMkLst>
            <pc:docMk/>
            <pc:sldMk cId="0" sldId="307"/>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21-Oct-25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21-Oct-25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20A7055C-8A82-1E43-AADF-396B26E07F2B}" type="datetime1">
              <a:rPr lang="en-US" smtClean="0"/>
              <a:pPr>
                <a:defRPr/>
              </a:pPr>
              <a:t>21-Oct-25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8A6632A1-E96B-D240-A8CB-6EE7FCFAC9F9}"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06587C51-A7E8-E041-9BD1-9BCA697A5811}" type="datetime1">
              <a:rPr lang="en-US" smtClean="0"/>
              <a:pPr>
                <a:defRPr/>
              </a:pPr>
              <a:t>21-Oct-25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6A4D3DC4-9E7F-1C47-B729-896D53019E3D}"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62BDDE94-1FC3-7840-BAE2-EB57978533F4}" type="datetime1">
              <a:rPr lang="en-US" smtClean="0"/>
              <a:pPr>
                <a:defRPr/>
              </a:pPr>
              <a:t>21-Oct-25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D7DFF1E1-6940-BA49-963A-85FADE0EAFB2}"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E4A5A006-5C58-2B4C-917D-DC522223A38A}" type="datetime1">
              <a:rPr lang="en-US" smtClean="0"/>
              <a:pPr>
                <a:defRPr/>
              </a:pPr>
              <a:t>21-Oct-25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p:txBody>
          <a:bodyPr/>
          <a:lstStyle>
            <a:lvl1pPr>
              <a:defRPr/>
            </a:lvl1pPr>
          </a:lstStyle>
          <a:p>
            <a:pPr>
              <a:defRPr/>
            </a:pPr>
            <a:fld id="{C2FAEA27-515E-094A-842B-7E18C3B58789}"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1254EF3D-88D6-7744-A172-8368A7C6913D}" type="datetime1">
              <a:rPr lang="en-US" smtClean="0"/>
              <a:pPr>
                <a:defRPr/>
              </a:pPr>
              <a:t>21-Oct-25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p:txBody>
          <a:bodyPr/>
          <a:lstStyle>
            <a:lvl1pPr>
              <a:defRPr/>
            </a:lvl1pPr>
          </a:lstStyle>
          <a:p>
            <a:pPr>
              <a:defRPr/>
            </a:pPr>
            <a:fld id="{1CB38100-995D-D845-AEB2-0A3B47AC4C36}"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2C67EE4-B3D2-0E43-92EA-AF9BDEBF847C}" type="datetime1">
              <a:rPr lang="en-US" smtClean="0"/>
              <a:pPr>
                <a:defRPr/>
              </a:pPr>
              <a:t>21-Oct-25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p:txBody>
          <a:bodyPr/>
          <a:lstStyle>
            <a:lvl1pPr>
              <a:defRPr/>
            </a:lvl1pPr>
          </a:lstStyle>
          <a:p>
            <a:pPr>
              <a:defRPr/>
            </a:pPr>
            <a:fld id="{5323AA34-E435-CB43-B1EC-D16A672B4041}"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BE8FE08-9159-5F4F-AA60-5E481B75A42B}" type="datetime1">
              <a:rPr lang="en-US" smtClean="0"/>
              <a:pPr>
                <a:defRPr/>
              </a:pPr>
              <a:t>21-Oct-25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p:txBody>
          <a:bodyPr/>
          <a:lstStyle>
            <a:lvl1pPr>
              <a:defRPr/>
            </a:lvl1pPr>
          </a:lstStyle>
          <a:p>
            <a:pPr>
              <a:defRPr/>
            </a:pPr>
            <a:fld id="{483CC7AD-8559-7E43-A1EB-295EC20609A1}"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66182ED7-CE03-0249-AD06-B17D70FBB114}" type="datetime1">
              <a:rPr lang="en-US" smtClean="0"/>
              <a:pPr>
                <a:defRPr/>
              </a:pPr>
              <a:t>21-Oct-25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p:txBody>
          <a:bodyPr/>
          <a:lstStyle>
            <a:lvl1pPr>
              <a:defRPr/>
            </a:lvl1pPr>
          </a:lstStyle>
          <a:p>
            <a:pPr>
              <a:defRPr/>
            </a:pPr>
            <a:fld id="{9CCF4E67-007C-EC49-A171-0CCACA5728A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DDD2171E-7F5B-1645-A3F1-E3F76AA76B1C}" type="datetime1">
              <a:rPr lang="en-US" smtClean="0"/>
              <a:pPr>
                <a:defRPr/>
              </a:pPr>
              <a:t>21-Oct-25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p:txBody>
          <a:bodyPr/>
          <a:lstStyle>
            <a:lvl1pPr>
              <a:defRPr/>
            </a:lvl1pPr>
          </a:lstStyle>
          <a:p>
            <a:pPr>
              <a:defRPr/>
            </a:pPr>
            <a:fld id="{6F498F28-1EFD-694F-A2AA-842B8894902D}"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D2F71CA6-DDE3-BD41-A149-F9C0D24AC3A1}" type="datetime1">
              <a:rPr lang="en-US" smtClean="0"/>
              <a:pPr>
                <a:defRPr/>
              </a:pPr>
              <a:t>21-Oct-25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3463E0A2-0798-9745-87DA-7E77F2F38D9A}"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8F23FA63-2FD4-ED40-AA09-0FF67DD9B210}" type="datetime1">
              <a:rPr lang="en-US" smtClean="0"/>
              <a:pPr>
                <a:defRPr/>
              </a:pPr>
              <a:t>21-Oct-25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5B7A154E-9DB1-494A-8AF2-8A9764AB271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1272B022-BC72-0B43-A9D0-138C93EE97D0}" type="datetime1">
              <a:rPr lang="en-US" smtClean="0"/>
              <a:pPr>
                <a:defRPr/>
              </a:pPr>
              <a:t>21-Oct-25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1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FC0CE10A-1ABB-4B47-8A20-2A1E99C99C63}"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8" name="Picture 7" descr="Cover.jpg"/>
          <p:cNvPicPr>
            <a:picLocks noChangeAspect="1"/>
          </p:cNvPicPr>
          <p:nvPr userDrawn="1"/>
        </p:nvPicPr>
        <p:blipFill>
          <a:blip r:embed="rId13"/>
          <a:stretch>
            <a:fillRect/>
          </a:stretch>
        </p:blipFill>
        <p:spPr>
          <a:xfrm>
            <a:off x="7750432" y="287213"/>
            <a:ext cx="923795" cy="1143000"/>
          </a:xfrm>
          <a:prstGeom prst="rect">
            <a:avLst/>
          </a:prstGeom>
        </p:spPr>
      </p:pic>
      <p:cxnSp>
        <p:nvCxnSpPr>
          <p:cNvPr id="10" name="Straight Connector 9"/>
          <p:cNvCxnSpPr/>
          <p:nvPr userDrawn="1"/>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a:ea typeface="+mn-ea"/>
                <a:cs typeface="+mn-cs"/>
              </a:rPr>
              <a:t>Lecture 1</a:t>
            </a:r>
          </a:p>
        </p:txBody>
      </p:sp>
      <p:sp>
        <p:nvSpPr>
          <p:cNvPr id="2" name="TextBox 1">
            <a:extLst>
              <a:ext uri="{FF2B5EF4-FFF2-40B4-BE49-F238E27FC236}">
                <a16:creationId xmlns:a16="http://schemas.microsoft.com/office/drawing/2014/main" id="{1B12F9B0-1AF4-4B35-9936-9FB6B8720250}"/>
              </a:ext>
            </a:extLst>
          </p:cNvPr>
          <p:cNvSpPr txBox="1"/>
          <p:nvPr/>
        </p:nvSpPr>
        <p:spPr>
          <a:xfrm>
            <a:off x="3200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Topics covered</a:t>
            </a:r>
          </a:p>
        </p:txBody>
      </p:sp>
      <p:sp>
        <p:nvSpPr>
          <p:cNvPr id="3" name="Content Placeholder 2"/>
          <p:cNvSpPr>
            <a:spLocks noGrp="1"/>
          </p:cNvSpPr>
          <p:nvPr>
            <p:ph idx="1"/>
          </p:nvPr>
        </p:nvSpPr>
        <p:spPr/>
        <p:txBody>
          <a:bodyPr/>
          <a:lstStyle/>
          <a:p>
            <a:r>
              <a:rPr lang="en-US"/>
              <a:t>Professional software development</a:t>
            </a:r>
          </a:p>
          <a:p>
            <a:pPr lvl="1"/>
            <a:r>
              <a:rPr lang="en-US"/>
              <a:t>What is meant by software engineering.</a:t>
            </a:r>
          </a:p>
          <a:p>
            <a:r>
              <a:rPr lang="en-US"/>
              <a:t>Software engineering ethics</a:t>
            </a:r>
          </a:p>
          <a:p>
            <a:pPr lvl="1"/>
            <a:r>
              <a:rPr lang="en-US"/>
              <a:t>A brief introduction to ethical issues that affect software engineering.</a:t>
            </a:r>
          </a:p>
          <a:p>
            <a:r>
              <a:rPr lang="en-US"/>
              <a:t>Case studies</a:t>
            </a:r>
          </a:p>
          <a:p>
            <a:pPr lvl="1"/>
            <a:r>
              <a:rPr lang="en-US"/>
              <a:t>An introduction to three examples that are used in later chapters in the book.</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a:t>
            </a:fld>
            <a:endParaRPr lang="en-US"/>
          </a:p>
        </p:txBody>
      </p:sp>
      <p:sp>
        <p:nvSpPr>
          <p:cNvPr id="6" name="TextBox 5">
            <a:extLst>
              <a:ext uri="{FF2B5EF4-FFF2-40B4-BE49-F238E27FC236}">
                <a16:creationId xmlns:a16="http://schemas.microsoft.com/office/drawing/2014/main" id="{FE204107-EFA0-4D11-B211-6C7F99CA6ACF}"/>
              </a:ext>
            </a:extLst>
          </p:cNvPr>
          <p:cNvSpPr txBox="1"/>
          <p:nvPr/>
        </p:nvSpPr>
        <p:spPr>
          <a:xfrm>
            <a:off x="3124200" y="66402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latin typeface="Arial"/>
                <a:ea typeface="ＭＳ Ｐゴシック"/>
              </a:rPr>
              <a:t>الموضوعات</a:t>
            </a:r>
            <a:r>
              <a:rPr lang="en-US">
                <a:latin typeface="Arial"/>
                <a:ea typeface="ＭＳ Ｐゴシック"/>
              </a:rPr>
              <a:t> </a:t>
            </a:r>
            <a:r>
              <a:rPr lang="en-US" err="1">
                <a:latin typeface="Arial"/>
                <a:ea typeface="ＭＳ Ｐゴシック"/>
              </a:rPr>
              <a:t>المغطاة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a:t>Software engineering</a:t>
            </a:r>
          </a:p>
        </p:txBody>
      </p:sp>
      <p:sp>
        <p:nvSpPr>
          <p:cNvPr id="64517" name="Rectangle 5"/>
          <p:cNvSpPr>
            <a:spLocks noGrp="1" noChangeArrowheads="1"/>
          </p:cNvSpPr>
          <p:nvPr>
            <p:ph idx="1"/>
          </p:nvPr>
        </p:nvSpPr>
        <p:spPr/>
        <p:txBody>
          <a:bodyPr lIns="91440" tIns="45720" rIns="91440" bIns="45720" anchor="t"/>
          <a:lstStyle/>
          <a:p>
            <a:r>
              <a:rPr lang="ar-JO" err="1">
                <a:ea typeface="ＭＳ Ｐゴシック"/>
              </a:rPr>
              <a:t>The</a:t>
            </a:r>
            <a:r>
              <a:rPr lang="ar-JO">
                <a:ea typeface="ＭＳ Ｐゴシック"/>
              </a:rPr>
              <a:t> </a:t>
            </a:r>
            <a:r>
              <a:rPr lang="ar-JO" err="1">
                <a:ea typeface="ＭＳ Ｐゴシック"/>
              </a:rPr>
              <a:t>economies</a:t>
            </a:r>
            <a:r>
              <a:rPr lang="ar-JO">
                <a:ea typeface="ＭＳ Ｐゴシック"/>
              </a:rPr>
              <a:t> </a:t>
            </a:r>
            <a:r>
              <a:rPr lang="ar-JO" err="1">
                <a:ea typeface="ＭＳ Ｐゴシック"/>
              </a:rPr>
              <a:t>of</a:t>
            </a:r>
            <a:r>
              <a:rPr lang="ar-JO">
                <a:ea typeface="ＭＳ Ｐゴシック"/>
              </a:rPr>
              <a:t> ALL </a:t>
            </a:r>
            <a:r>
              <a:rPr lang="ar-JO" err="1">
                <a:ea typeface="ＭＳ Ｐゴシック"/>
              </a:rPr>
              <a:t>developed</a:t>
            </a:r>
            <a:r>
              <a:rPr lang="ar-JO">
                <a:ea typeface="ＭＳ Ｐゴシック"/>
              </a:rPr>
              <a:t> </a:t>
            </a:r>
            <a:r>
              <a:rPr lang="ar-JO" err="1">
                <a:ea typeface="ＭＳ Ｐゴシック"/>
              </a:rPr>
              <a:t>nations</a:t>
            </a:r>
            <a:r>
              <a:rPr lang="ar-JO">
                <a:ea typeface="ＭＳ Ｐゴシック"/>
              </a:rPr>
              <a:t> </a:t>
            </a:r>
            <a:r>
              <a:rPr lang="ar-JO" err="1">
                <a:ea typeface="ＭＳ Ｐゴシック"/>
              </a:rPr>
              <a:t>are</a:t>
            </a:r>
            <a:r>
              <a:rPr lang="ar-JO">
                <a:ea typeface="ＭＳ Ｐゴシック"/>
              </a:rPr>
              <a:t> </a:t>
            </a:r>
            <a:br>
              <a:rPr lang="ar-JO"/>
            </a:br>
            <a:r>
              <a:rPr lang="ar-JO" err="1">
                <a:ea typeface="ＭＳ Ｐゴシック"/>
              </a:rPr>
              <a:t>dependent</a:t>
            </a:r>
            <a:r>
              <a:rPr lang="ar-JO">
                <a:ea typeface="ＭＳ Ｐゴシック"/>
              </a:rPr>
              <a:t> </a:t>
            </a:r>
            <a:r>
              <a:rPr lang="ar-JO" err="1">
                <a:ea typeface="ＭＳ Ｐゴシック"/>
              </a:rPr>
              <a:t>on</a:t>
            </a:r>
            <a:r>
              <a:rPr lang="ar-JO">
                <a:ea typeface="ＭＳ Ｐゴシック"/>
              </a:rPr>
              <a:t> </a:t>
            </a:r>
            <a:r>
              <a:rPr lang="ar-JO" err="1">
                <a:ea typeface="ＭＳ Ｐゴシック"/>
              </a:rPr>
              <a:t>software</a:t>
            </a:r>
            <a:r>
              <a:rPr lang="ar-JO">
                <a:ea typeface="ＭＳ Ｐゴシック"/>
              </a:rPr>
              <a:t>.</a:t>
            </a:r>
          </a:p>
          <a:p>
            <a:r>
              <a:rPr lang="ar-JO" err="1">
                <a:ea typeface="ＭＳ Ｐゴシック"/>
              </a:rPr>
              <a:t>More</a:t>
            </a:r>
            <a:r>
              <a:rPr lang="ar-JO">
                <a:ea typeface="ＭＳ Ｐゴシック"/>
              </a:rPr>
              <a:t> </a:t>
            </a:r>
            <a:r>
              <a:rPr lang="ar-JO" err="1">
                <a:ea typeface="ＭＳ Ｐゴシック"/>
              </a:rPr>
              <a:t>and</a:t>
            </a:r>
            <a:r>
              <a:rPr lang="ar-JO">
                <a:ea typeface="ＭＳ Ｐゴシック"/>
              </a:rPr>
              <a:t> </a:t>
            </a:r>
            <a:r>
              <a:rPr lang="ar-JO" err="1">
                <a:ea typeface="ＭＳ Ｐゴシック"/>
              </a:rPr>
              <a:t>more</a:t>
            </a:r>
            <a:r>
              <a:rPr lang="ar-JO">
                <a:ea typeface="ＭＳ Ｐゴシック"/>
              </a:rPr>
              <a:t> </a:t>
            </a:r>
            <a:r>
              <a:rPr lang="ar-JO" err="1">
                <a:ea typeface="ＭＳ Ｐゴシック"/>
              </a:rPr>
              <a:t>systems</a:t>
            </a:r>
            <a:r>
              <a:rPr lang="ar-JO">
                <a:ea typeface="ＭＳ Ｐゴシック"/>
              </a:rPr>
              <a:t> </a:t>
            </a:r>
            <a:r>
              <a:rPr lang="ar-JO" err="1">
                <a:ea typeface="ＭＳ Ｐゴシック"/>
              </a:rPr>
              <a:t>are</a:t>
            </a:r>
            <a:r>
              <a:rPr lang="ar-JO">
                <a:ea typeface="ＭＳ Ｐゴシック"/>
              </a:rPr>
              <a:t> </a:t>
            </a:r>
            <a:r>
              <a:rPr lang="ar-JO" err="1">
                <a:ea typeface="ＭＳ Ｐゴシック"/>
              </a:rPr>
              <a:t>software</a:t>
            </a:r>
            <a:r>
              <a:rPr lang="ar-JO">
                <a:ea typeface="ＭＳ Ｐゴシック"/>
              </a:rPr>
              <a:t> </a:t>
            </a:r>
            <a:r>
              <a:rPr lang="ar-JO" err="1">
                <a:ea typeface="ＭＳ Ｐゴシック"/>
              </a:rPr>
              <a:t>controlled</a:t>
            </a:r>
          </a:p>
          <a:p>
            <a:r>
              <a:rPr lang="ar-JO" err="1">
                <a:ea typeface="ＭＳ Ｐゴシック"/>
              </a:rPr>
              <a:t>Software</a:t>
            </a:r>
            <a:r>
              <a:rPr lang="ar-JO">
                <a:ea typeface="ＭＳ Ｐゴシック"/>
              </a:rPr>
              <a:t> </a:t>
            </a:r>
            <a:r>
              <a:rPr lang="ar-JO" err="1">
                <a:ea typeface="ＭＳ Ｐゴシック"/>
              </a:rPr>
              <a:t>engineering</a:t>
            </a:r>
            <a:r>
              <a:rPr lang="ar-JO">
                <a:ea typeface="ＭＳ Ｐゴシック"/>
              </a:rPr>
              <a:t> </a:t>
            </a:r>
            <a:r>
              <a:rPr lang="ar-JO" err="1">
                <a:ea typeface="ＭＳ Ｐゴシック"/>
              </a:rPr>
              <a:t>is</a:t>
            </a:r>
            <a:r>
              <a:rPr lang="ar-JO">
                <a:solidFill>
                  <a:srgbClr val="FF0000"/>
                </a:solidFill>
                <a:ea typeface="ＭＳ Ｐゴシック"/>
              </a:rPr>
              <a:t> </a:t>
            </a:r>
            <a:r>
              <a:rPr lang="ar-JO" err="1">
                <a:solidFill>
                  <a:srgbClr val="FF0000"/>
                </a:solidFill>
                <a:ea typeface="ＭＳ Ｐゴシック"/>
              </a:rPr>
              <a:t>concerned</a:t>
            </a:r>
            <a:r>
              <a:rPr lang="ar-JO">
                <a:ea typeface="ＭＳ Ｐゴシック"/>
              </a:rPr>
              <a:t> </a:t>
            </a:r>
            <a:r>
              <a:rPr lang="ar-JO" err="1">
                <a:ea typeface="ＭＳ Ｐゴシック"/>
              </a:rPr>
              <a:t>with</a:t>
            </a:r>
            <a:r>
              <a:rPr lang="ar-JO">
                <a:ea typeface="ＭＳ Ｐゴシック"/>
              </a:rPr>
              <a:t> </a:t>
            </a:r>
            <a:r>
              <a:rPr lang="ar-JO" err="1">
                <a:solidFill>
                  <a:srgbClr val="FF0000"/>
                </a:solidFill>
                <a:ea typeface="ＭＳ Ｐゴシック"/>
              </a:rPr>
              <a:t>theories</a:t>
            </a:r>
            <a:r>
              <a:rPr lang="ar-JO">
                <a:solidFill>
                  <a:srgbClr val="FF0000"/>
                </a:solidFill>
                <a:ea typeface="ＭＳ Ｐゴシック"/>
              </a:rPr>
              <a:t>,</a:t>
            </a:r>
            <a:r>
              <a:rPr lang="ar-JO">
                <a:ea typeface="ＭＳ Ｐゴシック"/>
              </a:rPr>
              <a:t> </a:t>
            </a:r>
            <a:r>
              <a:rPr lang="ar-JO" err="1">
                <a:solidFill>
                  <a:srgbClr val="FF0000"/>
                </a:solidFill>
                <a:ea typeface="ＭＳ Ｐゴシック"/>
              </a:rPr>
              <a:t>methods</a:t>
            </a:r>
            <a:r>
              <a:rPr lang="ar-JO">
                <a:solidFill>
                  <a:srgbClr val="FF0000"/>
                </a:solidFill>
                <a:ea typeface="ＭＳ Ｐゴシック"/>
              </a:rPr>
              <a:t> </a:t>
            </a:r>
            <a:r>
              <a:rPr lang="ar-JO" err="1">
                <a:ea typeface="ＭＳ Ｐゴシック"/>
              </a:rPr>
              <a:t>and</a:t>
            </a:r>
            <a:r>
              <a:rPr lang="ar-JO">
                <a:ea typeface="ＭＳ Ｐゴシック"/>
              </a:rPr>
              <a:t> </a:t>
            </a:r>
            <a:r>
              <a:rPr lang="ar-JO" err="1">
                <a:solidFill>
                  <a:srgbClr val="FF0000"/>
                </a:solidFill>
                <a:ea typeface="ＭＳ Ｐゴシック"/>
              </a:rPr>
              <a:t>tools</a:t>
            </a:r>
            <a:r>
              <a:rPr lang="ar-JO">
                <a:solidFill>
                  <a:srgbClr val="FF0000"/>
                </a:solidFill>
                <a:ea typeface="ＭＳ Ｐゴシック"/>
              </a:rPr>
              <a:t> </a:t>
            </a:r>
            <a:r>
              <a:rPr lang="ar-JO" err="1">
                <a:ea typeface="ＭＳ Ｐゴシック"/>
              </a:rPr>
              <a:t>for</a:t>
            </a:r>
            <a:r>
              <a:rPr lang="ar-JO">
                <a:ea typeface="ＭＳ Ｐゴシック"/>
              </a:rPr>
              <a:t> </a:t>
            </a:r>
            <a:r>
              <a:rPr lang="ar-JO" err="1">
                <a:ea typeface="ＭＳ Ｐゴシック"/>
              </a:rPr>
              <a:t>professional</a:t>
            </a:r>
            <a:r>
              <a:rPr lang="ar-JO">
                <a:ea typeface="ＭＳ Ｐゴシック"/>
              </a:rPr>
              <a:t> </a:t>
            </a:r>
            <a:r>
              <a:rPr lang="ar-JO" err="1">
                <a:ea typeface="ＭＳ Ｐゴシック"/>
              </a:rPr>
              <a:t>software</a:t>
            </a:r>
            <a:r>
              <a:rPr lang="ar-JO">
                <a:ea typeface="ＭＳ Ｐゴシック"/>
              </a:rPr>
              <a:t> </a:t>
            </a:r>
            <a:r>
              <a:rPr lang="ar-JO" err="1">
                <a:ea typeface="ＭＳ Ｐゴシック"/>
              </a:rPr>
              <a:t>development</a:t>
            </a:r>
            <a:r>
              <a:rPr lang="ar-JO">
                <a:ea typeface="ＭＳ Ｐゴシック"/>
              </a:rPr>
              <a:t>.</a:t>
            </a:r>
          </a:p>
          <a:p>
            <a:r>
              <a:rPr lang="ar-JO" err="1">
                <a:ea typeface="ＭＳ Ｐゴシック"/>
              </a:rPr>
              <a:t>Expenditure</a:t>
            </a:r>
            <a:r>
              <a:rPr lang="ar-JO">
                <a:ea typeface="ＭＳ Ｐゴシック"/>
              </a:rPr>
              <a:t> </a:t>
            </a:r>
            <a:r>
              <a:rPr lang="ar-JO" err="1">
                <a:ea typeface="ＭＳ Ｐゴシック"/>
              </a:rPr>
              <a:t>on</a:t>
            </a:r>
            <a:r>
              <a:rPr lang="ar-JO">
                <a:ea typeface="ＭＳ Ｐゴシック"/>
              </a:rPr>
              <a:t> </a:t>
            </a:r>
            <a:r>
              <a:rPr lang="ar-JO" err="1">
                <a:ea typeface="ＭＳ Ｐゴシック"/>
              </a:rPr>
              <a:t>software</a:t>
            </a:r>
            <a:r>
              <a:rPr lang="ar-JO">
                <a:ea typeface="ＭＳ Ｐゴシック"/>
              </a:rPr>
              <a:t> </a:t>
            </a:r>
            <a:r>
              <a:rPr lang="ar-JO" err="1">
                <a:ea typeface="ＭＳ Ｐゴシック"/>
              </a:rPr>
              <a:t>represents</a:t>
            </a:r>
            <a:r>
              <a:rPr lang="ar-JO">
                <a:ea typeface="ＭＳ Ｐゴシック"/>
              </a:rPr>
              <a:t> a </a:t>
            </a:r>
            <a:br>
              <a:rPr lang="ar-JO"/>
            </a:br>
            <a:r>
              <a:rPr lang="ar-JO" err="1">
                <a:ea typeface="ＭＳ Ｐゴシック"/>
              </a:rPr>
              <a:t>significant</a:t>
            </a:r>
            <a:r>
              <a:rPr lang="ar-JO">
                <a:ea typeface="ＭＳ Ｐゴシック"/>
              </a:rPr>
              <a:t> </a:t>
            </a:r>
            <a:r>
              <a:rPr lang="ar-JO" err="1">
                <a:ea typeface="ＭＳ Ｐゴシック"/>
              </a:rPr>
              <a:t>fraction</a:t>
            </a:r>
            <a:r>
              <a:rPr lang="ar-JO">
                <a:ea typeface="ＭＳ Ｐゴシック"/>
              </a:rPr>
              <a:t> </a:t>
            </a:r>
            <a:r>
              <a:rPr lang="ar-JO" err="1">
                <a:ea typeface="ＭＳ Ｐゴシック"/>
              </a:rPr>
              <a:t>of</a:t>
            </a:r>
            <a:r>
              <a:rPr lang="ar-JO">
                <a:ea typeface="ＭＳ Ｐゴシック"/>
              </a:rPr>
              <a:t> GNP </a:t>
            </a:r>
            <a:r>
              <a:rPr lang="ar-JO" err="1">
                <a:ea typeface="ＭＳ Ｐゴシック"/>
              </a:rPr>
              <a:t>in</a:t>
            </a:r>
            <a:r>
              <a:rPr lang="ar-JO">
                <a:ea typeface="ＭＳ Ｐゴシック"/>
              </a:rPr>
              <a:t> </a:t>
            </a:r>
            <a:r>
              <a:rPr lang="ar-JO" err="1">
                <a:ea typeface="ＭＳ Ｐゴシック"/>
              </a:rPr>
              <a:t>all</a:t>
            </a:r>
            <a:r>
              <a:rPr lang="ar-JO">
                <a:ea typeface="ＭＳ Ｐゴシック"/>
              </a:rPr>
              <a:t> </a:t>
            </a:r>
            <a:r>
              <a:rPr lang="ar-JO" err="1">
                <a:ea typeface="ＭＳ Ｐゴシック"/>
              </a:rPr>
              <a:t>developed</a:t>
            </a:r>
            <a:r>
              <a:rPr lang="ar-JO">
                <a:ea typeface="ＭＳ Ｐゴシック"/>
              </a:rPr>
              <a:t> </a:t>
            </a:r>
            <a:r>
              <a:rPr lang="ar-JO" err="1">
                <a:ea typeface="ＭＳ Ｐゴシック"/>
              </a:rPr>
              <a:t>countries</a:t>
            </a:r>
            <a:r>
              <a:rPr lang="ar-JO">
                <a:ea typeface="ＭＳ Ｐゴシック"/>
              </a:rPr>
              <a:t>.</a:t>
            </a:r>
          </a:p>
          <a:p>
            <a:r>
              <a:rPr lang="ar-JO" err="1">
                <a:ea typeface="ＭＳ Ｐゴシック"/>
              </a:rPr>
              <a:t>GNP:gross</a:t>
            </a:r>
            <a:r>
              <a:rPr lang="ar-JO">
                <a:ea typeface="ＭＳ Ｐゴシック"/>
              </a:rPr>
              <a:t> </a:t>
            </a:r>
            <a:r>
              <a:rPr lang="ar-JO" err="1">
                <a:ea typeface="ＭＳ Ｐゴシック"/>
              </a:rPr>
              <a:t>national</a:t>
            </a:r>
            <a:r>
              <a:rPr lang="ar-JO">
                <a:ea typeface="ＭＳ Ｐゴシック"/>
              </a:rPr>
              <a:t> </a:t>
            </a:r>
            <a:r>
              <a:rPr lang="ar-JO" err="1">
                <a:ea typeface="ＭＳ Ｐゴシック"/>
              </a:rPr>
              <a:t>product</a:t>
            </a:r>
            <a:r>
              <a:rPr lang="ar-JO">
                <a:ea typeface="ＭＳ Ｐゴシック"/>
              </a:rPr>
              <a:t>.</a:t>
            </a:r>
          </a:p>
          <a:p>
            <a:r>
              <a:rPr lang="en-GB" err="1">
                <a:ea typeface="ＭＳ Ｐゴシック"/>
              </a:rPr>
              <a:t>الناتج</a:t>
            </a:r>
            <a:r>
              <a:rPr lang="en-GB">
                <a:ea typeface="ＭＳ Ｐゴシック"/>
              </a:rPr>
              <a:t> </a:t>
            </a:r>
            <a:r>
              <a:rPr lang="en-GB" err="1">
                <a:ea typeface="ＭＳ Ｐゴシック"/>
              </a:rPr>
              <a:t>القومي</a:t>
            </a:r>
            <a:r>
              <a:rPr lang="en-GB">
                <a:ea typeface="ＭＳ Ｐゴシック"/>
              </a:rPr>
              <a:t> </a:t>
            </a:r>
            <a:r>
              <a:rPr lang="en-GB" err="1">
                <a:ea typeface="ＭＳ Ｐゴシック"/>
              </a:rPr>
              <a:t>الاجمالي</a:t>
            </a:r>
            <a:endParaRPr lang="en-GB" err="1"/>
          </a:p>
        </p:txBody>
      </p:sp>
      <p:sp>
        <p:nvSpPr>
          <p:cNvPr id="2" name="TextBox 1">
            <a:extLst>
              <a:ext uri="{FF2B5EF4-FFF2-40B4-BE49-F238E27FC236}">
                <a16:creationId xmlns:a16="http://schemas.microsoft.com/office/drawing/2014/main" id="{D47756D1-6EB8-4355-9C7F-D2C8410BCD62}"/>
              </a:ext>
            </a:extLst>
          </p:cNvPr>
          <p:cNvSpPr txBox="1"/>
          <p:nvPr/>
        </p:nvSpPr>
        <p:spPr>
          <a:xfrm>
            <a:off x="1164771" y="141514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err="1">
                <a:latin typeface="Arial"/>
                <a:ea typeface="ＭＳ Ｐゴシック"/>
              </a:rPr>
              <a:t>الاقتصادات</a:t>
            </a:r>
            <a:endParaRPr lang="en-US" b="1"/>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lIns="91440" tIns="45720" rIns="91440" bIns="45720" anchor="t"/>
          <a:lstStyle/>
          <a:p>
            <a:r>
              <a:rPr lang="en-GB">
                <a:ea typeface="ＭＳ Ｐゴシック"/>
              </a:rPr>
              <a:t>Software costs often dominate computer system costs. </a:t>
            </a:r>
            <a:r>
              <a:rPr lang="en-GB">
                <a:solidFill>
                  <a:srgbClr val="FF0000"/>
                </a:solidFill>
                <a:ea typeface="ＭＳ Ｐゴシック"/>
              </a:rPr>
              <a:t>The costs of software on a PC are often greater than the hardware cost.</a:t>
            </a:r>
          </a:p>
          <a:p>
            <a:r>
              <a:rPr lang="en-GB">
                <a:solidFill>
                  <a:srgbClr val="FF0000"/>
                </a:solidFill>
                <a:ea typeface="ＭＳ Ｐゴシック"/>
              </a:rPr>
              <a:t>Software costs more to maintain than it does to develop</a:t>
            </a:r>
            <a:r>
              <a:rPr lang="en-GB">
                <a:ea typeface="ＭＳ Ｐゴシック"/>
              </a:rPr>
              <a:t>. For systems with a long life, </a:t>
            </a:r>
            <a:r>
              <a:rPr lang="en-GB">
                <a:solidFill>
                  <a:srgbClr val="FF0000"/>
                </a:solidFill>
                <a:ea typeface="ＭＳ Ｐゴシック"/>
              </a:rPr>
              <a:t>maintenance costs may be several times development costs.</a:t>
            </a:r>
          </a:p>
          <a:p>
            <a:r>
              <a:rPr lang="en-GB">
                <a:ea typeface="ＭＳ Ｐゴシック"/>
              </a:rPr>
              <a:t>Software engineering is concerned with cost-effective software development.</a:t>
            </a:r>
          </a:p>
        </p:txBody>
      </p:sp>
      <p:sp>
        <p:nvSpPr>
          <p:cNvPr id="2" name="TextBox 1">
            <a:extLst>
              <a:ext uri="{FF2B5EF4-FFF2-40B4-BE49-F238E27FC236}">
                <a16:creationId xmlns:a16="http://schemas.microsoft.com/office/drawing/2014/main" id="{5301203B-9CF9-4DBC-98BB-7945D6691616}"/>
              </a:ext>
            </a:extLst>
          </p:cNvPr>
          <p:cNvSpPr txBox="1"/>
          <p:nvPr/>
        </p:nvSpPr>
        <p:spPr>
          <a:xfrm>
            <a:off x="3472543" y="134982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err="1">
                <a:latin typeface="Arial"/>
                <a:ea typeface="ＭＳ Ｐゴシック"/>
              </a:rPr>
              <a:t>سائدة</a:t>
            </a:r>
            <a:endParaRPr lang="en-US" err="1"/>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Software products</a:t>
            </a:r>
          </a:p>
        </p:txBody>
      </p:sp>
      <p:sp>
        <p:nvSpPr>
          <p:cNvPr id="3" name="Content Placeholder 2"/>
          <p:cNvSpPr>
            <a:spLocks noGrp="1"/>
          </p:cNvSpPr>
          <p:nvPr>
            <p:ph idx="1"/>
          </p:nvPr>
        </p:nvSpPr>
        <p:spPr>
          <a:ln>
            <a:solidFill>
              <a:srgbClr val="4472C4"/>
            </a:solidFill>
          </a:ln>
        </p:spPr>
        <p:txBody>
          <a:bodyPr lIns="91440" tIns="45720" rIns="91440" bIns="45720" anchor="t"/>
          <a:lstStyle/>
          <a:p>
            <a:r>
              <a:rPr lang="en-US">
                <a:ea typeface="ＭＳ Ｐゴシック"/>
              </a:rPr>
              <a:t>Generic products</a:t>
            </a:r>
          </a:p>
          <a:p>
            <a:pPr lvl="1"/>
            <a:r>
              <a:rPr lang="en-US">
                <a:solidFill>
                  <a:srgbClr val="FF0000"/>
                </a:solidFill>
                <a:ea typeface="ＭＳ Ｐゴシック"/>
              </a:rPr>
              <a:t>Stand-alone systems that are marketed and sold to any customer who wishes to buy them.</a:t>
            </a:r>
          </a:p>
          <a:p>
            <a:pPr lvl="1"/>
            <a:r>
              <a:rPr lang="en-US">
                <a:ea typeface="ＭＳ Ｐゴシック"/>
              </a:rPr>
              <a:t>Examples –</a:t>
            </a:r>
            <a:r>
              <a:rPr lang="en-US">
                <a:solidFill>
                  <a:srgbClr val="FF0000"/>
                </a:solidFill>
                <a:ea typeface="ＭＳ Ｐゴシック"/>
              </a:rPr>
              <a:t> PC software</a:t>
            </a:r>
            <a:r>
              <a:rPr lang="en-US">
                <a:ea typeface="ＭＳ Ｐゴシック"/>
              </a:rPr>
              <a:t> such as </a:t>
            </a:r>
            <a:r>
              <a:rPr lang="en-US">
                <a:solidFill>
                  <a:srgbClr val="FF0000"/>
                </a:solidFill>
                <a:ea typeface="ＭＳ Ｐゴシック"/>
              </a:rPr>
              <a:t>graphics programs</a:t>
            </a:r>
            <a:r>
              <a:rPr lang="en-US">
                <a:ea typeface="ＭＳ Ｐゴシック"/>
              </a:rPr>
              <a:t>, </a:t>
            </a:r>
            <a:r>
              <a:rPr lang="en-US">
                <a:solidFill>
                  <a:srgbClr val="FF0000"/>
                </a:solidFill>
                <a:ea typeface="ＭＳ Ｐゴシック"/>
              </a:rPr>
              <a:t>project management tools</a:t>
            </a:r>
            <a:r>
              <a:rPr lang="en-US">
                <a:ea typeface="ＭＳ Ｐゴシック"/>
              </a:rPr>
              <a:t>; </a:t>
            </a:r>
            <a:r>
              <a:rPr lang="en-US">
                <a:solidFill>
                  <a:srgbClr val="FF0000"/>
                </a:solidFill>
                <a:ea typeface="ＭＳ Ｐゴシック"/>
              </a:rPr>
              <a:t>CAD software</a:t>
            </a:r>
            <a:r>
              <a:rPr lang="en-US">
                <a:ea typeface="ＭＳ Ｐゴシック"/>
              </a:rPr>
              <a:t>; </a:t>
            </a:r>
            <a:r>
              <a:rPr lang="en-US">
                <a:solidFill>
                  <a:srgbClr val="FF0000"/>
                </a:solidFill>
                <a:ea typeface="ＭＳ Ｐゴシック"/>
              </a:rPr>
              <a:t>software for specific markets such as appointments systems for dentists.</a:t>
            </a:r>
          </a:p>
          <a:p>
            <a:r>
              <a:rPr lang="en-US">
                <a:ea typeface="ＭＳ Ｐゴシック"/>
              </a:rPr>
              <a:t>Customized products</a:t>
            </a:r>
          </a:p>
          <a:p>
            <a:pPr lvl="1"/>
            <a:r>
              <a:rPr lang="en-US">
                <a:solidFill>
                  <a:srgbClr val="FF0000"/>
                </a:solidFill>
                <a:ea typeface="ＭＳ Ｐゴシック"/>
              </a:rPr>
              <a:t>Software that is commissioned by a specific customer to meet their own needs. </a:t>
            </a:r>
            <a:endParaRPr lang="en-US">
              <a:solidFill>
                <a:srgbClr val="FF0000"/>
              </a:solidFill>
            </a:endParaRPr>
          </a:p>
          <a:p>
            <a:pPr lvl="1"/>
            <a:r>
              <a:rPr lang="en-US">
                <a:ea typeface="ＭＳ Ｐゴシック"/>
              </a:rPr>
              <a:t>Examples – </a:t>
            </a:r>
            <a:r>
              <a:rPr lang="en-US">
                <a:solidFill>
                  <a:srgbClr val="FF0000"/>
                </a:solidFill>
                <a:ea typeface="ＭＳ Ｐゴシック"/>
              </a:rPr>
              <a:t>embedded control systems</a:t>
            </a:r>
            <a:r>
              <a:rPr lang="en-US">
                <a:ea typeface="ＭＳ Ｐゴシック"/>
              </a:rPr>
              <a:t>, </a:t>
            </a:r>
            <a:r>
              <a:rPr lang="en-US">
                <a:solidFill>
                  <a:srgbClr val="FF0000"/>
                </a:solidFill>
                <a:ea typeface="ＭＳ Ｐゴシック"/>
              </a:rPr>
              <a:t>air traffic control software</a:t>
            </a:r>
            <a:r>
              <a:rPr lang="en-US">
                <a:ea typeface="ＭＳ Ｐゴシック"/>
              </a:rPr>
              <a:t>, </a:t>
            </a:r>
            <a:r>
              <a:rPr lang="en-US">
                <a:solidFill>
                  <a:srgbClr val="FF0000"/>
                </a:solidFill>
                <a:ea typeface="ＭＳ Ｐゴシック"/>
              </a:rPr>
              <a:t>traffic monitoring systems.</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highlight>
                  <a:srgbClr val="FF00FF"/>
                </a:highlight>
              </a:rPr>
              <a:t>Product specification</a:t>
            </a:r>
          </a:p>
        </p:txBody>
      </p:sp>
      <p:sp>
        <p:nvSpPr>
          <p:cNvPr id="3" name="Content Placeholder 2"/>
          <p:cNvSpPr>
            <a:spLocks noGrp="1"/>
          </p:cNvSpPr>
          <p:nvPr>
            <p:ph idx="1"/>
          </p:nvPr>
        </p:nvSpPr>
        <p:spPr/>
        <p:txBody>
          <a:bodyPr lIns="91440" tIns="45720" rIns="91440" bIns="45720" anchor="t"/>
          <a:lstStyle/>
          <a:p>
            <a:r>
              <a:rPr lang="en-US">
                <a:ea typeface="ＭＳ Ｐゴシック"/>
              </a:rPr>
              <a:t>Generic products</a:t>
            </a:r>
          </a:p>
          <a:p>
            <a:pPr lvl="1"/>
            <a:r>
              <a:rPr lang="en-US">
                <a:ea typeface="ＭＳ Ｐゴシック"/>
              </a:rPr>
              <a:t>The specification of what the software should do is owned </a:t>
            </a:r>
            <a:r>
              <a:rPr lang="en-US">
                <a:solidFill>
                  <a:srgbClr val="FF0000"/>
                </a:solidFill>
                <a:ea typeface="ＭＳ Ｐゴシック"/>
              </a:rPr>
              <a:t>by the software developer</a:t>
            </a:r>
            <a:r>
              <a:rPr lang="en-US">
                <a:ea typeface="ＭＳ Ｐゴシック"/>
              </a:rPr>
              <a:t> and decisions on software change are made by the developer.</a:t>
            </a:r>
          </a:p>
          <a:p>
            <a:r>
              <a:rPr lang="en-US">
                <a:ea typeface="ＭＳ Ｐゴシック"/>
              </a:rPr>
              <a:t>Customized products</a:t>
            </a:r>
          </a:p>
          <a:p>
            <a:pPr lvl="1"/>
            <a:r>
              <a:rPr lang="en-US">
                <a:ea typeface="ＭＳ Ｐゴシック"/>
              </a:rPr>
              <a:t>The specification of what the software should do is owned </a:t>
            </a:r>
            <a:r>
              <a:rPr lang="en-US">
                <a:solidFill>
                  <a:srgbClr val="FF0000"/>
                </a:solidFill>
                <a:ea typeface="ＭＳ Ｐゴシック"/>
              </a:rPr>
              <a:t>by the customer</a:t>
            </a:r>
            <a:r>
              <a:rPr lang="en-US">
                <a:ea typeface="ＭＳ Ｐゴシック"/>
              </a:rPr>
              <a:t> for the software and they make decisions on software changes that are required.</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highlight>
                  <a:srgbClr val="FF00FF"/>
                </a:highlight>
              </a:rPr>
              <a:t>Frequently asked questions about software engineering</a:t>
            </a:r>
            <a:br>
              <a:rPr lang="en-GB" dirty="0"/>
            </a:b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01191563"/>
              </p:ext>
            </p:extLst>
          </p:nvPr>
        </p:nvGraphicFramePr>
        <p:xfrm>
          <a:off x="435428" y="1632857"/>
          <a:ext cx="8109116" cy="4512450"/>
        </p:xfrm>
        <a:graphic>
          <a:graphicData uri="http://schemas.openxmlformats.org/drawingml/2006/table">
            <a:tbl>
              <a:tblPr firstRow="1" bandRow="1">
                <a:tableStyleId>{B301B821-A1FF-4177-AEE7-76D212191A09}</a:tableStyleId>
              </a:tblPr>
              <a:tblGrid>
                <a:gridCol w="3483428">
                  <a:extLst>
                    <a:ext uri="{9D8B030D-6E8A-4147-A177-3AD203B41FA5}">
                      <a16:colId xmlns:a16="http://schemas.microsoft.com/office/drawing/2014/main" val="20000"/>
                    </a:ext>
                  </a:extLst>
                </a:gridCol>
                <a:gridCol w="4625688">
                  <a:extLst>
                    <a:ext uri="{9D8B030D-6E8A-4147-A177-3AD203B41FA5}">
                      <a16:colId xmlns:a16="http://schemas.microsoft.com/office/drawing/2014/main" val="20001"/>
                    </a:ext>
                  </a:extLst>
                </a:gridCol>
              </a:tblGrid>
              <a:tr h="473850">
                <a:tc>
                  <a:txBody>
                    <a:bodyPr/>
                    <a:lstStyle/>
                    <a:p>
                      <a:pPr algn="just">
                        <a:spcAft>
                          <a:spcPts val="0"/>
                        </a:spcAft>
                      </a:pPr>
                      <a:r>
                        <a:rPr lang="en-GB" sz="1400">
                          <a:latin typeface="Arial"/>
                          <a:cs typeface="Arial"/>
                        </a:rPr>
                        <a:t>Question</a:t>
                      </a:r>
                      <a:endParaRPr lang="en-GB" sz="1400" b="1">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a:latin typeface="Arial"/>
                          <a:cs typeface="Arial"/>
                        </a:rPr>
                        <a:t>Answer</a:t>
                      </a:r>
                      <a:endParaRPr lang="en-GB" sz="1400" b="1">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a:latin typeface="Arial"/>
                          <a:cs typeface="Arial"/>
                        </a:rPr>
                        <a:t>What is software?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a:latin typeface="Arial"/>
                          <a:cs typeface="Arial"/>
                        </a:rPr>
                        <a:t>Computer programs and associated documentation. Software products may be developed for a particular customer or may be developed for a general market.</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a:latin typeface="Arial"/>
                          <a:cs typeface="Arial"/>
                        </a:rPr>
                        <a:t>What are the attributes of good software?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a:latin typeface="Arial"/>
                          <a:cs typeface="Arial"/>
                        </a:rPr>
                        <a:t>Good software should deliver the required functionality and performance to the user and </a:t>
                      </a:r>
                      <a:r>
                        <a:rPr lang="en-GB" sz="1400">
                          <a:solidFill>
                            <a:srgbClr val="FF0000"/>
                          </a:solidFill>
                          <a:latin typeface="Arial"/>
                          <a:cs typeface="Arial"/>
                        </a:rPr>
                        <a:t>should be maintainable</a:t>
                      </a:r>
                      <a:r>
                        <a:rPr lang="en-GB" sz="1400">
                          <a:latin typeface="Arial"/>
                          <a:cs typeface="Arial"/>
                        </a:rPr>
                        <a:t>, </a:t>
                      </a:r>
                      <a:r>
                        <a:rPr lang="en-GB" sz="1400">
                          <a:solidFill>
                            <a:srgbClr val="FF0000"/>
                          </a:solidFill>
                          <a:latin typeface="Arial"/>
                          <a:cs typeface="Arial"/>
                        </a:rPr>
                        <a:t>dependable</a:t>
                      </a:r>
                      <a:r>
                        <a:rPr lang="en-GB" sz="1400">
                          <a:latin typeface="Arial"/>
                          <a:cs typeface="Arial"/>
                        </a:rPr>
                        <a:t> and </a:t>
                      </a:r>
                      <a:r>
                        <a:rPr lang="en-GB" sz="1400">
                          <a:solidFill>
                            <a:srgbClr val="FF0000"/>
                          </a:solidFill>
                          <a:latin typeface="Arial"/>
                          <a:cs typeface="Arial"/>
                        </a:rPr>
                        <a:t>usable</a:t>
                      </a:r>
                      <a:r>
                        <a:rPr lang="en-GB" sz="1400">
                          <a:latin typeface="Arial"/>
                          <a:cs typeface="Arial"/>
                        </a:rPr>
                        <a:t>.</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a:latin typeface="Arial"/>
                          <a:cs typeface="Arial"/>
                        </a:rPr>
                        <a:t>What is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a:latin typeface="Arial"/>
                          <a:cs typeface="Arial"/>
                        </a:rPr>
                        <a:t>Software engineering is an engineering discipline that is concerned with all aspects of software production.</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a:latin typeface="Arial"/>
                          <a:cs typeface="Arial"/>
                        </a:rPr>
                        <a:t>Software specification, software development, software validation and software evolution.</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a:latin typeface="Arial"/>
                          <a:cs typeface="Arial"/>
                        </a:rPr>
                        <a:t>Computer science focuses on </a:t>
                      </a:r>
                      <a:r>
                        <a:rPr lang="en-GB" sz="1400">
                          <a:solidFill>
                            <a:srgbClr val="FF0000"/>
                          </a:solidFill>
                          <a:latin typeface="Arial"/>
                          <a:cs typeface="Arial"/>
                        </a:rPr>
                        <a:t>theory and fundamentals</a:t>
                      </a:r>
                      <a:r>
                        <a:rPr lang="en-GB" sz="1400">
                          <a:latin typeface="Arial"/>
                          <a:cs typeface="Arial"/>
                        </a:rPr>
                        <a:t>; software engineering is concerned with the </a:t>
                      </a:r>
                      <a:r>
                        <a:rPr lang="en-GB" sz="1400">
                          <a:solidFill>
                            <a:srgbClr val="FF0000"/>
                          </a:solidFill>
                          <a:latin typeface="Arial"/>
                          <a:cs typeface="Arial"/>
                        </a:rPr>
                        <a:t>practicalities of developing</a:t>
                      </a:r>
                      <a:r>
                        <a:rPr lang="en-GB" sz="1400">
                          <a:latin typeface="Arial"/>
                          <a:cs typeface="Arial"/>
                        </a:rPr>
                        <a:t> and delivering useful software.</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a:latin typeface="Arial"/>
                          <a:cs typeface="Arial"/>
                        </a:rPr>
                        <a:t>System engineering is concerned with </a:t>
                      </a:r>
                      <a:r>
                        <a:rPr lang="en-GB" sz="1400">
                          <a:solidFill>
                            <a:srgbClr val="FF0000"/>
                          </a:solidFill>
                          <a:latin typeface="Arial"/>
                          <a:cs typeface="Arial"/>
                        </a:rPr>
                        <a:t>all aspects of computer-based systems development</a:t>
                      </a:r>
                      <a:r>
                        <a:rPr lang="en-GB" sz="1400">
                          <a:latin typeface="Arial"/>
                          <a:cs typeface="Arial"/>
                        </a:rPr>
                        <a:t> including hardware, software and process engineering. Software engineering is part of this more general process.</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highlight>
                  <a:srgbClr val="FF00FF"/>
                </a:highlight>
              </a:rPr>
              <a:t>Frequently asked questions about software engineering</a:t>
            </a:r>
            <a:endParaRPr lang="en-US" dirty="0">
              <a:highlight>
                <a:srgbClr val="FF00FF"/>
              </a:highlight>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257741629"/>
              </p:ext>
            </p:extLst>
          </p:nvPr>
        </p:nvGraphicFramePr>
        <p:xfrm>
          <a:off x="398971" y="1811547"/>
          <a:ext cx="7426373" cy="4517208"/>
        </p:xfrm>
        <a:graphic>
          <a:graphicData uri="http://schemas.openxmlformats.org/drawingml/2006/table">
            <a:tbl>
              <a:tblPr firstRow="1" bandRow="1">
                <a:tableStyleId>{5C22544A-7EE6-4342-B048-85BDC9FD1C3A}</a:tableStyleId>
              </a:tblPr>
              <a:tblGrid>
                <a:gridCol w="2684971">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a:latin typeface="Arial"/>
                          <a:cs typeface="Arial"/>
                        </a:rPr>
                        <a:t>Question</a:t>
                      </a:r>
                    </a:p>
                  </a:txBody>
                  <a:tcPr/>
                </a:tc>
                <a:tc>
                  <a:txBody>
                    <a:bodyPr/>
                    <a:lstStyle/>
                    <a:p>
                      <a:r>
                        <a:rPr lang="en-US" sz="140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a:latin typeface="Arial"/>
                          <a:cs typeface="Arial"/>
                        </a:rPr>
                        <a:t>What are the key challenges facing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a:latin typeface="Arial"/>
                          <a:cs typeface="Arial"/>
                        </a:rPr>
                        <a:t>Coping with </a:t>
                      </a:r>
                      <a:r>
                        <a:rPr lang="en-GB" sz="1400">
                          <a:solidFill>
                            <a:srgbClr val="FF0000"/>
                          </a:solidFill>
                          <a:latin typeface="Arial"/>
                          <a:cs typeface="Arial"/>
                        </a:rPr>
                        <a:t>increasing diversity</a:t>
                      </a:r>
                      <a:r>
                        <a:rPr lang="en-GB" sz="1400">
                          <a:latin typeface="Arial"/>
                          <a:cs typeface="Arial"/>
                        </a:rPr>
                        <a:t>, </a:t>
                      </a:r>
                      <a:r>
                        <a:rPr lang="en-GB" sz="1400">
                          <a:solidFill>
                            <a:srgbClr val="FF0000"/>
                          </a:solidFill>
                          <a:latin typeface="Arial"/>
                          <a:cs typeface="Arial"/>
                        </a:rPr>
                        <a:t>demands</a:t>
                      </a:r>
                      <a:r>
                        <a:rPr lang="en-GB" sz="1400">
                          <a:latin typeface="Arial"/>
                          <a:cs typeface="Arial"/>
                        </a:rPr>
                        <a:t> for reduced delivery times and developing </a:t>
                      </a:r>
                      <a:r>
                        <a:rPr lang="en-GB" sz="1400">
                          <a:solidFill>
                            <a:srgbClr val="FF0000"/>
                          </a:solidFill>
                          <a:latin typeface="Arial"/>
                          <a:cs typeface="Arial"/>
                        </a:rPr>
                        <a:t>trustworthy</a:t>
                      </a:r>
                      <a:r>
                        <a:rPr lang="en-GB" sz="1400">
                          <a:latin typeface="Arial"/>
                          <a:cs typeface="Arial"/>
                        </a:rPr>
                        <a:t> software.</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a:latin typeface="Arial"/>
                          <a:cs typeface="Arial"/>
                        </a:rPr>
                        <a:t>What are the costs of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a:latin typeface="Arial"/>
                          <a:cs typeface="Arial"/>
                        </a:rPr>
                        <a:t>Roughly 60% of software costs are development costs, 40% are testing costs. For custom software, evolution costs often exceed development costs.</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1807028">
                <a:tc>
                  <a:txBody>
                    <a:bodyPr/>
                    <a:lstStyle/>
                    <a:p>
                      <a:pPr algn="just">
                        <a:spcAft>
                          <a:spcPts val="0"/>
                        </a:spcAft>
                      </a:pPr>
                      <a:r>
                        <a:rPr lang="en-GB" sz="1400">
                          <a:latin typeface="Arial"/>
                          <a:cs typeface="Arial"/>
                        </a:rPr>
                        <a:t>What are the best software engineering techniques and methods?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t>
                      </a:r>
                      <a:r>
                        <a:rPr lang="en-GB" sz="1400" err="1">
                          <a:latin typeface="Arial"/>
                          <a:cs typeface="Arial"/>
                        </a:rPr>
                        <a:t>analyzable</a:t>
                      </a:r>
                      <a:r>
                        <a:rPr lang="en-GB" sz="1400">
                          <a:latin typeface="Arial"/>
                          <a:cs typeface="Arial"/>
                        </a:rPr>
                        <a:t> specification to be developed. You can’t, therefore, say that one method is better than another.</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highlight>
                  <a:srgbClr val="FF00FF"/>
                </a:highlight>
              </a:rPr>
              <a:t>Essential attributes of good software</a:t>
            </a:r>
            <a:endParaRPr lang="en-US" dirty="0">
              <a:highlight>
                <a:srgbClr val="FF00FF"/>
              </a:highlight>
            </a:endParaRPr>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9</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369482883"/>
              </p:ext>
            </p:extLst>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a:latin typeface="Arial"/>
                          <a:cs typeface="Arial"/>
                        </a:rPr>
                        <a:t>Product characteristic</a:t>
                      </a:r>
                      <a:endParaRPr lang="en-GB" sz="1400" b="1">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a:latin typeface="Arial"/>
                          <a:cs typeface="Arial"/>
                        </a:rPr>
                        <a:t>Description</a:t>
                      </a:r>
                      <a:endParaRPr lang="en-GB" sz="1400" b="1">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lvl="0" algn="just">
                        <a:spcAft>
                          <a:spcPts val="0"/>
                        </a:spcAft>
                        <a:buNone/>
                      </a:pPr>
                      <a:r>
                        <a:rPr lang="en-GB" sz="1400">
                          <a:latin typeface="Arial"/>
                          <a:cs typeface="Arial"/>
                        </a:rPr>
                        <a:t>Maintainability</a:t>
                      </a:r>
                      <a:endParaRPr lang="en-GB" sz="1400">
                        <a:solidFill>
                          <a:srgbClr val="000000"/>
                        </a:solidFill>
                        <a:latin typeface="Arial"/>
                        <a:ea typeface="Times New Roman"/>
                        <a:cs typeface="Arial"/>
                      </a:endParaRPr>
                    </a:p>
                  </a:txBody>
                  <a:tcPr marL="54610" marR="54610" marT="0" marB="91440"/>
                </a:tc>
                <a:tc>
                  <a:txBody>
                    <a:bodyPr/>
                    <a:lstStyle/>
                    <a:p>
                      <a:pPr lvl="0" algn="just">
                        <a:spcAft>
                          <a:spcPts val="0"/>
                        </a:spcAft>
                        <a:buNone/>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lvl="0" algn="l">
                        <a:spcAft>
                          <a:spcPts val="0"/>
                        </a:spcAft>
                        <a:buNone/>
                      </a:pPr>
                      <a:r>
                        <a:rPr lang="en-GB" sz="1400">
                          <a:latin typeface="Arial"/>
                          <a:cs typeface="Arial"/>
                        </a:rPr>
                        <a:t>Dependability and security</a:t>
                      </a:r>
                      <a:endParaRPr lang="en-GB" sz="1400">
                        <a:solidFill>
                          <a:srgbClr val="000000"/>
                        </a:solidFill>
                        <a:latin typeface="Arial"/>
                        <a:ea typeface="Times New Roman"/>
                        <a:cs typeface="Arial"/>
                      </a:endParaRPr>
                    </a:p>
                  </a:txBody>
                  <a:tcPr marL="54610" marR="54610" marT="0" marB="91440"/>
                </a:tc>
                <a:tc>
                  <a:txBody>
                    <a:bodyPr/>
                    <a:lstStyle/>
                    <a:p>
                      <a:pPr lvl="0" algn="just">
                        <a:spcAft>
                          <a:spcPts val="0"/>
                        </a:spcAft>
                        <a:buNone/>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lvl="0" algn="just">
                        <a:spcAft>
                          <a:spcPts val="0"/>
                        </a:spcAft>
                        <a:buNone/>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lvl="0" algn="just">
                        <a:spcAft>
                          <a:spcPts val="0"/>
                        </a:spcAft>
                        <a:buNone/>
                      </a:pPr>
                      <a:r>
                        <a:rPr lang="en-GB" sz="1400">
                          <a:latin typeface="Arial"/>
                          <a:cs typeface="Arial"/>
                        </a:rPr>
                        <a:t>Software should not make wasteful use of system resources such as memory and processor cycles. Efficiency therefore includes responsiveness, processing time, memory utilisation, etc.</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lvl="0" algn="just">
                        <a:spcAft>
                          <a:spcPts val="0"/>
                        </a:spcAft>
                        <a:buNone/>
                      </a:pPr>
                      <a:r>
                        <a:rPr lang="en-GB" sz="1400">
                          <a:latin typeface="Arial"/>
                          <a:cs typeface="Arial"/>
                        </a:rPr>
                        <a:t>Acceptability</a:t>
                      </a:r>
                      <a:endParaRPr lang="en-GB" sz="1400">
                        <a:solidFill>
                          <a:srgbClr val="000000"/>
                        </a:solidFill>
                        <a:latin typeface="Arial"/>
                        <a:ea typeface="Times New Roman"/>
                        <a:cs typeface="Arial"/>
                      </a:endParaRPr>
                    </a:p>
                  </a:txBody>
                  <a:tcPr marL="54610" marR="54610" marT="0" marB="91440"/>
                </a:tc>
                <a:tc>
                  <a:txBody>
                    <a:bodyPr/>
                    <a:lstStyle/>
                    <a:p>
                      <a:pPr lvl="0" algn="just">
                        <a:spcAft>
                          <a:spcPts val="0"/>
                        </a:spcAft>
                        <a:buNone/>
                      </a:pPr>
                      <a:r>
                        <a:rPr lang="en-GB" sz="1400">
                          <a:latin typeface="Arial"/>
                          <a:cs typeface="Arial"/>
                        </a:rPr>
                        <a:t>Software must be acceptable to the type of users for which it is designed. This means that it must be understandable, usable and compatible with other systems that they use. </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Software engineering</a:t>
            </a:r>
          </a:p>
        </p:txBody>
      </p:sp>
      <p:sp>
        <p:nvSpPr>
          <p:cNvPr id="3" name="Content Placeholder 2"/>
          <p:cNvSpPr>
            <a:spLocks noGrp="1"/>
          </p:cNvSpPr>
          <p:nvPr>
            <p:ph idx="1"/>
          </p:nvPr>
        </p:nvSpPr>
        <p:spPr/>
        <p:txBody>
          <a:bodyPr/>
          <a:lstStyle/>
          <a:p>
            <a:r>
              <a:rPr lang="en-US" dirty="0"/>
              <a:t>Software engineering is an engineering discipline that is concerned with all aspects of software production from the early stages of system specification through to maintaining the system after it has gone into use.</a:t>
            </a:r>
          </a:p>
          <a:p>
            <a:r>
              <a:rPr lang="en-US" dirty="0"/>
              <a:t>Engineering discipline</a:t>
            </a:r>
          </a:p>
          <a:p>
            <a:pPr lvl="1"/>
            <a:r>
              <a:rPr lang="en-US" dirty="0"/>
              <a:t>Using appropriate theories and methods to solve problems bearing in mind organizational and financial constraints.</a:t>
            </a:r>
            <a:endParaRPr lang="ar-JO" dirty="0"/>
          </a:p>
          <a:p>
            <a:pPr marL="457200" lvl="1" indent="0">
              <a:buNone/>
            </a:pPr>
            <a:r>
              <a:rPr lang="ar-JO" dirty="0"/>
              <a:t>استخدام النظريات والأساليب المناسبة لحل المشكلات مع مراعاة القيود التنظيمية والمالية</a:t>
            </a:r>
            <a:endParaRPr lang="en-US" dirty="0"/>
          </a:p>
          <a:p>
            <a:r>
              <a:rPr lang="en-US" dirty="0"/>
              <a:t>All aspects of software production</a:t>
            </a:r>
          </a:p>
          <a:p>
            <a:pPr lvl="1"/>
            <a:r>
              <a:rPr lang="en-US" dirty="0"/>
              <a:t>Not just technical process of development. Also project management and the development of tools, methods etc. to support software production.</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More and more, individuals and society rely on advanced software systems. We need to be able to produce reliable and trustworthy systems economically and quickly.</a:t>
            </a:r>
            <a:r>
              <a:rPr lang="ar-JO" dirty="0"/>
              <a:t> يعتمد الأفراد والمجتمع أكثر فأكثر على أنظمة البرمجيات المتقدمة. نحن بحاجة إلى أن نكون قادرين على إنتاج أنظمة موثوقة وجديرة بالثقة اقتصاديًا وبسرعة</a:t>
            </a:r>
            <a:endParaRPr lang="en-GB" dirty="0"/>
          </a:p>
          <a:p>
            <a:r>
              <a:rPr lang="en-GB" dirty="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r>
              <a:rPr lang="ar-JO" dirty="0"/>
              <a:t>أنشطة عمليات البرمجيات</a:t>
            </a:r>
            <a:endParaRPr lang="en-US" dirty="0"/>
          </a:p>
        </p:txBody>
      </p:sp>
      <p:sp>
        <p:nvSpPr>
          <p:cNvPr id="3" name="Content Placeholder 2"/>
          <p:cNvSpPr>
            <a:spLocks noGrp="1"/>
          </p:cNvSpPr>
          <p:nvPr>
            <p:ph idx="1"/>
          </p:nvPr>
        </p:nvSpPr>
        <p:spPr/>
        <p:txBody>
          <a:bodyPr lIns="91440" tIns="45720" rIns="91440" bIns="45720" anchor="t"/>
          <a:lstStyle/>
          <a:p>
            <a:r>
              <a:rPr lang="en-GB" dirty="0">
                <a:solidFill>
                  <a:srgbClr val="FF0000"/>
                </a:solidFill>
                <a:highlight>
                  <a:srgbClr val="FF00FF"/>
                </a:highlight>
                <a:ea typeface="ＭＳ Ｐゴシック"/>
              </a:rPr>
              <a:t>Software specification</a:t>
            </a:r>
            <a:r>
              <a:rPr lang="en-GB" dirty="0">
                <a:highlight>
                  <a:srgbClr val="FF00FF"/>
                </a:highlight>
                <a:ea typeface="ＭＳ Ｐゴシック"/>
              </a:rPr>
              <a:t>, </a:t>
            </a:r>
            <a:r>
              <a:rPr lang="en-GB" dirty="0">
                <a:ea typeface="ＭＳ Ｐゴシック"/>
              </a:rPr>
              <a:t>where customers and engineers define the software that is to be produced and the constraints on its operation.</a:t>
            </a:r>
          </a:p>
          <a:p>
            <a:r>
              <a:rPr lang="en-GB" dirty="0">
                <a:solidFill>
                  <a:srgbClr val="FF0000"/>
                </a:solidFill>
                <a:highlight>
                  <a:srgbClr val="FF00FF"/>
                </a:highlight>
                <a:ea typeface="ＭＳ Ｐゴシック"/>
              </a:rPr>
              <a:t>Software development</a:t>
            </a:r>
            <a:r>
              <a:rPr lang="en-GB" dirty="0">
                <a:highlight>
                  <a:srgbClr val="FF00FF"/>
                </a:highlight>
                <a:ea typeface="ＭＳ Ｐゴシック"/>
              </a:rPr>
              <a:t>, </a:t>
            </a:r>
            <a:r>
              <a:rPr lang="en-GB" dirty="0">
                <a:ea typeface="ＭＳ Ｐゴシック"/>
              </a:rPr>
              <a:t>where the software is designed and programmed.</a:t>
            </a:r>
          </a:p>
          <a:p>
            <a:r>
              <a:rPr lang="en-GB" dirty="0">
                <a:solidFill>
                  <a:srgbClr val="FF0000"/>
                </a:solidFill>
                <a:ea typeface="ＭＳ Ｐゴシック"/>
              </a:rPr>
              <a:t>Software validation</a:t>
            </a:r>
            <a:r>
              <a:rPr lang="en-GB" dirty="0">
                <a:ea typeface="ＭＳ Ｐゴシック"/>
              </a:rPr>
              <a:t>, where the software is checked to ensure that it is what the customer requires.</a:t>
            </a:r>
          </a:p>
          <a:p>
            <a:r>
              <a:rPr lang="en-GB" dirty="0">
                <a:solidFill>
                  <a:srgbClr val="FF0000"/>
                </a:solidFill>
                <a:highlight>
                  <a:srgbClr val="FF00FF"/>
                </a:highlight>
                <a:ea typeface="ＭＳ Ｐゴシック"/>
              </a:rPr>
              <a:t>Software evolution</a:t>
            </a:r>
            <a:r>
              <a:rPr lang="en-GB" dirty="0">
                <a:highlight>
                  <a:srgbClr val="FF00FF"/>
                </a:highlight>
                <a:ea typeface="ＭＳ Ｐゴシック"/>
              </a:rPr>
              <a:t>, </a:t>
            </a:r>
            <a:r>
              <a:rPr lang="en-GB" dirty="0">
                <a:ea typeface="ＭＳ Ｐゴシック"/>
              </a:rPr>
              <a:t>where the software is modified to reflect changing customer and market requirements.</a:t>
            </a:r>
          </a:p>
          <a:p>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a typeface="ＭＳ Ｐゴシック"/>
              </a:rPr>
              <a:t>General issues that affect most software</a:t>
            </a:r>
          </a:p>
        </p:txBody>
      </p:sp>
      <p:sp>
        <p:nvSpPr>
          <p:cNvPr id="3" name="Content Placeholder 2"/>
          <p:cNvSpPr>
            <a:spLocks noGrp="1"/>
          </p:cNvSpPr>
          <p:nvPr>
            <p:ph idx="1"/>
          </p:nvPr>
        </p:nvSpPr>
        <p:spPr>
          <a:xfrm>
            <a:off x="457200" y="1600200"/>
            <a:ext cx="8229600" cy="4828309"/>
          </a:xfrm>
        </p:spPr>
        <p:txBody>
          <a:bodyPr lIns="91440" tIns="45720" rIns="91440" bIns="45720" anchor="t"/>
          <a:lstStyle/>
          <a:p>
            <a:r>
              <a:rPr lang="en-GB" dirty="0">
                <a:solidFill>
                  <a:srgbClr val="FF0000"/>
                </a:solidFill>
                <a:highlight>
                  <a:srgbClr val="FF00FF"/>
                </a:highlight>
                <a:ea typeface="ＭＳ Ｐゴシック"/>
              </a:rPr>
              <a:t>Heterogeneity</a:t>
            </a:r>
            <a:r>
              <a:rPr lang="en-GB" dirty="0">
                <a:highlight>
                  <a:srgbClr val="FF00FF"/>
                </a:highlight>
                <a:ea typeface="ＭＳ Ｐゴシック"/>
              </a:rPr>
              <a:t> </a:t>
            </a:r>
            <a:endParaRPr lang="en-GB" dirty="0">
              <a:highlight>
                <a:srgbClr val="FF00FF"/>
              </a:highlight>
            </a:endParaRPr>
          </a:p>
          <a:p>
            <a:pPr lvl="1"/>
            <a:r>
              <a:rPr lang="en-GB" dirty="0">
                <a:ea typeface="ＭＳ Ｐゴシック"/>
              </a:rPr>
              <a:t>Increasingly, systems are required to operate as distributed systems across networks that include different types of computer and mobile devices. </a:t>
            </a:r>
            <a:endParaRPr lang="en-GB" dirty="0"/>
          </a:p>
          <a:p>
            <a:r>
              <a:rPr lang="en-GB" dirty="0">
                <a:solidFill>
                  <a:srgbClr val="FF0000"/>
                </a:solidFill>
                <a:highlight>
                  <a:srgbClr val="FF00FF"/>
                </a:highlight>
                <a:ea typeface="ＭＳ Ｐゴシック"/>
              </a:rPr>
              <a:t>Business and social change </a:t>
            </a:r>
            <a:endParaRPr lang="en-GB" dirty="0">
              <a:solidFill>
                <a:srgbClr val="FF0000"/>
              </a:solidFill>
              <a:highlight>
                <a:srgbClr val="FF00FF"/>
              </a:highlight>
            </a:endParaRPr>
          </a:p>
          <a:p>
            <a:pPr lvl="1"/>
            <a:r>
              <a:rPr lang="en-GB" dirty="0">
                <a:ea typeface="ＭＳ Ｐゴシック"/>
              </a:rPr>
              <a:t>Business and society are changing incredibly quickly as emerging economies develop and new technologies become available. They need to be able to change their existing software and to rapidly develop new software. </a:t>
            </a:r>
            <a:endParaRPr lang="en-GB" dirty="0"/>
          </a:p>
          <a:p>
            <a:r>
              <a:rPr lang="en-GB" dirty="0">
                <a:solidFill>
                  <a:srgbClr val="FF0000"/>
                </a:solidFill>
                <a:highlight>
                  <a:srgbClr val="FF00FF"/>
                </a:highlight>
                <a:ea typeface="ＭＳ Ｐゴシック"/>
              </a:rPr>
              <a:t>Security and trust </a:t>
            </a:r>
            <a:endParaRPr lang="en-GB" dirty="0">
              <a:solidFill>
                <a:srgbClr val="FF0000"/>
              </a:solidFill>
              <a:highlight>
                <a:srgbClr val="FF00FF"/>
              </a:highlight>
            </a:endParaRPr>
          </a:p>
          <a:p>
            <a:pPr lvl="1"/>
            <a:r>
              <a:rPr lang="en-GB" dirty="0">
                <a:ea typeface="ＭＳ Ｐゴシック"/>
              </a:rPr>
              <a:t>As software is intertwined with all aspects of our lives, it is essential that we can trust that software.</a:t>
            </a:r>
            <a:r>
              <a:rPr lang="ar-JO" dirty="0">
                <a:ea typeface="ＭＳ Ｐゴシック"/>
              </a:rPr>
              <a:t> نظرًا لأن البرمجيات متشابكة مع جميع جوانب حياتنا ، فمن الضروري أن نثق في هذا البرنامج</a:t>
            </a:r>
            <a:r>
              <a:rPr lang="en-GB" dirty="0">
                <a:ea typeface="ＭＳ Ｐゴシック"/>
              </a:rPr>
              <a:t>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Software engineering diversity</a:t>
            </a:r>
          </a:p>
        </p:txBody>
      </p:sp>
      <p:sp>
        <p:nvSpPr>
          <p:cNvPr id="3" name="Content Placeholder 2"/>
          <p:cNvSpPr>
            <a:spLocks noGrp="1"/>
          </p:cNvSpPr>
          <p:nvPr>
            <p:ph idx="1"/>
          </p:nvPr>
        </p:nvSpPr>
        <p:spPr/>
        <p:txBody>
          <a:bodyPr/>
          <a:lstStyle/>
          <a:p>
            <a:r>
              <a:rPr lang="en-US" dirty="0"/>
              <a:t>There are many </a:t>
            </a:r>
            <a:r>
              <a:rPr lang="en-US" dirty="0">
                <a:highlight>
                  <a:srgbClr val="FFFF00"/>
                </a:highlight>
              </a:rPr>
              <a:t>different types of software system </a:t>
            </a:r>
            <a:r>
              <a:rPr lang="en-US" dirty="0"/>
              <a:t>and there is no universal </a:t>
            </a:r>
            <a:r>
              <a:rPr lang="en-US" dirty="0">
                <a:highlight>
                  <a:srgbClr val="FFFF00"/>
                </a:highlight>
              </a:rPr>
              <a:t>set of software techniques that is applicable to all of these</a:t>
            </a:r>
            <a:r>
              <a:rPr lang="en-US" dirty="0"/>
              <a:t>.</a:t>
            </a:r>
          </a:p>
          <a:p>
            <a:r>
              <a:rPr lang="en-US" dirty="0"/>
              <a:t>The software engineering </a:t>
            </a:r>
            <a:r>
              <a:rPr lang="en-US" dirty="0">
                <a:highlight>
                  <a:srgbClr val="FFFF00"/>
                </a:highlight>
              </a:rPr>
              <a:t>methods</a:t>
            </a:r>
            <a:r>
              <a:rPr lang="en-US" dirty="0"/>
              <a:t> and </a:t>
            </a:r>
            <a:r>
              <a:rPr lang="en-US" dirty="0">
                <a:highlight>
                  <a:srgbClr val="FFFF00"/>
                </a:highlight>
              </a:rPr>
              <a:t>tools</a:t>
            </a:r>
            <a:r>
              <a:rPr lang="en-US" dirty="0"/>
              <a:t> used depend on the type of application being developed, the </a:t>
            </a:r>
            <a:r>
              <a:rPr lang="en-US" dirty="0">
                <a:highlight>
                  <a:srgbClr val="FFFF00"/>
                </a:highlight>
              </a:rPr>
              <a:t>requirements of the customer and the background of the development team.</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Application types</a:t>
            </a:r>
          </a:p>
        </p:txBody>
      </p:sp>
      <p:sp>
        <p:nvSpPr>
          <p:cNvPr id="3" name="Content Placeholder 2"/>
          <p:cNvSpPr>
            <a:spLocks noGrp="1"/>
          </p:cNvSpPr>
          <p:nvPr>
            <p:ph idx="1"/>
          </p:nvPr>
        </p:nvSpPr>
        <p:spPr/>
        <p:txBody>
          <a:bodyPr lIns="91440" tIns="45720" rIns="91440" bIns="45720" anchor="t"/>
          <a:lstStyle/>
          <a:p>
            <a:r>
              <a:rPr lang="en-GB" dirty="0">
                <a:solidFill>
                  <a:srgbClr val="FF0000"/>
                </a:solidFill>
                <a:highlight>
                  <a:srgbClr val="FF00FF"/>
                </a:highlight>
                <a:ea typeface="ＭＳ Ｐゴシック"/>
              </a:rPr>
              <a:t>Stand-alone applications </a:t>
            </a:r>
            <a:endParaRPr lang="en-GB" dirty="0">
              <a:solidFill>
                <a:srgbClr val="FF0000"/>
              </a:solidFill>
              <a:highlight>
                <a:srgbClr val="FF00FF"/>
              </a:highlight>
            </a:endParaRPr>
          </a:p>
          <a:p>
            <a:pPr lvl="1"/>
            <a:r>
              <a:rPr lang="en-GB" b="1" dirty="0">
                <a:solidFill>
                  <a:srgbClr val="FF0000"/>
                </a:solidFill>
                <a:ea typeface="ＭＳ Ｐゴシック"/>
              </a:rPr>
              <a:t>These are application systems that run on a local computer, such as a PC. They include all necessary functionality and do not need to be connected to a network. </a:t>
            </a:r>
            <a:endParaRPr lang="en-GB" b="1" dirty="0">
              <a:solidFill>
                <a:srgbClr val="FF0000"/>
              </a:solidFill>
            </a:endParaRPr>
          </a:p>
          <a:p>
            <a:r>
              <a:rPr lang="en-GB" dirty="0">
                <a:solidFill>
                  <a:srgbClr val="FF0000"/>
                </a:solidFill>
                <a:highlight>
                  <a:srgbClr val="FF00FF"/>
                </a:highlight>
                <a:ea typeface="ＭＳ Ｐゴシック"/>
              </a:rPr>
              <a:t>Interactive transaction-based applications</a:t>
            </a:r>
            <a:r>
              <a:rPr lang="en-GB" i="1" dirty="0">
                <a:solidFill>
                  <a:srgbClr val="FF0000"/>
                </a:solidFill>
                <a:highlight>
                  <a:srgbClr val="FF00FF"/>
                </a:highlight>
                <a:ea typeface="ＭＳ Ｐゴシック"/>
              </a:rPr>
              <a:t> </a:t>
            </a:r>
            <a:endParaRPr lang="en-GB" i="1" dirty="0">
              <a:solidFill>
                <a:srgbClr val="FF0000"/>
              </a:solidFill>
              <a:highlight>
                <a:srgbClr val="FF00FF"/>
              </a:highlight>
            </a:endParaRPr>
          </a:p>
          <a:p>
            <a:pPr lvl="1"/>
            <a:r>
              <a:rPr lang="en-GB" b="1" dirty="0">
                <a:solidFill>
                  <a:srgbClr val="FF0000"/>
                </a:solidFill>
                <a:ea typeface="ＭＳ Ｐゴシック"/>
              </a:rPr>
              <a:t>Applications that execute on a remote computer and are accessed by users from their own PCs or terminals. These include web applications such as e-commerce applications. </a:t>
            </a:r>
            <a:endParaRPr lang="en-GB" b="1" dirty="0">
              <a:solidFill>
                <a:srgbClr val="FF0000"/>
              </a:solidFill>
            </a:endParaRPr>
          </a:p>
          <a:p>
            <a:r>
              <a:rPr lang="en-GB" dirty="0">
                <a:solidFill>
                  <a:srgbClr val="FF0000"/>
                </a:solidFill>
                <a:highlight>
                  <a:srgbClr val="FF00FF"/>
                </a:highlight>
                <a:ea typeface="ＭＳ Ｐゴシック"/>
              </a:rPr>
              <a:t>Embedded control systems</a:t>
            </a:r>
            <a:r>
              <a:rPr lang="en-GB" dirty="0">
                <a:highlight>
                  <a:srgbClr val="FF00FF"/>
                </a:highlight>
                <a:ea typeface="ＭＳ Ｐゴシック"/>
              </a:rPr>
              <a:t> </a:t>
            </a:r>
            <a:endParaRPr lang="en-GB" dirty="0">
              <a:highlight>
                <a:srgbClr val="FF00FF"/>
              </a:highlight>
            </a:endParaRPr>
          </a:p>
          <a:p>
            <a:pPr lvl="1"/>
            <a:r>
              <a:rPr lang="en-GB" b="1" dirty="0">
                <a:solidFill>
                  <a:srgbClr val="FF0000"/>
                </a:solidFill>
                <a:ea typeface="ＭＳ Ｐゴシック"/>
              </a:rPr>
              <a:t>These are software control systems that control and manage hardware devices. </a:t>
            </a:r>
            <a:r>
              <a:rPr lang="en-GB" dirty="0">
                <a:ea typeface="ＭＳ Ｐゴシック"/>
              </a:rPr>
              <a:t>Numerically, there are probably more embedded systems than any other type of system.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Application types</a:t>
            </a:r>
          </a:p>
        </p:txBody>
      </p:sp>
      <p:sp>
        <p:nvSpPr>
          <p:cNvPr id="3" name="Content Placeholder 2"/>
          <p:cNvSpPr>
            <a:spLocks noGrp="1"/>
          </p:cNvSpPr>
          <p:nvPr>
            <p:ph idx="1"/>
          </p:nvPr>
        </p:nvSpPr>
        <p:spPr/>
        <p:txBody>
          <a:bodyPr lIns="91440" tIns="45720" rIns="91440" bIns="45720" anchor="t"/>
          <a:lstStyle/>
          <a:p>
            <a:r>
              <a:rPr lang="en-GB" dirty="0">
                <a:solidFill>
                  <a:srgbClr val="FF0000"/>
                </a:solidFill>
                <a:highlight>
                  <a:srgbClr val="FF00FF"/>
                </a:highlight>
                <a:ea typeface="ＭＳ Ｐゴシック"/>
              </a:rPr>
              <a:t>Batch processing systems</a:t>
            </a:r>
            <a:r>
              <a:rPr lang="en-GB" dirty="0">
                <a:highlight>
                  <a:srgbClr val="FF00FF"/>
                </a:highlight>
                <a:ea typeface="ＭＳ Ｐゴシック"/>
              </a:rPr>
              <a:t> </a:t>
            </a:r>
            <a:endParaRPr lang="en-GB" dirty="0">
              <a:highlight>
                <a:srgbClr val="FF00FF"/>
              </a:highlight>
            </a:endParaRPr>
          </a:p>
          <a:p>
            <a:pPr lvl="1"/>
            <a:r>
              <a:rPr lang="en-GB" dirty="0">
                <a:ea typeface="ＭＳ Ｐゴシック"/>
              </a:rPr>
              <a:t>These are business systems that are designed to process data in large batches. They process </a:t>
            </a:r>
            <a:r>
              <a:rPr lang="en-GB" dirty="0">
                <a:solidFill>
                  <a:srgbClr val="FF0000"/>
                </a:solidFill>
                <a:ea typeface="ＭＳ Ｐゴシック"/>
              </a:rPr>
              <a:t>large </a:t>
            </a:r>
            <a:r>
              <a:rPr lang="en-GB" dirty="0">
                <a:ea typeface="ＭＳ Ｐゴシック"/>
              </a:rPr>
              <a:t>numbers of individual inputs to create corresponding outputs. </a:t>
            </a:r>
            <a:endParaRPr lang="en-GB" dirty="0"/>
          </a:p>
          <a:p>
            <a:r>
              <a:rPr lang="en-GB" dirty="0">
                <a:solidFill>
                  <a:srgbClr val="FF0000"/>
                </a:solidFill>
                <a:highlight>
                  <a:srgbClr val="FF00FF"/>
                </a:highlight>
                <a:ea typeface="ＭＳ Ｐゴシック"/>
              </a:rPr>
              <a:t>Entertainment systems </a:t>
            </a:r>
            <a:endParaRPr lang="en-GB" dirty="0">
              <a:solidFill>
                <a:srgbClr val="FF0000"/>
              </a:solidFill>
              <a:highlight>
                <a:srgbClr val="FF00FF"/>
              </a:highlight>
            </a:endParaRPr>
          </a:p>
          <a:p>
            <a:pPr lvl="1"/>
            <a:r>
              <a:rPr lang="en-GB" dirty="0">
                <a:ea typeface="ＭＳ Ｐゴシック"/>
              </a:rPr>
              <a:t>These are systems that are primarily for personal use and which are intended to entertain the user. </a:t>
            </a:r>
            <a:endParaRPr lang="en-GB" dirty="0"/>
          </a:p>
          <a:p>
            <a:r>
              <a:rPr lang="en-GB" dirty="0">
                <a:solidFill>
                  <a:srgbClr val="FF0000"/>
                </a:solidFill>
                <a:highlight>
                  <a:srgbClr val="FF00FF"/>
                </a:highlight>
                <a:ea typeface="ＭＳ Ｐゴシック"/>
              </a:rPr>
              <a:t>Systems for </a:t>
            </a:r>
            <a:r>
              <a:rPr lang="en-GB" dirty="0" err="1">
                <a:solidFill>
                  <a:srgbClr val="FF0000"/>
                </a:solidFill>
                <a:highlight>
                  <a:srgbClr val="FF00FF"/>
                </a:highlight>
                <a:ea typeface="ＭＳ Ｐゴシック"/>
              </a:rPr>
              <a:t>modeling</a:t>
            </a:r>
            <a:r>
              <a:rPr lang="en-GB" dirty="0">
                <a:solidFill>
                  <a:srgbClr val="FF0000"/>
                </a:solidFill>
                <a:highlight>
                  <a:srgbClr val="FF00FF"/>
                </a:highlight>
                <a:ea typeface="ＭＳ Ｐゴシック"/>
              </a:rPr>
              <a:t> and simulation </a:t>
            </a:r>
            <a:endParaRPr lang="en-GB" dirty="0">
              <a:solidFill>
                <a:srgbClr val="FF0000"/>
              </a:solidFill>
              <a:highlight>
                <a:srgbClr val="FF00FF"/>
              </a:highlight>
            </a:endParaRPr>
          </a:p>
          <a:p>
            <a:pPr lvl="1"/>
            <a:r>
              <a:rPr lang="en-GB" dirty="0">
                <a:ea typeface="ＭＳ Ｐゴシック"/>
              </a:rPr>
              <a:t>These are systems that are developed by scientists and engineers to model physical processes or situations, which include many, separate, interacting objects.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Application types</a:t>
            </a:r>
          </a:p>
        </p:txBody>
      </p:sp>
      <p:sp>
        <p:nvSpPr>
          <p:cNvPr id="3" name="Content Placeholder 2"/>
          <p:cNvSpPr>
            <a:spLocks noGrp="1"/>
          </p:cNvSpPr>
          <p:nvPr>
            <p:ph idx="1"/>
          </p:nvPr>
        </p:nvSpPr>
        <p:spPr/>
        <p:txBody>
          <a:bodyPr lIns="91440" tIns="45720" rIns="91440" bIns="45720" anchor="t"/>
          <a:lstStyle/>
          <a:p>
            <a:r>
              <a:rPr lang="en-GB" dirty="0">
                <a:solidFill>
                  <a:srgbClr val="FF0000"/>
                </a:solidFill>
                <a:highlight>
                  <a:srgbClr val="FF00FF"/>
                </a:highlight>
                <a:ea typeface="ＭＳ Ｐゴシック"/>
              </a:rPr>
              <a:t>Data collection systems </a:t>
            </a:r>
            <a:r>
              <a:rPr lang="en-GB" i="1" dirty="0">
                <a:solidFill>
                  <a:srgbClr val="FF0000"/>
                </a:solidFill>
                <a:highlight>
                  <a:srgbClr val="FF00FF"/>
                </a:highlight>
                <a:ea typeface="ＭＳ Ｐゴシック"/>
              </a:rPr>
              <a:t>	</a:t>
            </a:r>
          </a:p>
          <a:p>
            <a:pPr lvl="1"/>
            <a:r>
              <a:rPr lang="en-GB" dirty="0">
                <a:ea typeface="ＭＳ Ｐゴシック"/>
              </a:rPr>
              <a:t>These are systems that collect data from their environment using a set of sensors and send that data to other systems for processing. </a:t>
            </a:r>
            <a:endParaRPr lang="en-GB" dirty="0"/>
          </a:p>
          <a:p>
            <a:r>
              <a:rPr lang="en-GB" dirty="0">
                <a:solidFill>
                  <a:srgbClr val="FF0000"/>
                </a:solidFill>
                <a:highlight>
                  <a:srgbClr val="FF00FF"/>
                </a:highlight>
                <a:ea typeface="ＭＳ Ｐゴシック"/>
              </a:rPr>
              <a:t>Systems of systems </a:t>
            </a:r>
            <a:endParaRPr lang="en-GB" dirty="0">
              <a:solidFill>
                <a:srgbClr val="FF0000"/>
              </a:solidFill>
              <a:highlight>
                <a:srgbClr val="FF00FF"/>
              </a:highlight>
            </a:endParaRPr>
          </a:p>
          <a:p>
            <a:pPr lvl="1"/>
            <a:r>
              <a:rPr lang="en-GB" dirty="0">
                <a:ea typeface="ＭＳ Ｐゴシック"/>
              </a:rPr>
              <a:t>These are systems that are composed of a number of other software systems.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a:t>
            </a:r>
            <a:r>
              <a:rPr lang="en-US" dirty="0">
                <a:solidFill>
                  <a:srgbClr val="FF0000"/>
                </a:solidFill>
                <a:highlight>
                  <a:srgbClr val="FF00FF"/>
                </a:highlight>
              </a:rPr>
              <a:t>fundamentals</a:t>
            </a:r>
          </a:p>
        </p:txBody>
      </p:sp>
      <p:sp>
        <p:nvSpPr>
          <p:cNvPr id="3" name="Content Placeholder 2"/>
          <p:cNvSpPr>
            <a:spLocks noGrp="1"/>
          </p:cNvSpPr>
          <p:nvPr>
            <p:ph idx="1"/>
          </p:nvPr>
        </p:nvSpPr>
        <p:spPr/>
        <p:txBody>
          <a:bodyPr lIns="91440" tIns="45720" rIns="91440" bIns="45720" anchor="t"/>
          <a:lstStyle/>
          <a:p>
            <a:r>
              <a:rPr lang="en-US" dirty="0">
                <a:ea typeface="ＭＳ Ｐゴシック"/>
              </a:rPr>
              <a:t>Some fundamental principles </a:t>
            </a:r>
            <a:r>
              <a:rPr lang="en-US" dirty="0">
                <a:highlight>
                  <a:srgbClr val="FF00FF"/>
                </a:highlight>
                <a:ea typeface="ＭＳ Ｐゴシック"/>
              </a:rPr>
              <a:t>apply</a:t>
            </a:r>
            <a:r>
              <a:rPr lang="en-US" dirty="0">
                <a:ea typeface="ＭＳ Ｐゴシック"/>
              </a:rPr>
              <a:t> to all types of software system, irrespective of the development techniques used:</a:t>
            </a:r>
          </a:p>
          <a:p>
            <a:pPr lvl="1"/>
            <a:r>
              <a:rPr lang="en-GB" u="sng" dirty="0">
                <a:highlight>
                  <a:srgbClr val="C0C0C0"/>
                </a:highlight>
                <a:ea typeface="ＭＳ Ｐゴシック"/>
              </a:rPr>
              <a:t>Systems </a:t>
            </a:r>
            <a:r>
              <a:rPr lang="en-GB" u="sng" dirty="0">
                <a:solidFill>
                  <a:srgbClr val="FF0000"/>
                </a:solidFill>
                <a:highlight>
                  <a:srgbClr val="C0C0C0"/>
                </a:highlight>
                <a:ea typeface="ＭＳ Ｐゴシック"/>
              </a:rPr>
              <a:t>should be developed</a:t>
            </a:r>
            <a:r>
              <a:rPr lang="en-GB" u="sng" dirty="0">
                <a:highlight>
                  <a:srgbClr val="C0C0C0"/>
                </a:highlight>
                <a:ea typeface="ＭＳ Ｐゴシック"/>
              </a:rPr>
              <a:t> using a managed and understood development process. Of course, different processes are used for different types of software.</a:t>
            </a:r>
          </a:p>
          <a:p>
            <a:pPr lvl="1"/>
            <a:r>
              <a:rPr lang="en-GB" u="sng" dirty="0">
                <a:solidFill>
                  <a:srgbClr val="FF0000"/>
                </a:solidFill>
                <a:highlight>
                  <a:srgbClr val="C0C0C0"/>
                </a:highlight>
                <a:ea typeface="ＭＳ Ｐゴシック"/>
              </a:rPr>
              <a:t>Dependability and performance</a:t>
            </a:r>
            <a:r>
              <a:rPr lang="en-GB" u="sng" dirty="0">
                <a:highlight>
                  <a:srgbClr val="C0C0C0"/>
                </a:highlight>
                <a:ea typeface="ＭＳ Ｐゴシック"/>
              </a:rPr>
              <a:t> are important for all types of system. </a:t>
            </a:r>
            <a:endParaRPr lang="en-GB" u="sng" dirty="0">
              <a:highlight>
                <a:srgbClr val="C0C0C0"/>
              </a:highlight>
            </a:endParaRPr>
          </a:p>
          <a:p>
            <a:pPr lvl="1"/>
            <a:r>
              <a:rPr lang="en-GB" u="sng" dirty="0">
                <a:solidFill>
                  <a:srgbClr val="FF0000"/>
                </a:solidFill>
                <a:highlight>
                  <a:srgbClr val="C0C0C0"/>
                </a:highlight>
                <a:ea typeface="ＭＳ Ｐゴシック"/>
              </a:rPr>
              <a:t>Understanding </a:t>
            </a:r>
            <a:r>
              <a:rPr lang="en-GB" u="sng" dirty="0">
                <a:highlight>
                  <a:srgbClr val="C0C0C0"/>
                </a:highlight>
                <a:ea typeface="ＭＳ Ｐゴシック"/>
              </a:rPr>
              <a:t>and managing the software specification and requirements (what the software should do) are important. </a:t>
            </a:r>
            <a:endParaRPr lang="en-GB" u="sng" dirty="0">
              <a:highlight>
                <a:srgbClr val="C0C0C0"/>
              </a:highlight>
            </a:endParaRPr>
          </a:p>
          <a:p>
            <a:pPr lvl="1"/>
            <a:r>
              <a:rPr lang="en-GB" u="sng" dirty="0">
                <a:solidFill>
                  <a:srgbClr val="FF0000"/>
                </a:solidFill>
                <a:highlight>
                  <a:srgbClr val="C0C0C0"/>
                </a:highlight>
                <a:ea typeface="ＭＳ Ｐゴシック"/>
              </a:rPr>
              <a:t>Where appropriate</a:t>
            </a:r>
            <a:r>
              <a:rPr lang="en-GB" u="sng" dirty="0">
                <a:highlight>
                  <a:srgbClr val="C0C0C0"/>
                </a:highlight>
                <a:ea typeface="ＭＳ Ｐゴシック"/>
              </a:rPr>
              <a:t>, you should reuse software that has already been developed rather than write new software.</a:t>
            </a:r>
          </a:p>
          <a:p>
            <a:pPr lvl="1"/>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and the </a:t>
            </a:r>
            <a:r>
              <a:rPr lang="en-US" dirty="0">
                <a:highlight>
                  <a:srgbClr val="FF00FF"/>
                </a:highlight>
              </a:rPr>
              <a:t>web</a:t>
            </a:r>
          </a:p>
        </p:txBody>
      </p:sp>
      <p:sp>
        <p:nvSpPr>
          <p:cNvPr id="3" name="Content Placeholder 2"/>
          <p:cNvSpPr>
            <a:spLocks noGrp="1"/>
          </p:cNvSpPr>
          <p:nvPr>
            <p:ph idx="1"/>
          </p:nvPr>
        </p:nvSpPr>
        <p:spPr/>
        <p:txBody>
          <a:bodyPr/>
          <a:lstStyle/>
          <a:p>
            <a:r>
              <a:rPr lang="en-US"/>
              <a:t>The Web is now a platform for running application and organizations are increasingly developing web-based systems rather than local systems.</a:t>
            </a:r>
          </a:p>
          <a:p>
            <a:r>
              <a:rPr lang="en-US"/>
              <a:t>Web services (discussed in Chapter 19) allow application functionality to be accessed over the web.</a:t>
            </a:r>
          </a:p>
          <a:p>
            <a:r>
              <a:rPr lang="en-US"/>
              <a:t>Cloud computing is an approach to the provision of computer services where applications run remotely on the ‘cloud’. </a:t>
            </a:r>
          </a:p>
          <a:p>
            <a:pPr lvl="1"/>
            <a:r>
              <a:rPr lang="en-US"/>
              <a:t>Users do not buy software buy pay according to use.</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Web software engineering</a:t>
            </a:r>
          </a:p>
        </p:txBody>
      </p:sp>
      <p:sp>
        <p:nvSpPr>
          <p:cNvPr id="3" name="Content Placeholder 2"/>
          <p:cNvSpPr>
            <a:spLocks noGrp="1"/>
          </p:cNvSpPr>
          <p:nvPr>
            <p:ph idx="1"/>
          </p:nvPr>
        </p:nvSpPr>
        <p:spPr>
          <a:xfrm>
            <a:off x="256721" y="1559670"/>
            <a:ext cx="8660959" cy="4525963"/>
          </a:xfrm>
        </p:spPr>
        <p:txBody>
          <a:bodyPr/>
          <a:lstStyle/>
          <a:p>
            <a:r>
              <a:rPr lang="en-GB"/>
              <a:t>Software reuse is the dominant approach for constructing web-based systems. 	</a:t>
            </a:r>
          </a:p>
          <a:p>
            <a:pPr lvl="1"/>
            <a:r>
              <a:rPr lang="en-GB"/>
              <a:t>When building these systems, you think about how you can assemble them from pre-existing software components and systems.</a:t>
            </a:r>
          </a:p>
          <a:p>
            <a:r>
              <a:rPr lang="en-GB"/>
              <a:t>Web-based systems should be developed and delivered incrementally.</a:t>
            </a:r>
          </a:p>
          <a:p>
            <a:pPr lvl="1"/>
            <a:r>
              <a:rPr lang="en-GB"/>
              <a:t>It is now generally recognized that it is impractical to specify all the requirements for such systems in advance. </a:t>
            </a:r>
          </a:p>
          <a:p>
            <a:r>
              <a:rPr lang="en-GB"/>
              <a:t>User interfaces are constrained by the capabilities of web browsers. </a:t>
            </a:r>
          </a:p>
          <a:p>
            <a:pPr lvl="1"/>
            <a:r>
              <a:rPr lang="en-GB"/>
              <a:t>Technologies such as AJAX allow rich interfaces to be created within a web browser but are still difficult to use. Web forms with local scripting are more commonly used. </a:t>
            </a:r>
          </a:p>
          <a:p>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Web-based software engineering</a:t>
            </a:r>
          </a:p>
        </p:txBody>
      </p:sp>
      <p:sp>
        <p:nvSpPr>
          <p:cNvPr id="3" name="Content Placeholder 2"/>
          <p:cNvSpPr>
            <a:spLocks noGrp="1"/>
          </p:cNvSpPr>
          <p:nvPr>
            <p:ph idx="1"/>
          </p:nvPr>
        </p:nvSpPr>
        <p:spPr/>
        <p:txBody>
          <a:bodyPr/>
          <a:lstStyle/>
          <a:p>
            <a:r>
              <a:rPr lang="en-US"/>
              <a:t>Web-based systems are complex distributed systems but the fundamental principles of software engineering discussed previously are as applicable to them as they are to any other types of system.</a:t>
            </a:r>
          </a:p>
          <a:p>
            <a:r>
              <a:rPr lang="en-GB"/>
              <a:t>The fundamental ideas of software engineering, discussed in the previous section, apply to web-based software in the same way that they apply to other types of software system. </a:t>
            </a:r>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3" name="Content Placeholder 2"/>
          <p:cNvSpPr>
            <a:spLocks noGrp="1"/>
          </p:cNvSpPr>
          <p:nvPr>
            <p:ph idx="1"/>
          </p:nvPr>
        </p:nvSpPr>
        <p:spPr/>
        <p:txBody>
          <a:bodyPr/>
          <a:lstStyle/>
          <a:p>
            <a:r>
              <a:rPr lang="en-GB"/>
              <a:t>Software engineering is an engineering discipline that is concerned with all aspects of software production.</a:t>
            </a:r>
          </a:p>
          <a:p>
            <a:r>
              <a:rPr lang="en-GB"/>
              <a:t>Essential software product attributes are maintainability, dependability and security, efficiency and acceptability.</a:t>
            </a:r>
          </a:p>
          <a:p>
            <a:r>
              <a:rPr lang="en-GB"/>
              <a:t>The high-level activities of specification, development, validation and evolution are part of all software processes.</a:t>
            </a:r>
          </a:p>
          <a:p>
            <a:r>
              <a:rPr lang="en-GB"/>
              <a:t>The fundamental notions of software engineering are universally applicable to all types of system development.  </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3" name="Content Placeholder 2"/>
          <p:cNvSpPr>
            <a:spLocks noGrp="1"/>
          </p:cNvSpPr>
          <p:nvPr>
            <p:ph idx="1"/>
          </p:nvPr>
        </p:nvSpPr>
        <p:spPr/>
        <p:txBody>
          <a:bodyPr/>
          <a:lstStyle/>
          <a:p>
            <a:r>
              <a:rPr lang="en-GB"/>
              <a:t>There are many different types of system and each requires appropriate software engineering tools and techniques for their development. </a:t>
            </a:r>
          </a:p>
          <a:p>
            <a:r>
              <a:rPr lang="en-GB"/>
              <a:t>The fundamental ideas of software engineering are applicable to all types of software system. </a:t>
            </a:r>
            <a:endParaRPr lang="en-US"/>
          </a:p>
          <a:p>
            <a:pPr>
              <a:buNone/>
            </a:pPr>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a:ea typeface="+mn-ea"/>
                <a:cs typeface="+mn-cs"/>
              </a:rPr>
              <a:t>Lecture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a:t>Software engineering ethics</a:t>
            </a:r>
          </a:p>
        </p:txBody>
      </p:sp>
      <p:sp>
        <p:nvSpPr>
          <p:cNvPr id="80901" name="Rectangle 5"/>
          <p:cNvSpPr>
            <a:spLocks noGrp="1" noChangeArrowheads="1"/>
          </p:cNvSpPr>
          <p:nvPr>
            <p:ph idx="1"/>
          </p:nvPr>
        </p:nvSpPr>
        <p:spPr/>
        <p:txBody>
          <a:bodyPr lIns="91440" tIns="45720" rIns="91440" bIns="45720" anchor="t"/>
          <a:lstStyle/>
          <a:p>
            <a:r>
              <a:rPr lang="en-GB">
                <a:ea typeface="ＭＳ Ｐゴシック"/>
              </a:rPr>
              <a:t>Software engineering involves wider </a:t>
            </a:r>
            <a:r>
              <a:rPr lang="en-GB">
                <a:solidFill>
                  <a:srgbClr val="FF0000"/>
                </a:solidFill>
                <a:ea typeface="ＭＳ Ｐゴシック"/>
              </a:rPr>
              <a:t>responsibilities </a:t>
            </a:r>
            <a:r>
              <a:rPr lang="en-GB">
                <a:ea typeface="ＭＳ Ｐゴシック"/>
              </a:rPr>
              <a:t>than simply the application of technical skills.</a:t>
            </a:r>
          </a:p>
          <a:p>
            <a:r>
              <a:rPr lang="en-GB">
                <a:ea typeface="ＭＳ Ｐゴシック"/>
              </a:rPr>
              <a:t>Software engineers must behave in an </a:t>
            </a:r>
            <a:r>
              <a:rPr lang="en-GB">
                <a:solidFill>
                  <a:srgbClr val="FF0000"/>
                </a:solidFill>
                <a:ea typeface="ＭＳ Ｐゴシック"/>
              </a:rPr>
              <a:t>honest </a:t>
            </a:r>
            <a:r>
              <a:rPr lang="en-GB">
                <a:ea typeface="ＭＳ Ｐゴシック"/>
              </a:rPr>
              <a:t>and ethically responsible way if they are to be respected as professionals.</a:t>
            </a:r>
          </a:p>
          <a:p>
            <a:r>
              <a:rPr lang="en-GB">
                <a:ea typeface="ＭＳ Ｐゴシック"/>
              </a:rPr>
              <a:t>Ethical behaviour is more than simply </a:t>
            </a:r>
            <a:r>
              <a:rPr lang="en-GB">
                <a:solidFill>
                  <a:srgbClr val="FF0000"/>
                </a:solidFill>
                <a:ea typeface="ＭＳ Ｐゴシック"/>
              </a:rPr>
              <a:t>upholding </a:t>
            </a:r>
            <a:r>
              <a:rPr lang="en-GB">
                <a:ea typeface="ＭＳ Ｐゴシック"/>
              </a:rPr>
              <a:t>the law but involves following a set of principles that are morally correct.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lIns="91440" tIns="45720" rIns="91440" bIns="45720" anchor="t"/>
          <a:lstStyle/>
          <a:p>
            <a:pPr>
              <a:lnSpc>
                <a:spcPct val="90000"/>
              </a:lnSpc>
            </a:pPr>
            <a:r>
              <a:rPr lang="en-GB">
                <a:solidFill>
                  <a:srgbClr val="FF0000"/>
                </a:solidFill>
                <a:ea typeface="ＭＳ Ｐゴシック"/>
              </a:rPr>
              <a:t>Confidentiality </a:t>
            </a:r>
            <a:endParaRPr lang="en-GB"/>
          </a:p>
          <a:p>
            <a:pPr lvl="1">
              <a:lnSpc>
                <a:spcPct val="90000"/>
              </a:lnSpc>
            </a:pPr>
            <a:r>
              <a:rPr lang="en-GB">
                <a:ea typeface="ＭＳ Ｐゴシック"/>
              </a:rPr>
              <a:t>Engineers should normally respect the confidentiality of their employers or clients irrespective of whether or not a formal confidentiality agreement has been signed.</a:t>
            </a:r>
          </a:p>
          <a:p>
            <a:pPr>
              <a:lnSpc>
                <a:spcPct val="90000"/>
              </a:lnSpc>
            </a:pPr>
            <a:r>
              <a:rPr lang="en-GB">
                <a:solidFill>
                  <a:srgbClr val="FF0000"/>
                </a:solidFill>
                <a:ea typeface="ＭＳ Ｐゴシック"/>
              </a:rPr>
              <a:t>Competence </a:t>
            </a:r>
            <a:endParaRPr lang="en-GB">
              <a:solidFill>
                <a:srgbClr val="FF0000"/>
              </a:solidFill>
            </a:endParaRPr>
          </a:p>
          <a:p>
            <a:pPr lvl="1">
              <a:lnSpc>
                <a:spcPct val="90000"/>
              </a:lnSpc>
            </a:pPr>
            <a:r>
              <a:rPr lang="en-GB">
                <a:ea typeface="ＭＳ Ｐゴシック"/>
              </a:rPr>
              <a:t>Engineers should not misrepresent their level of competence. They should not knowingly accept work which is out with their competence.</a:t>
            </a:r>
          </a:p>
          <a:p>
            <a:pPr>
              <a:lnSpc>
                <a:spcPct val="90000"/>
              </a:lnSpc>
            </a:pPr>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lIns="91440" tIns="45720" rIns="91440" bIns="45720" anchor="t"/>
          <a:lstStyle/>
          <a:p>
            <a:r>
              <a:rPr lang="en-GB">
                <a:ea typeface="ＭＳ Ｐゴシック"/>
              </a:rPr>
              <a:t>Intellectual property rights </a:t>
            </a:r>
            <a:endParaRPr lang="en-US">
              <a:ea typeface="ＭＳ Ｐゴシック"/>
            </a:endParaRPr>
          </a:p>
          <a:p>
            <a:pPr lvl="1"/>
            <a:r>
              <a:rPr lang="en-GB">
                <a:ea typeface="ＭＳ Ｐゴシック"/>
              </a:rPr>
              <a:t>Engineers should be aware of local laws governing the use of intellectual property such as </a:t>
            </a:r>
            <a:r>
              <a:rPr lang="en-GB">
                <a:solidFill>
                  <a:srgbClr val="FF0000"/>
                </a:solidFill>
                <a:ea typeface="ＭＳ Ｐゴシック"/>
              </a:rPr>
              <a:t>patents</a:t>
            </a:r>
            <a:r>
              <a:rPr lang="en-GB">
                <a:ea typeface="ＭＳ Ｐゴシック"/>
              </a:rPr>
              <a:t>, </a:t>
            </a:r>
            <a:r>
              <a:rPr lang="en-GB">
                <a:solidFill>
                  <a:srgbClr val="FF0000"/>
                </a:solidFill>
                <a:ea typeface="ＭＳ Ｐゴシック"/>
              </a:rPr>
              <a:t>copyright</a:t>
            </a:r>
            <a:r>
              <a:rPr lang="en-GB">
                <a:ea typeface="ＭＳ Ｐゴシック"/>
              </a:rPr>
              <a:t>, etc. They should be careful to ensure that the intellectual property of employers and clients is protected.</a:t>
            </a:r>
          </a:p>
          <a:p>
            <a:r>
              <a:rPr lang="en-GB">
                <a:ea typeface="ＭＳ Ｐゴシック"/>
              </a:rPr>
              <a:t>Computer misuse </a:t>
            </a:r>
          </a:p>
          <a:p>
            <a:pPr lvl="1"/>
            <a:r>
              <a:rPr lang="en-GB">
                <a:ea typeface="ＭＳ Ｐゴシック"/>
              </a:rPr>
              <a:t>Software engineers should not use their technical skills to misuse other people’s computers. Computer misuse ranges from relatively trivial (</a:t>
            </a:r>
            <a:r>
              <a:rPr lang="en-GB">
                <a:solidFill>
                  <a:srgbClr val="FF0000"/>
                </a:solidFill>
                <a:ea typeface="ＭＳ Ｐゴシック"/>
              </a:rPr>
              <a:t>game playing on an employer’s machine, say</a:t>
            </a:r>
            <a:r>
              <a:rPr lang="en-GB">
                <a:ea typeface="ＭＳ Ｐゴシック"/>
              </a:rPr>
              <a:t>) to extremely serious (</a:t>
            </a:r>
            <a:r>
              <a:rPr lang="en-GB">
                <a:solidFill>
                  <a:srgbClr val="FF0000"/>
                </a:solidFill>
                <a:ea typeface="ＭＳ Ｐゴシック"/>
              </a:rPr>
              <a:t>dissemination of viruses</a:t>
            </a:r>
            <a:r>
              <a:rPr lang="en-GB">
                <a:ea typeface="ＭＳ Ｐゴシック"/>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a:t>ACM/IEEE Code of Ethics</a:t>
            </a:r>
          </a:p>
        </p:txBody>
      </p:sp>
      <p:sp>
        <p:nvSpPr>
          <p:cNvPr id="82949" name="Rectangle 5"/>
          <p:cNvSpPr>
            <a:spLocks noGrp="1" noChangeArrowheads="1"/>
          </p:cNvSpPr>
          <p:nvPr>
            <p:ph idx="1"/>
          </p:nvPr>
        </p:nvSpPr>
        <p:spPr/>
        <p:txBody>
          <a:bodyPr/>
          <a:lstStyle/>
          <a:p>
            <a:pPr>
              <a:lnSpc>
                <a:spcPct val="90000"/>
              </a:lnSpc>
            </a:pPr>
            <a:r>
              <a:rPr lang="en-GB"/>
              <a:t>The professional societies in the US have cooperated to produce a code of ethical practice.</a:t>
            </a:r>
          </a:p>
          <a:p>
            <a:pPr>
              <a:lnSpc>
                <a:spcPct val="90000"/>
              </a:lnSpc>
            </a:pPr>
            <a:r>
              <a:rPr lang="en-GB"/>
              <a:t>Members of these organisations sign up to the code of practice when they join.</a:t>
            </a:r>
          </a:p>
          <a:p>
            <a:pPr>
              <a:lnSpc>
                <a:spcPct val="90000"/>
              </a:lnSpc>
            </a:pPr>
            <a:r>
              <a:rPr lang="en-GB"/>
              <a:t>The Code contains eight Principles related to the behaviour of and decisions made by professional software engineers, including practitioners, educators, managers, supervisors and policy makers, as well as trainees and students of the profession.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Rationale for the code of ethics</a:t>
            </a:r>
          </a:p>
        </p:txBody>
      </p:sp>
      <p:sp>
        <p:nvSpPr>
          <p:cNvPr id="3" name="Content Placeholder 2"/>
          <p:cNvSpPr>
            <a:spLocks noGrp="1"/>
          </p:cNvSpPr>
          <p:nvPr>
            <p:ph idx="1"/>
          </p:nvPr>
        </p:nvSpPr>
        <p:spPr/>
        <p:txBody>
          <a:bodyPr lIns="91440" tIns="45720" rIns="91440" bIns="45720" anchor="t"/>
          <a:lstStyle/>
          <a:p>
            <a:pPr lvl="1"/>
            <a:r>
              <a:rPr lang="en-GB" i="1">
                <a:ea typeface="ＭＳ Ｐゴシック"/>
              </a:rPr>
              <a:t>Computers have a central and growing role in </a:t>
            </a:r>
            <a:r>
              <a:rPr lang="en-GB" i="1">
                <a:solidFill>
                  <a:srgbClr val="FF0000"/>
                </a:solidFill>
                <a:ea typeface="ＭＳ Ｐゴシック"/>
              </a:rPr>
              <a:t>commerce</a:t>
            </a:r>
            <a:r>
              <a:rPr lang="en-GB" i="1">
                <a:ea typeface="ＭＳ Ｐゴシック"/>
              </a:rPr>
              <a:t>, </a:t>
            </a:r>
            <a:r>
              <a:rPr lang="en-GB" i="1">
                <a:solidFill>
                  <a:srgbClr val="FF0000"/>
                </a:solidFill>
                <a:ea typeface="ＭＳ Ｐゴシック"/>
              </a:rPr>
              <a:t>industry</a:t>
            </a:r>
            <a:r>
              <a:rPr lang="en-GB" i="1">
                <a:ea typeface="ＭＳ Ｐゴシック"/>
              </a:rPr>
              <a:t>, </a:t>
            </a:r>
            <a:r>
              <a:rPr lang="en-GB" i="1">
                <a:solidFill>
                  <a:srgbClr val="FF0000"/>
                </a:solidFill>
                <a:ea typeface="ＭＳ Ｐゴシック"/>
              </a:rPr>
              <a:t>government</a:t>
            </a:r>
            <a:r>
              <a:rPr lang="en-GB" i="1">
                <a:ea typeface="ＭＳ Ｐゴシック"/>
              </a:rPr>
              <a:t>, </a:t>
            </a:r>
            <a:r>
              <a:rPr lang="en-GB" i="1">
                <a:solidFill>
                  <a:srgbClr val="FF0000"/>
                </a:solidFill>
                <a:ea typeface="ＭＳ Ｐゴシック"/>
              </a:rPr>
              <a:t>medicine</a:t>
            </a:r>
            <a:r>
              <a:rPr lang="en-GB" i="1">
                <a:ea typeface="ＭＳ Ｐゴシック"/>
              </a:rPr>
              <a:t>, </a:t>
            </a:r>
            <a:r>
              <a:rPr lang="en-GB" i="1">
                <a:solidFill>
                  <a:srgbClr val="FF0000"/>
                </a:solidFill>
                <a:ea typeface="ＭＳ Ｐゴシック"/>
              </a:rPr>
              <a:t>education</a:t>
            </a:r>
            <a:r>
              <a:rPr lang="en-GB" i="1">
                <a:ea typeface="ＭＳ Ｐゴシック"/>
              </a:rPr>
              <a:t>, </a:t>
            </a:r>
            <a:r>
              <a:rPr lang="en-GB" i="1">
                <a:solidFill>
                  <a:srgbClr val="FF0000"/>
                </a:solidFill>
                <a:ea typeface="ＭＳ Ｐゴシック"/>
              </a:rPr>
              <a:t>entertainment</a:t>
            </a:r>
            <a:r>
              <a:rPr lang="en-GB" i="1">
                <a:ea typeface="ＭＳ Ｐゴシック"/>
              </a:rPr>
              <a:t> and </a:t>
            </a:r>
            <a:r>
              <a:rPr lang="en-GB" i="1">
                <a:solidFill>
                  <a:srgbClr val="FF0000"/>
                </a:solidFill>
                <a:ea typeface="ＭＳ Ｐゴシック"/>
              </a:rPr>
              <a:t>society</a:t>
            </a:r>
            <a:r>
              <a:rPr lang="en-GB" i="1">
                <a:ea typeface="ＭＳ Ｐゴシック"/>
              </a:rPr>
              <a:t> at large. Software engineers are those who contribute by direct participation or by teaching, to the </a:t>
            </a:r>
            <a:r>
              <a:rPr lang="en-GB" i="1">
                <a:solidFill>
                  <a:srgbClr val="FF0000"/>
                </a:solidFill>
                <a:ea typeface="ＭＳ Ｐゴシック"/>
              </a:rPr>
              <a:t>analysis</a:t>
            </a:r>
            <a:r>
              <a:rPr lang="en-GB" i="1">
                <a:ea typeface="ＭＳ Ｐゴシック"/>
              </a:rPr>
              <a:t>, </a:t>
            </a:r>
            <a:r>
              <a:rPr lang="en-GB" i="1">
                <a:solidFill>
                  <a:srgbClr val="FF0000"/>
                </a:solidFill>
                <a:ea typeface="ＭＳ Ｐゴシック"/>
              </a:rPr>
              <a:t>specification</a:t>
            </a:r>
            <a:r>
              <a:rPr lang="en-GB" i="1">
                <a:ea typeface="ＭＳ Ｐゴシック"/>
              </a:rPr>
              <a:t>, </a:t>
            </a:r>
            <a:r>
              <a:rPr lang="en-GB" i="1">
                <a:solidFill>
                  <a:srgbClr val="FF0000"/>
                </a:solidFill>
                <a:ea typeface="ＭＳ Ｐゴシック"/>
              </a:rPr>
              <a:t>design</a:t>
            </a:r>
            <a:r>
              <a:rPr lang="en-GB" i="1">
                <a:ea typeface="ＭＳ Ｐゴシック"/>
              </a:rPr>
              <a:t>, </a:t>
            </a:r>
            <a:r>
              <a:rPr lang="en-GB" i="1">
                <a:solidFill>
                  <a:srgbClr val="FF0000"/>
                </a:solidFill>
                <a:ea typeface="ＭＳ Ｐゴシック"/>
              </a:rPr>
              <a:t>development</a:t>
            </a:r>
            <a:r>
              <a:rPr lang="en-GB" i="1">
                <a:ea typeface="ＭＳ Ｐゴシック"/>
              </a:rPr>
              <a:t>, </a:t>
            </a:r>
            <a:r>
              <a:rPr lang="en-GB" i="1">
                <a:solidFill>
                  <a:srgbClr val="FF0000"/>
                </a:solidFill>
                <a:ea typeface="ＭＳ Ｐゴシック"/>
              </a:rPr>
              <a:t>certification</a:t>
            </a:r>
            <a:r>
              <a:rPr lang="en-GB" i="1">
                <a:ea typeface="ＭＳ Ｐゴシック"/>
              </a:rPr>
              <a:t>, </a:t>
            </a:r>
            <a:r>
              <a:rPr lang="en-GB" i="1">
                <a:solidFill>
                  <a:srgbClr val="FF0000"/>
                </a:solidFill>
                <a:ea typeface="ＭＳ Ｐゴシック"/>
              </a:rPr>
              <a:t>maintenance</a:t>
            </a:r>
            <a:r>
              <a:rPr lang="en-GB" i="1">
                <a:ea typeface="ＭＳ Ｐゴシック"/>
              </a:rPr>
              <a:t> and </a:t>
            </a:r>
            <a:r>
              <a:rPr lang="en-GB" i="1">
                <a:solidFill>
                  <a:srgbClr val="FF0000"/>
                </a:solidFill>
                <a:ea typeface="ＭＳ Ｐゴシック"/>
              </a:rPr>
              <a:t>testing</a:t>
            </a:r>
            <a:r>
              <a:rPr lang="en-GB" i="1">
                <a:ea typeface="ＭＳ Ｐゴシック"/>
              </a:rPr>
              <a:t> of software systems. </a:t>
            </a:r>
            <a:endParaRPr lang="en-GB" i="1"/>
          </a:p>
          <a:p>
            <a:pPr lvl="1"/>
            <a:r>
              <a:rPr lang="en-GB" i="1">
                <a:ea typeface="ＭＳ Ｐゴシック"/>
              </a:rPr>
              <a:t>Because of their roles in developing software systems, software engineers have significant</a:t>
            </a:r>
            <a:r>
              <a:rPr lang="en-GB">
                <a:ea typeface="ＭＳ Ｐゴシック"/>
              </a:rPr>
              <a:t> </a:t>
            </a:r>
            <a:r>
              <a:rPr lang="en-GB" i="1">
                <a:ea typeface="ＭＳ Ｐゴシック"/>
              </a:rPr>
              <a:t>opportunities </a:t>
            </a:r>
            <a:r>
              <a:rPr lang="en-GB" i="1">
                <a:solidFill>
                  <a:srgbClr val="FF0000"/>
                </a:solidFill>
                <a:ea typeface="ＭＳ Ｐゴシック"/>
              </a:rPr>
              <a:t>to do good or cause harm</a:t>
            </a:r>
            <a:r>
              <a:rPr lang="en-GB" i="1">
                <a:ea typeface="ＭＳ Ｐゴシック"/>
              </a:rPr>
              <a:t>, </a:t>
            </a:r>
            <a:r>
              <a:rPr lang="en-GB" i="1">
                <a:solidFill>
                  <a:srgbClr val="FF0000"/>
                </a:solidFill>
                <a:ea typeface="ＭＳ Ｐゴシック"/>
              </a:rPr>
              <a:t>to enable others to do good or cause harm,</a:t>
            </a:r>
            <a:r>
              <a:rPr lang="en-GB" i="1">
                <a:ea typeface="ＭＳ Ｐゴシック"/>
              </a:rPr>
              <a:t> </a:t>
            </a:r>
            <a:r>
              <a:rPr lang="en-GB" i="1">
                <a:solidFill>
                  <a:srgbClr val="FF0000"/>
                </a:solidFill>
                <a:ea typeface="ＭＳ Ｐゴシック"/>
              </a:rPr>
              <a:t>or to influence others to do good or cause harm</a:t>
            </a:r>
            <a:r>
              <a:rPr lang="en-GB" i="1">
                <a:ea typeface="ＭＳ Ｐゴシック"/>
              </a:rPr>
              <a:t>. To ensure, as much as possible, that their efforts will be used for good, software engineers must commit themselves to making software engineering a beneficial and respected profession. </a:t>
            </a:r>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a:t>The ACM/IEEE Code of Ethics </a:t>
            </a:r>
            <a:endParaRPr lang="en-US"/>
          </a:p>
        </p:txBody>
      </p:sp>
      <p:sp>
        <p:nvSpPr>
          <p:cNvPr id="5" name="Footer Placeholder 4"/>
          <p:cNvSpPr>
            <a:spLocks noGrp="1"/>
          </p:cNvSpPr>
          <p:nvPr>
            <p:ph type="ftr" sz="quarter" idx="11"/>
          </p:nvPr>
        </p:nvSpPr>
        <p:spPr/>
        <p:txBody>
          <a:bodyPr/>
          <a:lstStyle/>
          <a:p>
            <a:pPr>
              <a:defRPr/>
            </a:pPr>
            <a:r>
              <a:rPr lang="en-US"/>
              <a:t>Chapter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30</a:t>
            </a:fld>
            <a:endParaRPr lang="en-US"/>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a:t>Software Engineering Code of Ethics and Professional Practice</a:t>
            </a:r>
          </a:p>
          <a:p>
            <a:endParaRPr lang="en-GB" sz="1600"/>
          </a:p>
          <a:p>
            <a:r>
              <a:rPr lang="en-US" sz="1600"/>
              <a:t>ACM/IEEE-CS Joint Task Force on Software Engineering Ethics and Professional Practices</a:t>
            </a:r>
          </a:p>
          <a:p>
            <a:r>
              <a:rPr lang="en-US" sz="1600" b="1"/>
              <a:t> </a:t>
            </a:r>
            <a:endParaRPr lang="en-GB" sz="1600"/>
          </a:p>
          <a:p>
            <a:r>
              <a:rPr lang="en-US" sz="1600" b="1"/>
              <a:t>PREAMBLE</a:t>
            </a:r>
            <a:endParaRPr lang="en-GB" sz="1600"/>
          </a:p>
          <a:p>
            <a:pPr>
              <a:spcAft>
                <a:spcPts val="600"/>
              </a:spcAft>
            </a:pPr>
            <a:r>
              <a:rPr lang="en-US" sz="160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a:p>
          <a:p>
            <a:r>
              <a:rPr lang="en-US" sz="160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a:p>
          <a:p>
            <a:r>
              <a:rPr lang="en-US" sz="1200"/>
              <a:t> </a:t>
            </a:r>
            <a:endParaRPr lang="en-GB" sz="1200"/>
          </a:p>
          <a:p>
            <a:endParaRPr lang="en-US"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a:t>Ethical principles</a:t>
            </a:r>
            <a:endParaRPr lang="en-US"/>
          </a:p>
        </p:txBody>
      </p:sp>
      <p:sp>
        <p:nvSpPr>
          <p:cNvPr id="5" name="Footer Placeholder 4"/>
          <p:cNvSpPr>
            <a:spLocks noGrp="1"/>
          </p:cNvSpPr>
          <p:nvPr>
            <p:ph type="ftr" sz="quarter" idx="11"/>
          </p:nvPr>
        </p:nvSpPr>
        <p:spPr/>
        <p:txBody>
          <a:bodyPr/>
          <a:lstStyle/>
          <a:p>
            <a:pPr>
              <a:defRPr/>
            </a:pPr>
            <a:r>
              <a:rPr lang="en-US"/>
              <a:t>Chapter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31</a:t>
            </a:fld>
            <a:endParaRPr lang="en-US"/>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a:t> </a:t>
            </a:r>
            <a:endParaRPr lang="en-GB" sz="1200"/>
          </a:p>
          <a:p>
            <a:pPr>
              <a:spcAft>
                <a:spcPts val="600"/>
              </a:spcAft>
            </a:pPr>
            <a:r>
              <a:rPr lang="en-US" sz="1600"/>
              <a:t>1. PUBLIC - Software engineers shall act consistently with the public interest.</a:t>
            </a:r>
            <a:endParaRPr lang="en-GB" sz="1600"/>
          </a:p>
          <a:p>
            <a:pPr>
              <a:spcAft>
                <a:spcPts val="600"/>
              </a:spcAft>
            </a:pPr>
            <a:r>
              <a:rPr lang="en-GB" sz="1600"/>
              <a:t>2. CLIENT AND EMPLOYER - Software engineers shall act in a manner that is in the best interests of their client and employer consistent with the public interest.</a:t>
            </a:r>
          </a:p>
          <a:p>
            <a:pPr>
              <a:spcAft>
                <a:spcPts val="600"/>
              </a:spcAft>
            </a:pPr>
            <a:r>
              <a:rPr lang="en-US" sz="1600"/>
              <a:t>3. PRODUCT - Software engineers shall ensure that their products and related modifications meet the highest professional standards possible.</a:t>
            </a:r>
            <a:endParaRPr lang="en-GB" sz="1600"/>
          </a:p>
          <a:p>
            <a:pPr>
              <a:spcAft>
                <a:spcPts val="600"/>
              </a:spcAft>
            </a:pPr>
            <a:r>
              <a:rPr lang="en-US" sz="1600"/>
              <a:t>4. JUDGMENT - Software engineers shall maintain integrity and independence in their professional judgment.</a:t>
            </a:r>
            <a:endParaRPr lang="en-GB" sz="1600"/>
          </a:p>
          <a:p>
            <a:pPr>
              <a:spcAft>
                <a:spcPts val="600"/>
              </a:spcAft>
            </a:pPr>
            <a:r>
              <a:rPr lang="en-US" sz="1600"/>
              <a:t>5. MANAGEMENT - Software engineering managers and leaders shall subscribe to and promote an ethical approach to the management of software development and maintenance.</a:t>
            </a:r>
            <a:endParaRPr lang="en-GB" sz="1600"/>
          </a:p>
          <a:p>
            <a:pPr>
              <a:spcAft>
                <a:spcPts val="600"/>
              </a:spcAft>
            </a:pPr>
            <a:r>
              <a:rPr lang="en-US" sz="1600"/>
              <a:t>6. PROFESSION - Software engineers shall advance the integrity and reputation of the profession consistent with the public interest.</a:t>
            </a:r>
            <a:endParaRPr lang="en-GB" sz="1600"/>
          </a:p>
          <a:p>
            <a:pPr>
              <a:spcAft>
                <a:spcPts val="600"/>
              </a:spcAft>
            </a:pPr>
            <a:r>
              <a:rPr lang="en-US" sz="1600"/>
              <a:t>7. COLLEAGUES - Software engineers shall be fair to and supportive of their colleagues.</a:t>
            </a:r>
            <a:endParaRPr lang="en-GB" sz="1600"/>
          </a:p>
          <a:p>
            <a:pPr>
              <a:spcAft>
                <a:spcPts val="600"/>
              </a:spcAft>
            </a:pPr>
            <a:r>
              <a:rPr lang="en-US" sz="1600"/>
              <a:t>8. SELF - Software engineers shall participate in lifelong learning regarding the practice of their profession and shall promote an ethical approach to the practice of the profession.</a:t>
            </a:r>
          </a:p>
          <a:p>
            <a:endParaRPr lang="en-US" sz="1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a:t>Ethical dilemmas</a:t>
            </a:r>
          </a:p>
        </p:txBody>
      </p:sp>
      <p:sp>
        <p:nvSpPr>
          <p:cNvPr id="89093" name="Rectangle 5"/>
          <p:cNvSpPr>
            <a:spLocks noGrp="1" noChangeArrowheads="1"/>
          </p:cNvSpPr>
          <p:nvPr>
            <p:ph idx="1"/>
          </p:nvPr>
        </p:nvSpPr>
        <p:spPr/>
        <p:txBody>
          <a:bodyPr lIns="91440" tIns="45720" rIns="91440" bIns="45720" anchor="t"/>
          <a:lstStyle/>
          <a:p>
            <a:r>
              <a:rPr lang="en-GB">
                <a:solidFill>
                  <a:srgbClr val="FF0000"/>
                </a:solidFill>
                <a:ea typeface="ＭＳ Ｐゴシック"/>
              </a:rPr>
              <a:t>Disagreement </a:t>
            </a:r>
            <a:r>
              <a:rPr lang="en-GB">
                <a:ea typeface="ＭＳ Ｐゴシック"/>
              </a:rPr>
              <a:t>in principle with the policies of senior management.</a:t>
            </a:r>
          </a:p>
          <a:p>
            <a:r>
              <a:rPr lang="en-GB">
                <a:ea typeface="ＭＳ Ｐゴシック"/>
              </a:rPr>
              <a:t>Your employer acts in an unethical way and </a:t>
            </a:r>
            <a:r>
              <a:rPr lang="en-GB">
                <a:solidFill>
                  <a:srgbClr val="FF0000"/>
                </a:solidFill>
                <a:ea typeface="ＭＳ Ｐゴシック"/>
              </a:rPr>
              <a:t>releases a safety-critical system</a:t>
            </a:r>
            <a:r>
              <a:rPr lang="en-GB">
                <a:ea typeface="ＭＳ Ｐゴシック"/>
              </a:rPr>
              <a:t> without finishing the testing of the system.</a:t>
            </a:r>
          </a:p>
          <a:p>
            <a:r>
              <a:rPr lang="en-GB">
                <a:solidFill>
                  <a:srgbClr val="FF0000"/>
                </a:solidFill>
                <a:ea typeface="ＭＳ Ｐゴシック"/>
              </a:rPr>
              <a:t>Participation </a:t>
            </a:r>
            <a:r>
              <a:rPr lang="en-GB">
                <a:ea typeface="ＭＳ Ｐゴシック"/>
              </a:rPr>
              <a:t>in the development of</a:t>
            </a:r>
            <a:r>
              <a:rPr lang="en-GB">
                <a:solidFill>
                  <a:srgbClr val="FF0000"/>
                </a:solidFill>
                <a:ea typeface="ＭＳ Ｐゴシック"/>
              </a:rPr>
              <a:t> military weapons systems or nuclear systems.</a:t>
            </a:r>
          </a:p>
          <a:p>
            <a:endParaRPr lang="en-GB"/>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Case studies</a:t>
            </a:r>
          </a:p>
        </p:txBody>
      </p:sp>
      <p:sp>
        <p:nvSpPr>
          <p:cNvPr id="3" name="Content Placeholder 2"/>
          <p:cNvSpPr>
            <a:spLocks noGrp="1"/>
          </p:cNvSpPr>
          <p:nvPr>
            <p:ph idx="1"/>
          </p:nvPr>
        </p:nvSpPr>
        <p:spPr/>
        <p:txBody>
          <a:bodyPr/>
          <a:lstStyle/>
          <a:p>
            <a:r>
              <a:rPr lang="en-US"/>
              <a:t>A personal insulin pump</a:t>
            </a:r>
          </a:p>
          <a:p>
            <a:pPr lvl="1"/>
            <a:r>
              <a:rPr lang="en-US"/>
              <a:t>An embedded system in an insulin pump used by diabetics to maintain blood glucose control.</a:t>
            </a:r>
          </a:p>
          <a:p>
            <a:r>
              <a:rPr lang="en-US"/>
              <a:t>A mental health case patient management system</a:t>
            </a:r>
          </a:p>
          <a:p>
            <a:pPr lvl="1"/>
            <a:r>
              <a:rPr lang="en-US"/>
              <a:t>A system used to maintain records of people receiving care for mental health problems.</a:t>
            </a:r>
          </a:p>
          <a:p>
            <a:r>
              <a:rPr lang="en-US"/>
              <a:t>A wilderness weather station</a:t>
            </a:r>
          </a:p>
          <a:p>
            <a:pPr lvl="1"/>
            <a:r>
              <a:rPr lang="en-US"/>
              <a:t>A data collection system that collects data about weather conditions in remote areas.</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Insulin pump control system</a:t>
            </a:r>
          </a:p>
        </p:txBody>
      </p:sp>
      <p:sp>
        <p:nvSpPr>
          <p:cNvPr id="3" name="Content Placeholder 2"/>
          <p:cNvSpPr>
            <a:spLocks noGrp="1"/>
          </p:cNvSpPr>
          <p:nvPr>
            <p:ph idx="1"/>
          </p:nvPr>
        </p:nvSpPr>
        <p:spPr/>
        <p:txBody>
          <a:bodyPr/>
          <a:lstStyle/>
          <a:p>
            <a:r>
              <a:rPr lang="en-US"/>
              <a:t>Collects data from a blood sugar sensor and calculates the amount of insulin required to be injected.</a:t>
            </a:r>
          </a:p>
          <a:p>
            <a:r>
              <a:rPr lang="en-US"/>
              <a:t>Calculation based on the rate of change of blood sugar levels.</a:t>
            </a:r>
          </a:p>
          <a:p>
            <a:r>
              <a:rPr lang="en-US"/>
              <a:t>Sends signals to a micro-pump to deliver the correct dose of insulin.</a:t>
            </a:r>
          </a:p>
          <a:p>
            <a:r>
              <a:rPr lang="en-US"/>
              <a:t>Safety-critical system as low blood sugars can lead to brain malfunctioning, coma and death; high-blood sugar levels have long-term consequences such as eye and kidney damage.</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a:t>Insulin pump hardware architecture</a:t>
            </a:r>
            <a:endParaRPr lang="en-US"/>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35</a:t>
            </a:fld>
            <a:endParaRPr lang="en-US"/>
          </a:p>
        </p:txBody>
      </p:sp>
      <p:pic>
        <p:nvPicPr>
          <p:cNvPr id="4" name="Picture 3" descr="1.4 InsulinPumpHW.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911696" y="2068286"/>
            <a:ext cx="5345447" cy="340164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a:t>Activity model of the insulin pump</a:t>
            </a:r>
            <a:endParaRPr lang="en-US"/>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36</a:t>
            </a:fld>
            <a:endParaRPr lang="en-US"/>
          </a:p>
        </p:txBody>
      </p:sp>
      <p:pic>
        <p:nvPicPr>
          <p:cNvPr id="4" name="Picture 3" descr="1.5 InsulinPumpActDia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522043" y="2497946"/>
            <a:ext cx="6537900" cy="223900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Essential high-level requirements</a:t>
            </a:r>
          </a:p>
        </p:txBody>
      </p:sp>
      <p:sp>
        <p:nvSpPr>
          <p:cNvPr id="3" name="Content Placeholder 2"/>
          <p:cNvSpPr>
            <a:spLocks noGrp="1"/>
          </p:cNvSpPr>
          <p:nvPr>
            <p:ph idx="1"/>
          </p:nvPr>
        </p:nvSpPr>
        <p:spPr/>
        <p:txBody>
          <a:bodyPr/>
          <a:lstStyle/>
          <a:p>
            <a:r>
              <a:rPr lang="en-GB"/>
              <a:t>The system shall be available to deliver insulin when required. </a:t>
            </a:r>
          </a:p>
          <a:p>
            <a:r>
              <a:rPr lang="en-GB"/>
              <a:t>The system shall perform reliably and deliver the correct amount of insulin to counteract the current level of blood sugar.</a:t>
            </a:r>
          </a:p>
          <a:p>
            <a:r>
              <a:rPr lang="en-GB"/>
              <a:t>The system must therefore be designed and implemented to ensure that the system always meets these requirements. </a:t>
            </a:r>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 patient information system for mental health care</a:t>
            </a:r>
          </a:p>
        </p:txBody>
      </p:sp>
      <p:sp>
        <p:nvSpPr>
          <p:cNvPr id="3" name="Content Placeholder 2"/>
          <p:cNvSpPr>
            <a:spLocks noGrp="1"/>
          </p:cNvSpPr>
          <p:nvPr>
            <p:ph idx="1"/>
          </p:nvPr>
        </p:nvSpPr>
        <p:spPr/>
        <p:txBody>
          <a:bodyPr/>
          <a:lstStyle/>
          <a:p>
            <a:r>
              <a:rPr lang="en-GB"/>
              <a:t>A patient information system to support mental health care is a medical information system that maintains information about patients suffering from mental health problems and the treatments that they have received.</a:t>
            </a:r>
          </a:p>
          <a:p>
            <a:r>
              <a:rPr lang="en-GB"/>
              <a:t>Most mental health patients do not require dedicated hospital treatment but need to attend specialist clinics regularly where they can meet a doctor who has detailed knowledge of their problems. </a:t>
            </a:r>
          </a:p>
          <a:p>
            <a:r>
              <a:rPr lang="en-GB"/>
              <a:t>To make it easier for patients to attend, these clinics are not just run in hospitals. They may also be held in local medical practices or community centres. </a:t>
            </a:r>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MHC-PMS</a:t>
            </a:r>
          </a:p>
        </p:txBody>
      </p:sp>
      <p:sp>
        <p:nvSpPr>
          <p:cNvPr id="3" name="Content Placeholder 2"/>
          <p:cNvSpPr>
            <a:spLocks noGrp="1"/>
          </p:cNvSpPr>
          <p:nvPr>
            <p:ph idx="1"/>
          </p:nvPr>
        </p:nvSpPr>
        <p:spPr/>
        <p:txBody>
          <a:bodyPr/>
          <a:lstStyle/>
          <a:p>
            <a:r>
              <a:rPr lang="en-GB"/>
              <a:t>The MHC-PMS (Mental Health Care-Patient Management System) is an information system that is intended for use in clinics. </a:t>
            </a:r>
          </a:p>
          <a:p>
            <a:r>
              <a:rPr lang="en-GB"/>
              <a:t>It makes use of a centralized database of patient information but has also been designed to run on a PC, so that it may be accessed and used from sites that do not have secure network connectivity. </a:t>
            </a:r>
          </a:p>
          <a:p>
            <a:r>
              <a:rPr lang="en-GB"/>
              <a:t>When the local systems have secure network access, they use patient information in the database but they can download and use local copies of patient records when they are disconnected. </a:t>
            </a:r>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MHC-PMS goals</a:t>
            </a:r>
          </a:p>
        </p:txBody>
      </p:sp>
      <p:sp>
        <p:nvSpPr>
          <p:cNvPr id="3" name="Content Placeholder 2"/>
          <p:cNvSpPr>
            <a:spLocks noGrp="1"/>
          </p:cNvSpPr>
          <p:nvPr>
            <p:ph idx="1"/>
          </p:nvPr>
        </p:nvSpPr>
        <p:spPr/>
        <p:txBody>
          <a:bodyPr/>
          <a:lstStyle/>
          <a:p>
            <a:r>
              <a:rPr lang="en-GB"/>
              <a:t>To generate management information that allows health service managers to assess performance against local and government targets.</a:t>
            </a:r>
          </a:p>
          <a:p>
            <a:r>
              <a:rPr lang="en-GB"/>
              <a:t>To provide medical staff with timely information to support the treatment of patients.</a:t>
            </a:r>
          </a:p>
          <a:p>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a:t>The organization of the MHC-PMS </a:t>
            </a:r>
            <a:endParaRPr lang="en-US"/>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41</a:t>
            </a:fld>
            <a:endParaRPr lang="en-US"/>
          </a:p>
        </p:txBody>
      </p:sp>
      <p:pic>
        <p:nvPicPr>
          <p:cNvPr id="4" name="Picture 3" descr="1.6 MHC-PM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03904" y="1899312"/>
            <a:ext cx="5289771" cy="333972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MHC-PMS key features</a:t>
            </a:r>
          </a:p>
        </p:txBody>
      </p:sp>
      <p:sp>
        <p:nvSpPr>
          <p:cNvPr id="3" name="Content Placeholder 2"/>
          <p:cNvSpPr>
            <a:spLocks noGrp="1"/>
          </p:cNvSpPr>
          <p:nvPr>
            <p:ph idx="1"/>
          </p:nvPr>
        </p:nvSpPr>
        <p:spPr>
          <a:xfrm>
            <a:off x="457200" y="1600200"/>
            <a:ext cx="8473992" cy="4525963"/>
          </a:xfrm>
        </p:spPr>
        <p:txBody>
          <a:bodyPr/>
          <a:lstStyle/>
          <a:p>
            <a:r>
              <a:rPr lang="en-GB"/>
              <a:t>Individual care management </a:t>
            </a:r>
          </a:p>
          <a:p>
            <a:pPr lvl="1"/>
            <a:r>
              <a:rPr lang="en-GB"/>
              <a:t>Clinicians can create records for patients, edit the information in the system, view patient history, etc. The system supports data summaries so that doctors can quickly learn about the key problems and treatments that have been prescribed.</a:t>
            </a:r>
          </a:p>
          <a:p>
            <a:r>
              <a:rPr lang="en-GB"/>
              <a:t>Patient monitoring </a:t>
            </a:r>
          </a:p>
          <a:p>
            <a:pPr lvl="1"/>
            <a:r>
              <a:rPr lang="en-GB"/>
              <a:t>The system monitors the records of patients that are involved in treatment and issues warnings if possible problems are detected. </a:t>
            </a:r>
          </a:p>
          <a:p>
            <a:r>
              <a:rPr lang="en-GB"/>
              <a:t>Administrative reporting </a:t>
            </a:r>
          </a:p>
          <a:p>
            <a:pPr lvl="1"/>
            <a:r>
              <a:rPr lang="en-GB"/>
              <a:t>The system generates monthly management reports showing the number of patients treated at each clinic, the number of patients who have entered and left the care system, number of patients sectioned, the drugs prescribed and their costs, etc. </a:t>
            </a:r>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MHC-PMS concerns</a:t>
            </a:r>
          </a:p>
        </p:txBody>
      </p:sp>
      <p:sp>
        <p:nvSpPr>
          <p:cNvPr id="3" name="Content Placeholder 2"/>
          <p:cNvSpPr>
            <a:spLocks noGrp="1"/>
          </p:cNvSpPr>
          <p:nvPr>
            <p:ph idx="1"/>
          </p:nvPr>
        </p:nvSpPr>
        <p:spPr/>
        <p:txBody>
          <a:bodyPr/>
          <a:lstStyle/>
          <a:p>
            <a:r>
              <a:rPr lang="en-US"/>
              <a:t>Privacy</a:t>
            </a:r>
          </a:p>
          <a:p>
            <a:pPr lvl="1"/>
            <a:r>
              <a:rPr lang="en-GB"/>
              <a:t>It is essential that patient information is confidential and is never disclosed to anyone apart from authorised medical staff and the patient themselves. </a:t>
            </a:r>
            <a:endParaRPr lang="en-US"/>
          </a:p>
          <a:p>
            <a:r>
              <a:rPr lang="en-US"/>
              <a:t>Safety</a:t>
            </a:r>
          </a:p>
          <a:p>
            <a:pPr lvl="1"/>
            <a:r>
              <a:rPr lang="en-GB"/>
              <a:t>Some mental illnesses cause patients to become suicidal or a danger to other people. Wherever possible, the system should warn medical staff about potentially suicidal or dangerous patients. </a:t>
            </a:r>
          </a:p>
          <a:p>
            <a:pPr lvl="1"/>
            <a:r>
              <a:rPr lang="en-GB"/>
              <a:t>The system must be available when needed otherwise safety may be compromised and it may be impossible to prescribe the correct medication to patients. </a:t>
            </a:r>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Wilderness weather station</a:t>
            </a:r>
          </a:p>
        </p:txBody>
      </p:sp>
      <p:sp>
        <p:nvSpPr>
          <p:cNvPr id="3" name="Content Placeholder 2"/>
          <p:cNvSpPr>
            <a:spLocks noGrp="1"/>
          </p:cNvSpPr>
          <p:nvPr>
            <p:ph idx="1"/>
          </p:nvPr>
        </p:nvSpPr>
        <p:spPr/>
        <p:txBody>
          <a:bodyPr/>
          <a:lstStyle/>
          <a:p>
            <a:r>
              <a:rPr lang="en-GB"/>
              <a:t>The government of a country with large areas of wilderness decides to deploy several hundred weather stations in remote areas. </a:t>
            </a:r>
          </a:p>
          <a:p>
            <a:r>
              <a:rPr lang="en-GB"/>
              <a:t>Weather stations collect data from a set of instruments that measure temperature and pressure, sunshine, rainfall, wind speed and wind direction.</a:t>
            </a:r>
          </a:p>
          <a:p>
            <a:pPr lvl="1"/>
            <a:r>
              <a:rPr lang="en-GB"/>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r>
              <a:rPr lang="en-GB"/>
              <a:t> </a:t>
            </a:r>
          </a:p>
          <a:p>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a:t>The weather station’s environment </a:t>
            </a:r>
            <a:endParaRPr lang="en-US"/>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45</a:t>
            </a:fld>
            <a:endParaRPr lang="en-US"/>
          </a:p>
        </p:txBody>
      </p:sp>
      <p:pic>
        <p:nvPicPr>
          <p:cNvPr id="4" name="Picture 3" descr="1.7 WeatherStationEnv.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17149" y="2376482"/>
            <a:ext cx="5159738" cy="2490908"/>
          </a:xfrm>
          <a:prstGeom prst="rect">
            <a:avLst/>
          </a:prstGeom>
        </p:spPr>
      </p:pic>
      <p:sp>
        <p:nvSpPr>
          <p:cNvPr id="2" name="TextBox 1">
            <a:extLst>
              <a:ext uri="{FF2B5EF4-FFF2-40B4-BE49-F238E27FC236}">
                <a16:creationId xmlns:a16="http://schemas.microsoft.com/office/drawing/2014/main" id="{D5C7AD85-8239-4703-9213-E70781692EAC}"/>
              </a:ext>
            </a:extLst>
          </p:cNvPr>
          <p:cNvSpPr txBox="1"/>
          <p:nvPr/>
        </p:nvSpPr>
        <p:spPr>
          <a:xfrm>
            <a:off x="3200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Weather information system</a:t>
            </a:r>
          </a:p>
        </p:txBody>
      </p:sp>
      <p:sp>
        <p:nvSpPr>
          <p:cNvPr id="3" name="Content Placeholder 2"/>
          <p:cNvSpPr>
            <a:spLocks noGrp="1"/>
          </p:cNvSpPr>
          <p:nvPr>
            <p:ph idx="1"/>
          </p:nvPr>
        </p:nvSpPr>
        <p:spPr>
          <a:xfrm>
            <a:off x="283745" y="1600200"/>
            <a:ext cx="8606912" cy="4525963"/>
          </a:xfrm>
        </p:spPr>
        <p:txBody>
          <a:bodyPr/>
          <a:lstStyle/>
          <a:p>
            <a:r>
              <a:rPr lang="en-GB"/>
              <a:t>	The weather station system </a:t>
            </a:r>
          </a:p>
          <a:p>
            <a:pPr lvl="1"/>
            <a:r>
              <a:rPr lang="en-GB"/>
              <a:t>This is responsible for collecting weather data, carrying out some initial data processing and transmitting it to the data management system.</a:t>
            </a:r>
          </a:p>
          <a:p>
            <a:r>
              <a:rPr lang="en-GB"/>
              <a:t>The data management and archiving system </a:t>
            </a:r>
          </a:p>
          <a:p>
            <a:pPr lvl="1"/>
            <a:r>
              <a:rPr lang="en-GB"/>
              <a:t>This system collects the data from all of the wilderness weather stations, carries out data processing and analysis and archives the data.</a:t>
            </a:r>
          </a:p>
          <a:p>
            <a:r>
              <a:rPr lang="en-GB"/>
              <a:t>The station maintenance system </a:t>
            </a:r>
          </a:p>
          <a:p>
            <a:pPr lvl="1"/>
            <a:r>
              <a:rPr lang="en-GB"/>
              <a:t>This system can communicate by satellite with all wilderness weather stations to monitor the health of these systems and provide reports of problems. </a:t>
            </a:r>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Additional software functionality</a:t>
            </a:r>
          </a:p>
        </p:txBody>
      </p:sp>
      <p:sp>
        <p:nvSpPr>
          <p:cNvPr id="3" name="Content Placeholder 2"/>
          <p:cNvSpPr>
            <a:spLocks noGrp="1"/>
          </p:cNvSpPr>
          <p:nvPr>
            <p:ph idx="1"/>
          </p:nvPr>
        </p:nvSpPr>
        <p:spPr/>
        <p:txBody>
          <a:bodyPr/>
          <a:lstStyle/>
          <a:p>
            <a:r>
              <a:rPr lang="en-GB"/>
              <a:t>Monitor the instruments, power and communication hardware and report faults to the management system.</a:t>
            </a:r>
          </a:p>
          <a:p>
            <a:r>
              <a:rPr lang="en-GB"/>
              <a:t>Manage the system power, ensuring that batteries are charged whenever the environmental conditions permit but also that generators are shut down in potentially damaging weather conditions, such as high wind.</a:t>
            </a:r>
          </a:p>
          <a:p>
            <a:r>
              <a:rPr lang="en-GB"/>
              <a:t>Support dynamic reconfiguration where parts of the software are replaced with new versions and where backup instruments are switched into the system in the event of system failure.</a:t>
            </a:r>
          </a:p>
          <a:p>
            <a:endParaRPr lang="en-US"/>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p:cNvSpPr>
            <a:spLocks noGrp="1" noChangeArrowheads="1"/>
          </p:cNvSpPr>
          <p:nvPr>
            <p:ph type="title"/>
          </p:nvPr>
        </p:nvSpPr>
        <p:spPr/>
        <p:txBody>
          <a:bodyPr/>
          <a:lstStyle/>
          <a:p>
            <a:r>
              <a:rPr lang="en-GB"/>
              <a:t>Key points</a:t>
            </a:r>
          </a:p>
        </p:txBody>
      </p:sp>
      <p:sp>
        <p:nvSpPr>
          <p:cNvPr id="90117" name="Rectangle 5"/>
          <p:cNvSpPr>
            <a:spLocks noGrp="1" noChangeArrowheads="1"/>
          </p:cNvSpPr>
          <p:nvPr>
            <p:ph idx="1"/>
          </p:nvPr>
        </p:nvSpPr>
        <p:spPr/>
        <p:txBody>
          <a:bodyPr/>
          <a:lstStyle/>
          <a:p>
            <a:r>
              <a:rPr lang="en-GB" sz="2400"/>
              <a:t>Software engineers have responsibilities to the engineering profession and society. They should not simply be concerned with technical issues.</a:t>
            </a:r>
          </a:p>
          <a:p>
            <a:r>
              <a:rPr lang="en-GB" sz="2400"/>
              <a:t>Professional societies publish codes of conduct which set out the standards of behaviour expected of their members.</a:t>
            </a:r>
          </a:p>
          <a:p>
            <a:r>
              <a:rPr lang="en-GB"/>
              <a:t>Three case studies are used in the book:</a:t>
            </a:r>
          </a:p>
          <a:p>
            <a:pPr lvl="1"/>
            <a:r>
              <a:rPr lang="en-GB" sz="2000"/>
              <a:t>An embedded insulin pump control system</a:t>
            </a:r>
          </a:p>
          <a:p>
            <a:pPr lvl="1"/>
            <a:r>
              <a:rPr lang="en-GB"/>
              <a:t>A system for mental health care patient management</a:t>
            </a:r>
          </a:p>
          <a:p>
            <a:pPr lvl="1"/>
            <a:r>
              <a:rPr lang="en-GB" sz="2000"/>
              <a:t>A wilderness weather station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Course structure and organization</a:t>
            </a:r>
          </a:p>
        </p:txBody>
      </p:sp>
      <p:sp>
        <p:nvSpPr>
          <p:cNvPr id="3" name="Content Placeholder 2"/>
          <p:cNvSpPr>
            <a:spLocks noGrp="1"/>
          </p:cNvSpPr>
          <p:nvPr>
            <p:ph idx="1"/>
          </p:nvPr>
        </p:nvSpPr>
        <p:spPr/>
        <p:txBody>
          <a:bodyPr/>
          <a:lstStyle/>
          <a:p>
            <a:r>
              <a:rPr lang="en-US" i="1"/>
              <a:t>Add your own material here about how you will be running the course</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dirty="0" smtClean="0"/>
              <a:pPr>
                <a:defRPr/>
              </a:pPr>
              <a:t>49</a:t>
            </a:fld>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43184C312116D41A88C72FE0230FCAC" ma:contentTypeVersion="2" ma:contentTypeDescription="Create a new document." ma:contentTypeScope="" ma:versionID="926378598a73f42348aa1ac1c7339324">
  <xsd:schema xmlns:xsd="http://www.w3.org/2001/XMLSchema" xmlns:xs="http://www.w3.org/2001/XMLSchema" xmlns:p="http://schemas.microsoft.com/office/2006/metadata/properties" xmlns:ns2="5c86b82e-7948-42ac-8fe2-5ef17a10ee2c" targetNamespace="http://schemas.microsoft.com/office/2006/metadata/properties" ma:root="true" ma:fieldsID="cd83df0f7916ca16b0974ce828d64c91" ns2:_="">
    <xsd:import namespace="5c86b82e-7948-42ac-8fe2-5ef17a10ee2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86b82e-7948-42ac-8fe2-5ef17a10ee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2C35A7-A12F-410F-93F0-9F985534EC05}">
  <ds:schemaRefs>
    <ds:schemaRef ds:uri="http://schemas.microsoft.com/sharepoint/v3/contenttype/forms"/>
  </ds:schemaRefs>
</ds:datastoreItem>
</file>

<file path=customXml/itemProps2.xml><?xml version="1.0" encoding="utf-8"?>
<ds:datastoreItem xmlns:ds="http://schemas.openxmlformats.org/officeDocument/2006/customXml" ds:itemID="{4B609B1B-71A2-4020-A429-33D9C5DD37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86b82e-7948-42ac-8fe2-5ef17a10ee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00E4BE-D6C1-4528-92F3-03FC1AE76DD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SE9.thmx</Template>
  <TotalTime>24</TotalTime>
  <Words>3913</Words>
  <Application>Microsoft Office PowerPoint</Application>
  <PresentationFormat>On-screen Show (4:3)</PresentationFormat>
  <Paragraphs>340</Paragraphs>
  <Slides>49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ＭＳ Ｐゴシック</vt:lpstr>
      <vt:lpstr>Arial</vt:lpstr>
      <vt:lpstr>Calibri</vt:lpstr>
      <vt:lpstr>Wingdings</vt:lpstr>
      <vt:lpstr>SE9</vt:lpstr>
      <vt:lpstr>Chapter 1- Introduction</vt:lpstr>
      <vt:lpstr>Topics covered</vt:lpstr>
      <vt:lpstr>Software engineering</vt:lpstr>
      <vt:lpstr>Software costs</vt:lpstr>
      <vt:lpstr>Software products</vt:lpstr>
      <vt:lpstr>Product specification</vt:lpstr>
      <vt:lpstr>Frequently asked questions about software engineering </vt:lpstr>
      <vt:lpstr>Frequently asked questions about software engineering</vt:lpstr>
      <vt:lpstr>Essential attributes of good software</vt:lpstr>
      <vt:lpstr>Software engineering</vt:lpstr>
      <vt:lpstr>Importance of software engineering</vt:lpstr>
      <vt:lpstr>Software process activitiesأنشطة عمليات البرمجيات</vt:lpstr>
      <vt:lpstr>General issues that affect most software</vt:lpstr>
      <vt:lpstr>Software engineering diversity</vt:lpstr>
      <vt:lpstr>Application types</vt:lpstr>
      <vt:lpstr>Application types</vt:lpstr>
      <vt:lpstr>Application types</vt:lpstr>
      <vt:lpstr>Software engineering fundamentals</vt:lpstr>
      <vt:lpstr>Software engineering and the web</vt:lpstr>
      <vt:lpstr>Web software engineering</vt:lpstr>
      <vt:lpstr>Web-based software engineering</vt:lpstr>
      <vt:lpstr>Key points</vt:lpstr>
      <vt:lpstr>Key points</vt:lpstr>
      <vt:lpstr>Chapter 1- Introduction</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lpstr>Ethical dilemmas</vt:lpstr>
      <vt:lpstr>Case studies</vt:lpstr>
      <vt:lpstr>Insulin pump control system</vt:lpstr>
      <vt:lpstr>Insulin pump hardware architecture</vt:lpstr>
      <vt:lpstr>Activity model of the insulin pump</vt:lpstr>
      <vt:lpstr>Essential high-level requirements</vt:lpstr>
      <vt:lpstr>A patient information system for mental health care</vt:lpstr>
      <vt:lpstr>MHC-PMS</vt:lpstr>
      <vt:lpstr>MHC-PMS goals</vt:lpstr>
      <vt:lpstr>The organization of the MHC-PMS </vt:lpstr>
      <vt:lpstr>MHC-PMS key features</vt:lpstr>
      <vt:lpstr>MHC-PMS concerns</vt:lpstr>
      <vt:lpstr>Wilderness weather station</vt:lpstr>
      <vt:lpstr>The weather station’s environment </vt:lpstr>
      <vt:lpstr>Weather information system</vt:lpstr>
      <vt:lpstr>Additional software functionality</vt:lpstr>
      <vt:lpstr>Key points</vt:lpstr>
      <vt:lpstr>Course structure and organization</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Mark Haddad</cp:lastModifiedBy>
  <cp:revision>5</cp:revision>
  <dcterms:created xsi:type="dcterms:W3CDTF">2009-12-29T10:39:27Z</dcterms:created>
  <dcterms:modified xsi:type="dcterms:W3CDTF">2025-10-21T13:29:10Z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0x010100743184C312116D41A88C72FE0230FCAC</vt:lpwstr>
  </property>
</Properties>
</file>