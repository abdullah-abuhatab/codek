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wdp" ContentType="image/vnd.ms-photo"/>
  <Default Extension="tiff" ContentType="image/tif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33"/>
  </p:notesMasterIdLst>
  <p:sldIdLst>
    <p:sldId id="257" r:id="rId5"/>
    <p:sldId id="259" r:id="rId6"/>
    <p:sldId id="260" r:id="rId7"/>
    <p:sldId id="293" r:id="rId8"/>
    <p:sldId id="261" r:id="rId9"/>
    <p:sldId id="294" r:id="rId10"/>
    <p:sldId id="262" r:id="rId11"/>
    <p:sldId id="263" r:id="rId12"/>
    <p:sldId id="264" r:id="rId13"/>
    <p:sldId id="265" r:id="rId14"/>
    <p:sldId id="266" r:id="rId15"/>
    <p:sldId id="268" r:id="rId16"/>
    <p:sldId id="269" r:id="rId17"/>
    <p:sldId id="292" r:id="rId18"/>
    <p:sldId id="270" r:id="rId19"/>
    <p:sldId id="271" r:id="rId20"/>
    <p:sldId id="272" r:id="rId21"/>
    <p:sldId id="273" r:id="rId22"/>
    <p:sldId id="274" r:id="rId23"/>
    <p:sldId id="275" r:id="rId24"/>
    <p:sldId id="276" r:id="rId25"/>
    <p:sldId id="278" r:id="rId26"/>
    <p:sldId id="287" r:id="rId27"/>
    <p:sldId id="279" r:id="rId28"/>
    <p:sldId id="280" r:id="rId29"/>
    <p:sldId id="281" r:id="rId30"/>
    <p:sldId id="282" r:id="rId31"/>
    <p:sldId id="283" r:id="rId32"/>
  </p:sldIdLst>
  <p:sldSz cx="9144000" cy="6858000" type="screen4x3"/>
  <p:notesSz cx="6858000" cy="9144000"/>
  <p:custDataLst>
    <p:tags r:id="rId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47" autoAdjust="0"/>
    <p:restoredTop sz="94637" autoAdjust="0"/>
  </p:normalViewPr>
  <p:slideViewPr>
    <p:cSldViewPr snapToGrid="0" snapToObjects="1">
      <p:cViewPr varScale="1">
        <p:scale>
          <a:sx n="65" d="100"/>
          <a:sy n="65" d="100"/>
        </p:scale>
        <p:origin x="-684" y="-108"/>
      </p:cViewPr>
      <p:guideLst>
        <p:guide orient="horz" pos="2160"/>
        <p:guide pos="2880"/>
      </p:guideLst>
    </p:cSldViewPr>
  </p:slideViewPr>
  <p:outlineViewPr>
    <p:cViewPr>
      <p:scale>
        <a:sx n="33" d="100"/>
        <a:sy n="33" d="100"/>
      </p:scale>
      <p:origin x="0" y="19688"/>
    </p:cViewPr>
  </p:outlineViewPr>
  <p:notesTextViewPr>
    <p:cViewPr>
      <p:scale>
        <a:sx n="100" d="100"/>
        <a:sy n="100" d="100"/>
      </p:scale>
      <p:origin x="0" y="0"/>
    </p:cViewPr>
  </p:notesTextViewPr>
  <p:sorterViewPr>
    <p:cViewPr>
      <p:scale>
        <a:sx n="50" d="100"/>
        <a:sy n="50"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J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509E1AFF-8833-4B0D-B5F3-AC8192101CF6}" type="datetimeFigureOut">
              <a:rPr lang="ar-JO" smtClean="0"/>
              <a:pPr/>
              <a:t>28/03/1445</a:t>
            </a:fld>
            <a:endParaRPr lang="ar-JO"/>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ar-J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J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J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627D386E-75FE-4638-ABED-850CA827B05A}" type="slidenum">
              <a:rPr lang="ar-JO" smtClean="0"/>
              <a:pPr/>
              <a:t>‹#›</a:t>
            </a:fld>
            <a:endParaRPr lang="ar-JO"/>
          </a:p>
        </p:txBody>
      </p:sp>
    </p:spTree>
    <p:extLst>
      <p:ext uri="{BB962C8B-B14F-4D97-AF65-F5344CB8AC3E}">
        <p14:creationId xmlns="" xmlns:p14="http://schemas.microsoft.com/office/powerpoint/2010/main" val="4282451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6" name="Slide Number Placeholder 5"/>
          <p:cNvSpPr>
            <a:spLocks noGrp="1"/>
          </p:cNvSpPr>
          <p:nvPr>
            <p:ph type="sldNum" sz="quarter" idx="12"/>
          </p:nvPr>
        </p:nvSpPr>
        <p:spPr/>
        <p:txBody>
          <a:bodyPr/>
          <a:lstStyle>
            <a:lvl1pPr marL="0" marR="0" indent="0" algn="r" defTabSz="457200" rtl="0" eaLnBrk="1" fontAlgn="auto" latinLnBrk="0" hangingPunct="1">
              <a:lnSpc>
                <a:spcPct val="100000"/>
              </a:lnSpc>
              <a:spcBef>
                <a:spcPts val="0"/>
              </a:spcBef>
              <a:spcAft>
                <a:spcPts val="0"/>
              </a:spcAft>
              <a:buClrTx/>
              <a:buSzTx/>
              <a:buFontTx/>
              <a:buNone/>
              <a:tabLst/>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2996011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lvl1pPr marL="0" marR="0" indent="0" algn="r" defTabSz="457200" rtl="0" eaLnBrk="1" fontAlgn="auto" latinLnBrk="0" hangingPunct="1">
              <a:lnSpc>
                <a:spcPct val="100000"/>
              </a:lnSpc>
              <a:spcBef>
                <a:spcPts val="0"/>
              </a:spcBef>
              <a:spcAft>
                <a:spcPts val="0"/>
              </a:spcAft>
              <a:buClrTx/>
              <a:buSzTx/>
              <a:buFontTx/>
              <a:buNone/>
              <a:tabLst/>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724471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Slide Number Placeholder 5"/>
          <p:cNvSpPr>
            <a:spLocks noGrp="1"/>
          </p:cNvSpPr>
          <p:nvPr>
            <p:ph type="sldNum" sz="quarter" idx="4"/>
          </p:nvPr>
        </p:nvSpPr>
        <p:spPr>
          <a:xfrm>
            <a:off x="5449455" y="6356350"/>
            <a:ext cx="3237345" cy="365125"/>
          </a:xfrm>
          <a:prstGeom prst="rect">
            <a:avLst/>
          </a:prstGeom>
        </p:spPr>
        <p:txBody>
          <a:bodyPr vert="horz" lIns="91440" tIns="45720" rIns="91440" bIns="45720" rtlCol="0" anchor="ctr"/>
          <a:lstStyle>
            <a:lvl1pPr algn="r">
              <a:defRPr sz="1200">
                <a:solidFill>
                  <a:schemeClr val="tx1"/>
                </a:solidFill>
                <a:latin typeface="Times New Roman"/>
                <a:cs typeface="Times New Roman"/>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369608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5449455" y="6356350"/>
            <a:ext cx="3237345" cy="365125"/>
          </a:xfrm>
          <a:prstGeom prst="rect">
            <a:avLst/>
          </a:prstGeom>
        </p:spPr>
        <p:txBody>
          <a:bodyPr vert="horz" lIns="91440" tIns="45720" rIns="91440" bIns="45720" rtlCol="0" anchor="ctr"/>
          <a:lstStyle>
            <a:lvl1pPr algn="r">
              <a:defRPr sz="1200">
                <a:solidFill>
                  <a:schemeClr val="tx1"/>
                </a:solidFill>
                <a:latin typeface="Times New Roman"/>
                <a:cs typeface="Times New Roman"/>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1626085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61818" y="5957455"/>
            <a:ext cx="8224982" cy="397596"/>
          </a:xfrm>
        </p:spPr>
        <p:txBody>
          <a:bodyPr anchor="b"/>
          <a:lstStyle>
            <a:lvl1pPr algn="ctr">
              <a:defRPr sz="2000" b="1"/>
            </a:lvl1pPr>
          </a:lstStyle>
          <a:p>
            <a:r>
              <a:rPr lang="en-US"/>
              <a:t>Click to edit Master title style</a:t>
            </a:r>
          </a:p>
        </p:txBody>
      </p:sp>
      <p:sp>
        <p:nvSpPr>
          <p:cNvPr id="3" name="Picture Placeholder 2"/>
          <p:cNvSpPr>
            <a:spLocks noGrp="1"/>
          </p:cNvSpPr>
          <p:nvPr>
            <p:ph type="pic" idx="1"/>
          </p:nvPr>
        </p:nvSpPr>
        <p:spPr>
          <a:xfrm>
            <a:off x="219364" y="138544"/>
            <a:ext cx="8705272" cy="572654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4" name="Text Placeholder 3"/>
          <p:cNvSpPr>
            <a:spLocks noGrp="1"/>
          </p:cNvSpPr>
          <p:nvPr>
            <p:ph type="body" sz="half" idx="2"/>
          </p:nvPr>
        </p:nvSpPr>
        <p:spPr>
          <a:xfrm>
            <a:off x="461818" y="6356349"/>
            <a:ext cx="5225473" cy="3651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Slide Number Placeholder 5"/>
          <p:cNvSpPr>
            <a:spLocks noGrp="1"/>
          </p:cNvSpPr>
          <p:nvPr>
            <p:ph type="sldNum" sz="quarter" idx="4"/>
          </p:nvPr>
        </p:nvSpPr>
        <p:spPr>
          <a:xfrm>
            <a:off x="5687291" y="6355051"/>
            <a:ext cx="3237345" cy="365125"/>
          </a:xfrm>
          <a:prstGeom prst="rect">
            <a:avLst/>
          </a:prstGeom>
        </p:spPr>
        <p:txBody>
          <a:bodyPr vert="horz" lIns="91440" tIns="45720" rIns="91440" bIns="45720" rtlCol="0" anchor="ctr"/>
          <a:lstStyle>
            <a:lvl1pPr algn="r">
              <a:defRPr sz="1200">
                <a:solidFill>
                  <a:schemeClr val="tx1"/>
                </a:solidFill>
                <a:latin typeface="Times New Roman"/>
                <a:cs typeface="Times New Roman"/>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1915174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5121" y="893216"/>
            <a:ext cx="4946505" cy="2378364"/>
          </a:xfrm>
        </p:spPr>
        <p:txBody>
          <a:bodyPr anchor="ctr"/>
          <a:lstStyle>
            <a:lvl1pPr algn="ctr">
              <a:defRPr sz="4000" b="1" cap="all">
                <a:solidFill>
                  <a:srgbClr val="1E57B6"/>
                </a:solidFill>
              </a:defRPr>
            </a:lvl1pPr>
          </a:lstStyle>
          <a:p>
            <a:r>
              <a:rPr lang="en-US"/>
              <a:t>Click to edit Master title style</a:t>
            </a:r>
            <a:endParaRPr lang="en-US" dirty="0"/>
          </a:p>
        </p:txBody>
      </p:sp>
      <p:sp>
        <p:nvSpPr>
          <p:cNvPr id="6" name="Slide Number Placeholder 5"/>
          <p:cNvSpPr>
            <a:spLocks noGrp="1"/>
          </p:cNvSpPr>
          <p:nvPr>
            <p:ph type="sldNum" sz="quarter" idx="12"/>
          </p:nvPr>
        </p:nvSpPr>
        <p:spPr/>
        <p:txBody>
          <a:bodyPr/>
          <a:lstStyle>
            <a:lvl1pPr marL="0" marR="0" indent="0" algn="r" defTabSz="457200" rtl="0" eaLnBrk="1" fontAlgn="auto" latinLnBrk="0" hangingPunct="1">
              <a:lnSpc>
                <a:spcPct val="100000"/>
              </a:lnSpc>
              <a:spcBef>
                <a:spcPts val="0"/>
              </a:spcBef>
              <a:spcAft>
                <a:spcPts val="0"/>
              </a:spcAft>
              <a:buClrTx/>
              <a:buSzTx/>
              <a:buFontTx/>
              <a:buNone/>
              <a:tabLst/>
              <a:defRPr/>
            </a:lvl1pPr>
          </a:lstStyle>
          <a:p>
            <a:fld id="{775574AD-022B-7245-B114-53483EC5141E}" type="slidenum">
              <a:rPr lang="en-US" smtClean="0"/>
              <a:pPr/>
              <a:t>‹#›</a:t>
            </a:fld>
            <a:endParaRPr lang="en-US"/>
          </a:p>
        </p:txBody>
      </p:sp>
      <p:grpSp>
        <p:nvGrpSpPr>
          <p:cNvPr id="9" name="Group 8"/>
          <p:cNvGrpSpPr/>
          <p:nvPr userDrawn="1"/>
        </p:nvGrpSpPr>
        <p:grpSpPr>
          <a:xfrm>
            <a:off x="530355" y="439839"/>
            <a:ext cx="8289330" cy="5817683"/>
            <a:chOff x="530355" y="439839"/>
            <a:chExt cx="8289330" cy="5817683"/>
          </a:xfrm>
        </p:grpSpPr>
        <p:pic>
          <p:nvPicPr>
            <p:cNvPr id="11" name="Picture 10"/>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5797296" y="439839"/>
              <a:ext cx="2889504" cy="3634231"/>
            </a:xfrm>
            <a:prstGeom prst="rect">
              <a:avLst/>
            </a:prstGeom>
          </p:spPr>
        </p:pic>
        <p:sp>
          <p:nvSpPr>
            <p:cNvPr id="12" name="TextBox 11"/>
            <p:cNvSpPr txBox="1"/>
            <p:nvPr/>
          </p:nvSpPr>
          <p:spPr>
            <a:xfrm>
              <a:off x="5687685" y="4301224"/>
              <a:ext cx="3132000" cy="1754326"/>
            </a:xfrm>
            <a:prstGeom prst="rect">
              <a:avLst/>
            </a:prstGeom>
            <a:noFill/>
          </p:spPr>
          <p:txBody>
            <a:bodyPr wrap="square" rtlCol="0">
              <a:spAutoFit/>
            </a:bodyPr>
            <a:lstStyle/>
            <a:p>
              <a:pPr algn="ctr"/>
              <a:r>
                <a:rPr lang="en-US" sz="2000" b="1" dirty="0">
                  <a:solidFill>
                    <a:schemeClr val="tx1"/>
                  </a:solidFill>
                  <a:latin typeface="Times New Roman"/>
                  <a:cs typeface="Times New Roman"/>
                </a:rPr>
                <a:t>Wireless Communication Networks and Systems</a:t>
              </a:r>
            </a:p>
            <a:p>
              <a:pPr algn="ctr"/>
              <a:r>
                <a:rPr lang="en-US" sz="1600" dirty="0">
                  <a:solidFill>
                    <a:schemeClr val="tx1"/>
                  </a:solidFill>
                  <a:latin typeface="Times New Roman"/>
                  <a:cs typeface="Times New Roman"/>
                </a:rPr>
                <a:t>1</a:t>
              </a:r>
              <a:r>
                <a:rPr lang="en-US" sz="1600" baseline="30000" dirty="0">
                  <a:solidFill>
                    <a:schemeClr val="tx1"/>
                  </a:solidFill>
                  <a:latin typeface="Times New Roman"/>
                  <a:cs typeface="Times New Roman"/>
                </a:rPr>
                <a:t>st</a:t>
              </a:r>
              <a:r>
                <a:rPr lang="en-US" sz="1600" dirty="0">
                  <a:solidFill>
                    <a:schemeClr val="tx1"/>
                  </a:solidFill>
                  <a:latin typeface="Times New Roman"/>
                  <a:cs typeface="Times New Roman"/>
                </a:rPr>
                <a:t> edition, Global edition</a:t>
              </a:r>
              <a:endParaRPr lang="en-US" dirty="0">
                <a:solidFill>
                  <a:schemeClr val="tx1"/>
                </a:solidFill>
                <a:latin typeface="Times New Roman"/>
                <a:cs typeface="Times New Roman"/>
              </a:endParaRPr>
            </a:p>
            <a:p>
              <a:pPr algn="ctr"/>
              <a:r>
                <a:rPr lang="en-US" sz="1600" b="1" dirty="0">
                  <a:solidFill>
                    <a:schemeClr val="tx1"/>
                  </a:solidFill>
                  <a:latin typeface="Times New Roman"/>
                  <a:cs typeface="Times New Roman"/>
                </a:rPr>
                <a:t>Cory Beard, William Stallings</a:t>
              </a:r>
            </a:p>
            <a:p>
              <a:pPr algn="ctr"/>
              <a:r>
                <a:rPr lang="en-US" dirty="0">
                  <a:solidFill>
                    <a:schemeClr val="tx1"/>
                  </a:solidFill>
                  <a:latin typeface="Times New Roman"/>
                  <a:cs typeface="Times New Roman"/>
                </a:rPr>
                <a:t>© 2016 Pearson Education, Ltd.</a:t>
              </a:r>
            </a:p>
          </p:txBody>
        </p:sp>
        <p:sp>
          <p:nvSpPr>
            <p:cNvPr id="13" name="TextBox 12"/>
            <p:cNvSpPr txBox="1"/>
            <p:nvPr/>
          </p:nvSpPr>
          <p:spPr>
            <a:xfrm>
              <a:off x="530355" y="3918420"/>
              <a:ext cx="4946505" cy="2339102"/>
            </a:xfrm>
            <a:prstGeom prst="rect">
              <a:avLst/>
            </a:prstGeom>
            <a:noFill/>
          </p:spPr>
          <p:txBody>
            <a:bodyPr wrap="square" rtlCol="0">
              <a:spAutoFit/>
            </a:bodyPr>
            <a:lstStyle/>
            <a:p>
              <a:pPr algn="just"/>
              <a:r>
                <a:rPr lang="en-US" sz="1400" dirty="0">
                  <a:latin typeface="Times New Roman"/>
                  <a:cs typeface="Times New Roman"/>
                </a:rPr>
                <a:t>These slides are made available to faculty in PowerPoint form. Slides can be freely added, modified, and deleted to suit student needs. They represent substantial work on the part of the authors; therefore, we request the following.</a:t>
              </a:r>
            </a:p>
            <a:p>
              <a:pPr algn="just"/>
              <a:endParaRPr lang="en-US" sz="400" dirty="0">
                <a:latin typeface="Times New Roman"/>
                <a:cs typeface="Times New Roman"/>
              </a:endParaRPr>
            </a:p>
            <a:p>
              <a:pPr algn="just"/>
              <a:r>
                <a:rPr lang="en-US" sz="1400" dirty="0">
                  <a:latin typeface="Times New Roman"/>
                  <a:cs typeface="Times New Roman"/>
                </a:rPr>
                <a:t>If these slides are used in a class setting or posted on an internal or external www site, please mention the source textbook and note our copyright of this material.</a:t>
              </a:r>
            </a:p>
            <a:p>
              <a:pPr algn="just"/>
              <a:endParaRPr lang="en-US" sz="400" dirty="0">
                <a:latin typeface="Times New Roman"/>
                <a:cs typeface="Times New Roman"/>
              </a:endParaRPr>
            </a:p>
            <a:p>
              <a:pPr algn="just"/>
              <a:r>
                <a:rPr lang="en-US" sz="1400" dirty="0">
                  <a:latin typeface="Times New Roman"/>
                  <a:cs typeface="Times New Roman"/>
                </a:rPr>
                <a:t>All material copyright 2016</a:t>
              </a:r>
            </a:p>
            <a:p>
              <a:pPr algn="just"/>
              <a:r>
                <a:rPr lang="en-US" sz="1400" dirty="0">
                  <a:latin typeface="Times New Roman"/>
                  <a:cs typeface="Times New Roman"/>
                </a:rPr>
                <a:t>Cory Beard and William Stallings, All Rights Reserved</a:t>
              </a:r>
            </a:p>
            <a:p>
              <a:pPr algn="just"/>
              <a:endParaRPr lang="en-US" sz="1200" dirty="0">
                <a:solidFill>
                  <a:schemeClr val="tx1"/>
                </a:solidFill>
                <a:latin typeface="Times New Roman"/>
                <a:cs typeface="Times New Roman"/>
              </a:endParaRPr>
            </a:p>
          </p:txBody>
        </p:sp>
      </p:grpSp>
    </p:spTree>
    <p:extLst>
      <p:ext uri="{BB962C8B-B14F-4D97-AF65-F5344CB8AC3E}">
        <p14:creationId xmlns="" xmlns:p14="http://schemas.microsoft.com/office/powerpoint/2010/main" val="39402950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9455"/>
            <a:ext cx="4946505" cy="2378364"/>
          </a:xfrm>
        </p:spPr>
        <p:txBody>
          <a:bodyPr anchor="ctr"/>
          <a:lstStyle>
            <a:lvl1pPr algn="ctr">
              <a:defRPr sz="4000" b="1" cap="all">
                <a:solidFill>
                  <a:srgbClr val="1E57B6"/>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3061276"/>
            <a:ext cx="4946505" cy="3127087"/>
          </a:xfrm>
        </p:spPr>
        <p:txBody>
          <a:bodyPr anchor="t"/>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lvl1pPr marL="0" marR="0" indent="0" algn="r" defTabSz="457200" rtl="0" eaLnBrk="1" fontAlgn="auto" latinLnBrk="0" hangingPunct="1">
              <a:lnSpc>
                <a:spcPct val="100000"/>
              </a:lnSpc>
              <a:spcBef>
                <a:spcPts val="0"/>
              </a:spcBef>
              <a:spcAft>
                <a:spcPts val="0"/>
              </a:spcAft>
              <a:buClrTx/>
              <a:buSzTx/>
              <a:buFontTx/>
              <a:buNone/>
              <a:tabLst/>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3940295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E:\My Docs\Pearson_Supplement projects\07-07-2015\9781292108711_Stallings_Beard_Wireless_Communication_Networks_and_Systems\Untitled.jpg"/>
          <p:cNvPicPr>
            <a:picLocks noChangeAspect="1"/>
          </p:cNvPicPr>
          <p:nvPr userDrawn="1"/>
        </p:nvPicPr>
        <p:blipFill rotWithShape="1">
          <a:blip r:embed="rId9">
            <a:lum bright="70000" contrast="-70000"/>
            <a:extLst>
              <a:ext uri="{BEBA8EAE-BF5A-486C-A8C5-ECC9F3942E4B}">
                <a14:imgProps xmlns="" xmlns:a14="http://schemas.microsoft.com/office/drawing/2010/main">
                  <a14:imgLayer r:embed="rId10">
                    <a14:imgEffect>
                      <a14:brightnessContrast bright="40000" contrast="40000"/>
                    </a14:imgEffect>
                  </a14:imgLayer>
                </a14:imgProps>
              </a:ext>
              <a:ext uri="{28A0092B-C50C-407E-A947-70E740481C1C}">
                <a14:useLocalDpi xmlns="" xmlns:a14="http://schemas.microsoft.com/office/drawing/2010/main" val="0"/>
              </a:ext>
            </a:extLst>
          </a:blip>
          <a:srcRect t="28267" b="8822"/>
          <a:stretch/>
        </p:blipFill>
        <p:spPr bwMode="auto">
          <a:xfrm>
            <a:off x="-14" y="15766"/>
            <a:ext cx="9166098" cy="6858000"/>
          </a:xfrm>
          <a:prstGeom prst="rect">
            <a:avLst/>
          </a:prstGeom>
          <a:noFill/>
          <a:ln>
            <a:noFill/>
          </a:ln>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5449455" y="6356350"/>
            <a:ext cx="3237345" cy="365125"/>
          </a:xfrm>
          <a:prstGeom prst="rect">
            <a:avLst/>
          </a:prstGeom>
        </p:spPr>
        <p:txBody>
          <a:bodyPr vert="horz" lIns="91440" tIns="45720" rIns="91440" bIns="45720" rtlCol="0" anchor="ctr"/>
          <a:lstStyle>
            <a:lvl1pPr algn="r">
              <a:defRPr sz="1200">
                <a:solidFill>
                  <a:schemeClr val="tx1"/>
                </a:solidFill>
                <a:latin typeface="Times New Roman"/>
                <a:cs typeface="Times New Roman"/>
              </a:defRPr>
            </a:lvl1pPr>
          </a:lstStyle>
          <a:p>
            <a:fld id="{775574AD-022B-7245-B114-53483EC5141E}" type="slidenum">
              <a:rPr lang="en-US" smtClean="0"/>
              <a:pPr/>
              <a:t>‹#›</a:t>
            </a:fld>
            <a:endParaRPr lang="en-US"/>
          </a:p>
        </p:txBody>
      </p:sp>
    </p:spTree>
    <p:extLst>
      <p:ext uri="{BB962C8B-B14F-4D97-AF65-F5344CB8AC3E}">
        <p14:creationId xmlns="" xmlns:p14="http://schemas.microsoft.com/office/powerpoint/2010/main" val="91129884"/>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Lst>
  <p:txStyles>
    <p:titleStyle>
      <a:lvl1pPr algn="ctr" defTabSz="457200" rtl="0" eaLnBrk="1" latinLnBrk="0" hangingPunct="1">
        <a:spcBef>
          <a:spcPct val="0"/>
        </a:spcBef>
        <a:buNone/>
        <a:defRPr lang="en-US" sz="4000" b="1" kern="1200" cap="all" smtClean="0">
          <a:solidFill>
            <a:srgbClr val="1E57B6"/>
          </a:solidFill>
          <a:latin typeface="Times New Roman"/>
          <a:ea typeface="+mj-ea"/>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mn-ea"/>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mn-ea"/>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mn-ea"/>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mn-ea"/>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hyperlink" Target="http://goo.gl/Fwrj18" TargetMode="External"/><Relationship Id="rId1" Type="http://schemas.openxmlformats.org/officeDocument/2006/relationships/slideLayout" Target="../slideLayouts/slideLayout5.xml"/><Relationship Id="rId4" Type="http://schemas.openxmlformats.org/officeDocument/2006/relationships/image" Target="../media/image4.tif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hyperlink" Target="http://goo.gl/TQEVH3" TargetMode="External"/><Relationship Id="rId1" Type="http://schemas.openxmlformats.org/officeDocument/2006/relationships/slideLayout" Target="../slideLayouts/slideLayout5.xml"/><Relationship Id="rId4" Type="http://schemas.openxmlformats.org/officeDocument/2006/relationships/image" Target="../media/image6.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http://goo.gl/22FAmW" TargetMode="External"/><Relationship Id="rId1" Type="http://schemas.openxmlformats.org/officeDocument/2006/relationships/slideLayout" Target="../slideLayouts/slideLayout5.xml"/><Relationship Id="rId4" Type="http://schemas.openxmlformats.org/officeDocument/2006/relationships/image" Target="../media/image8.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2950" y="893216"/>
            <a:ext cx="4946505" cy="2378364"/>
          </a:xfrm>
        </p:spPr>
        <p:txBody>
          <a:bodyPr>
            <a:normAutofit fontScale="90000"/>
          </a:bodyPr>
          <a:lstStyle/>
          <a:p>
            <a:r>
              <a:rPr lang="en-US" dirty="0">
                <a:solidFill>
                  <a:schemeClr val="tx1"/>
                </a:solidFill>
              </a:rPr>
              <a:t>Chapter 4</a:t>
            </a:r>
            <a:br>
              <a:rPr lang="en-US" dirty="0">
                <a:solidFill>
                  <a:schemeClr val="tx1"/>
                </a:solidFill>
              </a:rPr>
            </a:br>
            <a:r>
              <a:rPr lang="en-US" dirty="0">
                <a:solidFill>
                  <a:schemeClr val="tx1"/>
                </a:solidFill>
              </a:rPr>
              <a:t>Protocols and the </a:t>
            </a:r>
            <a:r>
              <a:rPr lang="en-US" dirty="0" err="1">
                <a:solidFill>
                  <a:schemeClr val="tx1"/>
                </a:solidFill>
              </a:rPr>
              <a:t>tcp</a:t>
            </a:r>
            <a:r>
              <a:rPr lang="en-US" dirty="0">
                <a:solidFill>
                  <a:schemeClr val="tx1"/>
                </a:solidFill>
              </a:rPr>
              <a:t>/</a:t>
            </a:r>
            <a:r>
              <a:rPr lang="en-US" dirty="0" err="1">
                <a:solidFill>
                  <a:schemeClr val="tx1"/>
                </a:solidFill>
              </a:rPr>
              <a:t>ip</a:t>
            </a:r>
            <a:r>
              <a:rPr lang="en-US" dirty="0">
                <a:solidFill>
                  <a:schemeClr val="tx1"/>
                </a:solidFill>
              </a:rPr>
              <a:t> </a:t>
            </a:r>
            <a:r>
              <a:rPr lang="en-US" dirty="0" smtClean="0">
                <a:solidFill>
                  <a:schemeClr val="tx1"/>
                </a:solidFill>
              </a:rPr>
              <a:t>suite</a:t>
            </a:r>
            <a:br>
              <a:rPr lang="en-US" dirty="0" smtClean="0">
                <a:solidFill>
                  <a:schemeClr val="tx1"/>
                </a:solidFill>
              </a:rPr>
            </a:br>
            <a:r>
              <a:rPr lang="en-US" dirty="0" smtClean="0">
                <a:solidFill>
                  <a:schemeClr val="tx1"/>
                </a:solidFill>
              </a:rPr>
              <a:t>Part_1</a:t>
            </a:r>
            <a:endParaRPr lang="en-US" dirty="0">
              <a:solidFill>
                <a:schemeClr val="tx1"/>
              </a:solidFill>
            </a:endParaRPr>
          </a:p>
        </p:txBody>
      </p:sp>
      <p:sp>
        <p:nvSpPr>
          <p:cNvPr id="7"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a:t>
            </a:fld>
            <a:endParaRPr lang="en-US" sz="1200" dirty="0">
              <a:latin typeface="Times New Roman"/>
              <a:cs typeface="Times New Roman"/>
            </a:endParaRPr>
          </a:p>
        </p:txBody>
      </p:sp>
    </p:spTree>
    <p:extLst>
      <p:ext uri="{BB962C8B-B14F-4D97-AF65-F5344CB8AC3E}">
        <p14:creationId xmlns="" xmlns:p14="http://schemas.microsoft.com/office/powerpoint/2010/main" val="1366282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p:txBody>
          <a:bodyPr>
            <a:normAutofit fontScale="90000"/>
          </a:bodyPr>
          <a:lstStyle/>
          <a:p>
            <a:r>
              <a:rPr lang="en-US" dirty="0"/>
              <a:t>Key Features of a Protocol</a:t>
            </a:r>
          </a:p>
        </p:txBody>
      </p:sp>
      <p:sp>
        <p:nvSpPr>
          <p:cNvPr id="251907" name="Rectangle 3"/>
          <p:cNvSpPr>
            <a:spLocks noGrp="1" noChangeArrowheads="1"/>
          </p:cNvSpPr>
          <p:nvPr>
            <p:ph idx="1"/>
          </p:nvPr>
        </p:nvSpPr>
        <p:spPr/>
        <p:txBody>
          <a:bodyPr>
            <a:normAutofit fontScale="85000" lnSpcReduction="10000"/>
          </a:bodyPr>
          <a:lstStyle/>
          <a:p>
            <a:r>
              <a:rPr lang="en-US" dirty="0"/>
              <a:t>Syntax</a:t>
            </a:r>
          </a:p>
          <a:p>
            <a:pPr lvl="1"/>
            <a:r>
              <a:rPr lang="en-US" sz="1900" dirty="0">
                <a:cs typeface="+mj-cs"/>
              </a:rPr>
              <a:t>Concerns the format of the data blocks,</a:t>
            </a:r>
            <a:r>
              <a:rPr lang="en-US" sz="1900" b="0" i="0" dirty="0">
                <a:solidFill>
                  <a:srgbClr val="2C2F34"/>
                </a:solidFill>
                <a:effectLst/>
                <a:latin typeface="Ubuntu"/>
                <a:cs typeface="+mj-cs"/>
              </a:rPr>
              <a:t> The term syntax refers to the structure or format of the data, </a:t>
            </a:r>
            <a:r>
              <a:rPr lang="en-US" sz="1900" b="1" i="0" dirty="0">
                <a:solidFill>
                  <a:srgbClr val="2C2F34"/>
                </a:solidFill>
                <a:effectLst/>
                <a:latin typeface="Ubuntu"/>
                <a:cs typeface="+mj-cs"/>
              </a:rPr>
              <a:t>meaning the order in which they are presented, for example, some protocol might expect the first 8 bits of data to be the address of the sender, the second 8 bits to be the address of the receiver, and the rest of the stream to be the message itself. </a:t>
            </a:r>
            <a:endParaRPr lang="en-US" sz="1900" b="1" dirty="0">
              <a:cs typeface="+mj-cs"/>
            </a:endParaRPr>
          </a:p>
          <a:p>
            <a:r>
              <a:rPr lang="en-US" dirty="0"/>
              <a:t>Semantics</a:t>
            </a:r>
          </a:p>
          <a:p>
            <a:pPr lvl="1"/>
            <a:r>
              <a:rPr lang="en-US" sz="2100" dirty="0">
                <a:cs typeface="+mj-cs"/>
              </a:rPr>
              <a:t>Includes control information for coordination and error handling,</a:t>
            </a:r>
            <a:r>
              <a:rPr lang="en-US" sz="2100" b="0" i="0" dirty="0">
                <a:solidFill>
                  <a:srgbClr val="2C2F34"/>
                </a:solidFill>
                <a:effectLst/>
                <a:latin typeface="Ubuntu"/>
                <a:cs typeface="+mj-cs"/>
              </a:rPr>
              <a:t> The word semantics refers to the meaning of each section of bits. How are a particular pattern to be interpreted, and what action is to be taken based on that interpretation? </a:t>
            </a:r>
            <a:r>
              <a:rPr lang="en-US" sz="2100" b="1" i="0" dirty="0">
                <a:solidFill>
                  <a:srgbClr val="2C2F34"/>
                </a:solidFill>
                <a:effectLst/>
                <a:latin typeface="Ubuntu"/>
                <a:cs typeface="+mj-cs"/>
              </a:rPr>
              <a:t>For example, does an address identify the route to be taken or the final destination of the message</a:t>
            </a:r>
            <a:r>
              <a:rPr lang="en-US" sz="2100" b="0" i="0" dirty="0">
                <a:solidFill>
                  <a:srgbClr val="2C2F34"/>
                </a:solidFill>
                <a:effectLst/>
                <a:latin typeface="Ubuntu"/>
                <a:cs typeface="+mj-cs"/>
              </a:rPr>
              <a:t>?</a:t>
            </a:r>
            <a:endParaRPr lang="en-US" sz="2100" dirty="0">
              <a:cs typeface="+mj-cs"/>
            </a:endParaRPr>
          </a:p>
          <a:p>
            <a:r>
              <a:rPr lang="en-US" dirty="0"/>
              <a:t>Timing</a:t>
            </a:r>
          </a:p>
          <a:p>
            <a:pPr lvl="1"/>
            <a:r>
              <a:rPr lang="en-US" dirty="0"/>
              <a:t>Includes speed matching and sequencing</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a:t>
            </a:fld>
            <a:endParaRPr lang="en-US" sz="1200" dirty="0">
              <a:latin typeface="Times New Roman"/>
              <a:cs typeface="Times New Roman"/>
            </a:endParaRPr>
          </a:p>
        </p:txBody>
      </p:sp>
    </p:spTree>
    <p:extLst>
      <p:ext uri="{BB962C8B-B14F-4D97-AF65-F5344CB8AC3E}">
        <p14:creationId xmlns="" xmlns:p14="http://schemas.microsoft.com/office/powerpoint/2010/main" val="407060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Rectangle 2"/>
          <p:cNvSpPr>
            <a:spLocks noGrp="1" noChangeArrowheads="1"/>
          </p:cNvSpPr>
          <p:nvPr>
            <p:ph type="title"/>
          </p:nvPr>
        </p:nvSpPr>
        <p:spPr/>
        <p:txBody>
          <a:bodyPr>
            <a:normAutofit fontScale="90000"/>
          </a:bodyPr>
          <a:lstStyle/>
          <a:p>
            <a:r>
              <a:rPr lang="en-US" dirty="0"/>
              <a:t>Agents Involved in Communication</a:t>
            </a:r>
          </a:p>
        </p:txBody>
      </p:sp>
      <p:sp>
        <p:nvSpPr>
          <p:cNvPr id="253955" name="Rectangle 3"/>
          <p:cNvSpPr>
            <a:spLocks noGrp="1" noChangeArrowheads="1"/>
          </p:cNvSpPr>
          <p:nvPr>
            <p:ph idx="1"/>
          </p:nvPr>
        </p:nvSpPr>
        <p:spPr/>
        <p:txBody>
          <a:bodyPr/>
          <a:lstStyle/>
          <a:p>
            <a:pPr>
              <a:lnSpc>
                <a:spcPct val="90000"/>
              </a:lnSpc>
            </a:pPr>
            <a:r>
              <a:rPr lang="en-US" dirty="0"/>
              <a:t>Applications</a:t>
            </a:r>
          </a:p>
          <a:p>
            <a:pPr lvl="1">
              <a:lnSpc>
                <a:spcPct val="90000"/>
              </a:lnSpc>
            </a:pPr>
            <a:r>
              <a:rPr lang="en-US" dirty="0"/>
              <a:t>Exchange data between computers (e.g., electronic mail)</a:t>
            </a:r>
          </a:p>
          <a:p>
            <a:pPr>
              <a:lnSpc>
                <a:spcPct val="90000"/>
              </a:lnSpc>
            </a:pPr>
            <a:r>
              <a:rPr lang="en-US" dirty="0"/>
              <a:t>Computers</a:t>
            </a:r>
          </a:p>
          <a:p>
            <a:pPr lvl="1">
              <a:lnSpc>
                <a:spcPct val="90000"/>
              </a:lnSpc>
            </a:pPr>
            <a:r>
              <a:rPr lang="en-US" dirty="0"/>
              <a:t>Connected to networks</a:t>
            </a:r>
          </a:p>
          <a:p>
            <a:pPr>
              <a:lnSpc>
                <a:spcPct val="90000"/>
              </a:lnSpc>
            </a:pPr>
            <a:r>
              <a:rPr lang="en-US" dirty="0"/>
              <a:t>Networks</a:t>
            </a:r>
          </a:p>
          <a:p>
            <a:pPr lvl="1">
              <a:lnSpc>
                <a:spcPct val="90000"/>
              </a:lnSpc>
            </a:pPr>
            <a:r>
              <a:rPr lang="en-US" dirty="0"/>
              <a:t>Transfers data from one computer to another</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3</a:t>
            </a:fld>
            <a:endParaRPr lang="en-US" sz="1200" dirty="0">
              <a:latin typeface="Times New Roman"/>
              <a:cs typeface="Times New Roman"/>
            </a:endParaRPr>
          </a:p>
        </p:txBody>
      </p:sp>
    </p:spTree>
    <p:extLst>
      <p:ext uri="{BB962C8B-B14F-4D97-AF65-F5344CB8AC3E}">
        <p14:creationId xmlns="" xmlns:p14="http://schemas.microsoft.com/office/powerpoint/2010/main" val="4053270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4.1 TCP/IP Concepts</a:t>
            </a:r>
          </a:p>
        </p:txBody>
      </p:sp>
      <p:pic>
        <p:nvPicPr>
          <p:cNvPr id="8" name="Picture Placeholder 7" descr="Ch04fig01.eps">
            <a:hlinkClick r:id="rId2"/>
          </p:cNvPr>
          <p:cNvPicPr>
            <a:picLocks noGrp="1" noChangeAspect="1"/>
          </p:cNvPicPr>
          <p:nvPr>
            <p:ph type="pic" idx="1"/>
          </p:nvPr>
        </p:nvPicPr>
        <p:blipFill>
          <a:blip r:embed="rId3">
            <a:extLst>
              <a:ext uri="{28A0092B-C50C-407E-A947-70E740481C1C}">
                <a14:useLocalDpi xmlns="" xmlns:a14="http://schemas.microsoft.com/office/drawing/2010/main" val="0"/>
              </a:ext>
            </a:extLst>
          </a:blip>
          <a:srcRect l="-993" r="-993"/>
          <a:stretch>
            <a:fillRect/>
          </a:stretch>
        </p:blipFill>
        <p:spPr/>
      </p:pic>
      <p:sp>
        <p:nvSpPr>
          <p:cNvPr id="6" name="Text Placeholder 5"/>
          <p:cNvSpPr>
            <a:spLocks noGrp="1"/>
          </p:cNvSpPr>
          <p:nvPr>
            <p:ph type="body" sz="half" idx="2"/>
          </p:nvPr>
        </p:nvSpPr>
        <p:spPr/>
        <p:txBody>
          <a:bodyPr/>
          <a:lstStyle/>
          <a:p>
            <a:endParaRPr lang="en-US"/>
          </a:p>
        </p:txBody>
      </p:sp>
      <p:sp>
        <p:nvSpPr>
          <p:cNvPr id="7" name="Slide Number Placeholder 5"/>
          <p:cNvSpPr>
            <a:spLocks noGrp="1"/>
          </p:cNvSpPr>
          <p:nvPr>
            <p:ph type="sldNum" sz="quarter" idx="4"/>
          </p:nvPr>
        </p:nvSpPr>
        <p:spPr>
          <a:xfrm>
            <a:off x="5449455" y="6356350"/>
            <a:ext cx="3237345" cy="365125"/>
          </a:xfrm>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4</a:t>
            </a:fld>
            <a:endParaRPr lang="en-US" sz="1200" dirty="0">
              <a:latin typeface="Times New Roman"/>
              <a:cs typeface="Times New Roman"/>
            </a:endParaRPr>
          </a:p>
        </p:txBody>
      </p:sp>
      <p:pic>
        <p:nvPicPr>
          <p:cNvPr id="2" name="Picture 1" descr="4_1_tcp_ip_concepts.tif"/>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461818" y="6264274"/>
            <a:ext cx="457200" cy="457200"/>
          </a:xfrm>
          <a:prstGeom prst="rect">
            <a:avLst/>
          </a:prstGeom>
        </p:spPr>
      </p:pic>
    </p:spTree>
    <p:extLst>
      <p:ext uri="{BB962C8B-B14F-4D97-AF65-F5344CB8AC3E}">
        <p14:creationId xmlns="" xmlns:p14="http://schemas.microsoft.com/office/powerpoint/2010/main" val="795303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Rectangle 2"/>
          <p:cNvSpPr>
            <a:spLocks noGrp="1" noChangeArrowheads="1"/>
          </p:cNvSpPr>
          <p:nvPr>
            <p:ph type="title"/>
          </p:nvPr>
        </p:nvSpPr>
        <p:spPr/>
        <p:txBody>
          <a:bodyPr/>
          <a:lstStyle/>
          <a:p>
            <a:r>
              <a:rPr lang="en-US" dirty="0"/>
              <a:t>TCP/IP Layers</a:t>
            </a:r>
          </a:p>
        </p:txBody>
      </p:sp>
      <p:sp>
        <p:nvSpPr>
          <p:cNvPr id="256003" name="Rectangle 3"/>
          <p:cNvSpPr>
            <a:spLocks noGrp="1" noChangeArrowheads="1"/>
          </p:cNvSpPr>
          <p:nvPr>
            <p:ph idx="1"/>
          </p:nvPr>
        </p:nvSpPr>
        <p:spPr/>
        <p:txBody>
          <a:bodyPr/>
          <a:lstStyle/>
          <a:p>
            <a:pPr marL="514350" indent="-514350">
              <a:buFont typeface="+mj-lt"/>
              <a:buAutoNum type="arabicPeriod"/>
            </a:pPr>
            <a:r>
              <a:rPr lang="en-US" dirty="0"/>
              <a:t>Physical layer</a:t>
            </a:r>
          </a:p>
          <a:p>
            <a:pPr marL="514350" indent="-514350">
              <a:buFont typeface="+mj-lt"/>
              <a:buAutoNum type="arabicPeriod"/>
            </a:pPr>
            <a:r>
              <a:rPr lang="en-US" dirty="0"/>
              <a:t>Network access layer  (data link layer)</a:t>
            </a:r>
          </a:p>
          <a:p>
            <a:pPr marL="514350" indent="-514350">
              <a:buFont typeface="+mj-lt"/>
              <a:buAutoNum type="arabicPeriod"/>
            </a:pPr>
            <a:r>
              <a:rPr lang="en-US" dirty="0"/>
              <a:t>Internet layer  (network layer)</a:t>
            </a:r>
          </a:p>
          <a:p>
            <a:pPr marL="514350" indent="-514350">
              <a:buFont typeface="+mj-lt"/>
              <a:buAutoNum type="arabicPeriod"/>
            </a:pPr>
            <a:r>
              <a:rPr lang="en-US" dirty="0"/>
              <a:t>Host-to-host, or transport layer</a:t>
            </a:r>
          </a:p>
          <a:p>
            <a:pPr marL="514350" indent="-514350">
              <a:buFont typeface="+mj-lt"/>
              <a:buAutoNum type="arabicPeriod"/>
            </a:pPr>
            <a:r>
              <a:rPr lang="en-US" dirty="0"/>
              <a:t>Application layer</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5</a:t>
            </a:fld>
            <a:endParaRPr lang="en-US" sz="1200" dirty="0">
              <a:latin typeface="Times New Roman"/>
              <a:cs typeface="Times New Roman"/>
            </a:endParaRPr>
          </a:p>
        </p:txBody>
      </p:sp>
    </p:spTree>
    <p:extLst>
      <p:ext uri="{BB962C8B-B14F-4D97-AF65-F5344CB8AC3E}">
        <p14:creationId xmlns="" xmlns:p14="http://schemas.microsoft.com/office/powerpoint/2010/main" val="2375362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a:t>4.2 Protocol Data Units (PDUs) in the TCP/IP Architecture</a:t>
            </a:r>
          </a:p>
        </p:txBody>
      </p:sp>
      <p:pic>
        <p:nvPicPr>
          <p:cNvPr id="2" name="Picture Placeholder 1" descr="Ch04fig02.eps">
            <a:hlinkClick r:id="rId2"/>
          </p:cNvPr>
          <p:cNvPicPr>
            <a:picLocks noGrp="1" noChangeAspect="1"/>
          </p:cNvPicPr>
          <p:nvPr>
            <p:ph type="pic" idx="1"/>
          </p:nvPr>
        </p:nvPicPr>
        <p:blipFill>
          <a:blip r:embed="rId3">
            <a:extLst>
              <a:ext uri="{28A0092B-C50C-407E-A947-70E740481C1C}">
                <a14:useLocalDpi xmlns="" xmlns:a14="http://schemas.microsoft.com/office/drawing/2010/main" val="0"/>
              </a:ext>
            </a:extLst>
          </a:blip>
          <a:srcRect t="-4819" b="-4819"/>
          <a:stretch>
            <a:fillRect/>
          </a:stretch>
        </p:blipFill>
        <p:spPr/>
      </p:pic>
      <p:sp>
        <p:nvSpPr>
          <p:cNvPr id="6" name="Text Placeholder 5"/>
          <p:cNvSpPr>
            <a:spLocks noGrp="1"/>
          </p:cNvSpPr>
          <p:nvPr>
            <p:ph type="body" sz="half" idx="2"/>
          </p:nvPr>
        </p:nvSpPr>
        <p:spPr/>
        <p:txBody>
          <a:bodyPr/>
          <a:lstStyle/>
          <a:p>
            <a:endParaRPr lang="en-US"/>
          </a:p>
        </p:txBody>
      </p:sp>
      <p:sp>
        <p:nvSpPr>
          <p:cNvPr id="7" name="Slide Number Placeholder 5"/>
          <p:cNvSpPr>
            <a:spLocks noGrp="1"/>
          </p:cNvSpPr>
          <p:nvPr>
            <p:ph type="sldNum" sz="quarter" idx="4"/>
          </p:nvPr>
        </p:nvSpPr>
        <p:spPr>
          <a:xfrm>
            <a:off x="5449455" y="6356350"/>
            <a:ext cx="3237345" cy="365125"/>
          </a:xfrm>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6</a:t>
            </a:fld>
            <a:endParaRPr lang="en-US" sz="1200" dirty="0">
              <a:latin typeface="Times New Roman"/>
              <a:cs typeface="Times New Roman"/>
            </a:endParaRPr>
          </a:p>
        </p:txBody>
      </p:sp>
      <p:pic>
        <p:nvPicPr>
          <p:cNvPr id="3" name="Picture 2" descr="4_2_protocol_data_units_in_the_tcp_ip_architecture.tif"/>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466260" y="6264274"/>
            <a:ext cx="457200" cy="457200"/>
          </a:xfrm>
          <a:prstGeom prst="rect">
            <a:avLst/>
          </a:prstGeom>
        </p:spPr>
      </p:pic>
    </p:spTree>
    <p:extLst>
      <p:ext uri="{BB962C8B-B14F-4D97-AF65-F5344CB8AC3E}">
        <p14:creationId xmlns="" xmlns:p14="http://schemas.microsoft.com/office/powerpoint/2010/main" val="2399707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p:txBody>
          <a:bodyPr/>
          <a:lstStyle/>
          <a:p>
            <a:r>
              <a:rPr lang="en-US" dirty="0"/>
              <a:t>TCP/IP Physical Layer</a:t>
            </a:r>
          </a:p>
        </p:txBody>
      </p:sp>
      <p:sp>
        <p:nvSpPr>
          <p:cNvPr id="257027" name="Rectangle 3"/>
          <p:cNvSpPr>
            <a:spLocks noGrp="1" noChangeArrowheads="1"/>
          </p:cNvSpPr>
          <p:nvPr>
            <p:ph idx="1"/>
          </p:nvPr>
        </p:nvSpPr>
        <p:spPr/>
        <p:txBody>
          <a:bodyPr/>
          <a:lstStyle/>
          <a:p>
            <a:pPr>
              <a:lnSpc>
                <a:spcPct val="90000"/>
              </a:lnSpc>
            </a:pPr>
            <a:r>
              <a:rPr lang="en-US" dirty="0"/>
              <a:t>Covers the physical interface between a data transmission device and a</a:t>
            </a:r>
            <a:br>
              <a:rPr lang="en-US" dirty="0"/>
            </a:br>
            <a:r>
              <a:rPr lang="en-US" dirty="0"/>
              <a:t>transmission medium or network</a:t>
            </a:r>
          </a:p>
          <a:p>
            <a:pPr>
              <a:lnSpc>
                <a:spcPct val="90000"/>
              </a:lnSpc>
            </a:pPr>
            <a:r>
              <a:rPr lang="en-US" dirty="0"/>
              <a:t>Physical layer specifies:</a:t>
            </a:r>
          </a:p>
          <a:p>
            <a:pPr lvl="1">
              <a:lnSpc>
                <a:spcPct val="90000"/>
              </a:lnSpc>
            </a:pPr>
            <a:r>
              <a:rPr lang="en-US" dirty="0"/>
              <a:t>Characteristics of the transmission medium</a:t>
            </a:r>
          </a:p>
          <a:p>
            <a:pPr lvl="1">
              <a:lnSpc>
                <a:spcPct val="90000"/>
              </a:lnSpc>
            </a:pPr>
            <a:r>
              <a:rPr lang="en-US" dirty="0"/>
              <a:t>The nature of the signals</a:t>
            </a:r>
          </a:p>
          <a:p>
            <a:pPr lvl="1">
              <a:lnSpc>
                <a:spcPct val="90000"/>
              </a:lnSpc>
            </a:pPr>
            <a:r>
              <a:rPr lang="en-US" dirty="0"/>
              <a:t>The data rate</a:t>
            </a:r>
          </a:p>
          <a:p>
            <a:pPr lvl="1">
              <a:lnSpc>
                <a:spcPct val="90000"/>
              </a:lnSpc>
            </a:pPr>
            <a:r>
              <a:rPr lang="en-US" dirty="0"/>
              <a:t>Other related matters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7</a:t>
            </a:fld>
            <a:endParaRPr lang="en-US" sz="1200" dirty="0">
              <a:latin typeface="Times New Roman"/>
              <a:cs typeface="Times New Roman"/>
            </a:endParaRPr>
          </a:p>
        </p:txBody>
      </p:sp>
    </p:spTree>
    <p:extLst>
      <p:ext uri="{BB962C8B-B14F-4D97-AF65-F5344CB8AC3E}">
        <p14:creationId xmlns="" xmlns:p14="http://schemas.microsoft.com/office/powerpoint/2010/main" val="2335777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normAutofit fontScale="90000"/>
          </a:bodyPr>
          <a:lstStyle/>
          <a:p>
            <a:r>
              <a:rPr lang="en-US" dirty="0"/>
              <a:t>TCP/IP Network Access Layer</a:t>
            </a:r>
          </a:p>
        </p:txBody>
      </p:sp>
      <p:sp>
        <p:nvSpPr>
          <p:cNvPr id="258051" name="Rectangle 3"/>
          <p:cNvSpPr>
            <a:spLocks noGrp="1" noChangeArrowheads="1"/>
          </p:cNvSpPr>
          <p:nvPr>
            <p:ph idx="1"/>
          </p:nvPr>
        </p:nvSpPr>
        <p:spPr/>
        <p:txBody>
          <a:bodyPr/>
          <a:lstStyle/>
          <a:p>
            <a:r>
              <a:rPr lang="en-US" sz="2800" dirty="0"/>
              <a:t>Concerned with the exchange of data between an end system and the network to which it's attached</a:t>
            </a:r>
          </a:p>
          <a:p>
            <a:r>
              <a:rPr lang="en-US" sz="2800" dirty="0"/>
              <a:t>Software used depends on type of network</a:t>
            </a:r>
          </a:p>
          <a:p>
            <a:pPr lvl="1"/>
            <a:r>
              <a:rPr lang="en-US" sz="2400" dirty="0"/>
              <a:t>Circuit switching</a:t>
            </a:r>
          </a:p>
          <a:p>
            <a:pPr lvl="1"/>
            <a:r>
              <a:rPr lang="en-US" sz="2400" dirty="0"/>
              <a:t>Packet switching (e.g., X.25)</a:t>
            </a:r>
          </a:p>
          <a:p>
            <a:pPr lvl="1"/>
            <a:r>
              <a:rPr lang="en-US" sz="2400" dirty="0"/>
              <a:t>LANs (e.g., Ethernet)</a:t>
            </a:r>
          </a:p>
          <a:p>
            <a:pPr lvl="1"/>
            <a:r>
              <a:rPr lang="en-US" sz="2400" dirty="0"/>
              <a:t>Others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8</a:t>
            </a:fld>
            <a:endParaRPr lang="en-US" sz="1200" dirty="0">
              <a:latin typeface="Times New Roman"/>
              <a:cs typeface="Times New Roman"/>
            </a:endParaRPr>
          </a:p>
        </p:txBody>
      </p:sp>
    </p:spTree>
    <p:extLst>
      <p:ext uri="{BB962C8B-B14F-4D97-AF65-F5344CB8AC3E}">
        <p14:creationId xmlns="" xmlns:p14="http://schemas.microsoft.com/office/powerpoint/2010/main" val="2572481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Rectangle 2"/>
          <p:cNvSpPr>
            <a:spLocks noGrp="1" noChangeArrowheads="1"/>
          </p:cNvSpPr>
          <p:nvPr>
            <p:ph type="title"/>
          </p:nvPr>
        </p:nvSpPr>
        <p:spPr/>
        <p:txBody>
          <a:bodyPr/>
          <a:lstStyle/>
          <a:p>
            <a:r>
              <a:rPr lang="en-US" dirty="0"/>
              <a:t>TCP/IP Internet Layer</a:t>
            </a:r>
          </a:p>
        </p:txBody>
      </p:sp>
      <p:sp>
        <p:nvSpPr>
          <p:cNvPr id="259075" name="Rectangle 3"/>
          <p:cNvSpPr>
            <a:spLocks noGrp="1" noChangeArrowheads="1"/>
          </p:cNvSpPr>
          <p:nvPr>
            <p:ph idx="1"/>
          </p:nvPr>
        </p:nvSpPr>
        <p:spPr/>
        <p:txBody>
          <a:bodyPr/>
          <a:lstStyle/>
          <a:p>
            <a:r>
              <a:rPr lang="en-US" dirty="0"/>
              <a:t>Uses internet protocol (IP)</a:t>
            </a:r>
          </a:p>
          <a:p>
            <a:r>
              <a:rPr lang="en-US" dirty="0"/>
              <a:t>Provides routing functions to allow data to traverse multiple interconnected networks</a:t>
            </a:r>
          </a:p>
          <a:p>
            <a:r>
              <a:rPr lang="en-US" dirty="0"/>
              <a:t>Implemented in end systems </a:t>
            </a:r>
            <a:r>
              <a:rPr lang="en-US" i="1" dirty="0"/>
              <a:t>and</a:t>
            </a:r>
            <a:r>
              <a:rPr lang="en-US" dirty="0"/>
              <a:t> routers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9</a:t>
            </a:fld>
            <a:endParaRPr lang="en-US" sz="1200" dirty="0">
              <a:latin typeface="Times New Roman"/>
              <a:cs typeface="Times New Roman"/>
            </a:endParaRPr>
          </a:p>
        </p:txBody>
      </p:sp>
    </p:spTree>
    <p:extLst>
      <p:ext uri="{BB962C8B-B14F-4D97-AF65-F5344CB8AC3E}">
        <p14:creationId xmlns="" xmlns:p14="http://schemas.microsoft.com/office/powerpoint/2010/main" val="757266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nvPr>
        </p:nvSpPr>
        <p:spPr/>
        <p:txBody>
          <a:bodyPr>
            <a:normAutofit fontScale="90000"/>
          </a:bodyPr>
          <a:lstStyle/>
          <a:p>
            <a:r>
              <a:rPr lang="en-US" dirty="0"/>
              <a:t>TCP/IP Host-to-Host, or Transport Layer</a:t>
            </a:r>
          </a:p>
        </p:txBody>
      </p:sp>
      <p:sp>
        <p:nvSpPr>
          <p:cNvPr id="260099" name="Rectangle 3"/>
          <p:cNvSpPr>
            <a:spLocks noGrp="1" noChangeArrowheads="1"/>
          </p:cNvSpPr>
          <p:nvPr>
            <p:ph idx="1"/>
          </p:nvPr>
        </p:nvSpPr>
        <p:spPr/>
        <p:txBody>
          <a:bodyPr/>
          <a:lstStyle/>
          <a:p>
            <a:r>
              <a:rPr lang="en-US" dirty="0"/>
              <a:t>Commonly uses transmission control protocol (tcp)</a:t>
            </a:r>
          </a:p>
          <a:p>
            <a:r>
              <a:rPr lang="en-US" dirty="0"/>
              <a:t>Provides reliability during data exchange</a:t>
            </a:r>
          </a:p>
          <a:p>
            <a:pPr lvl="1"/>
            <a:r>
              <a:rPr lang="en-US" dirty="0"/>
              <a:t>Completeness</a:t>
            </a:r>
          </a:p>
          <a:p>
            <a:pPr lvl="1"/>
            <a:r>
              <a:rPr lang="en-US" dirty="0"/>
              <a:t>Order</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10</a:t>
            </a:fld>
            <a:endParaRPr lang="en-US" sz="1200" dirty="0">
              <a:latin typeface="Times New Roman"/>
              <a:cs typeface="Times New Roman"/>
            </a:endParaRPr>
          </a:p>
        </p:txBody>
      </p:sp>
    </p:spTree>
    <p:extLst>
      <p:ext uri="{BB962C8B-B14F-4D97-AF65-F5344CB8AC3E}">
        <p14:creationId xmlns="" xmlns:p14="http://schemas.microsoft.com/office/powerpoint/2010/main" val="1245317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Rectangle 2"/>
          <p:cNvSpPr>
            <a:spLocks noGrp="1" noChangeArrowheads="1"/>
          </p:cNvSpPr>
          <p:nvPr>
            <p:ph type="title"/>
          </p:nvPr>
        </p:nvSpPr>
        <p:spPr/>
        <p:txBody>
          <a:bodyPr/>
          <a:lstStyle/>
          <a:p>
            <a:r>
              <a:rPr lang="en-US" dirty="0"/>
              <a:t>TCP/IP Application Layer</a:t>
            </a:r>
          </a:p>
        </p:txBody>
      </p:sp>
      <p:sp>
        <p:nvSpPr>
          <p:cNvPr id="261123" name="Rectangle 3"/>
          <p:cNvSpPr>
            <a:spLocks noGrp="1" noChangeArrowheads="1"/>
          </p:cNvSpPr>
          <p:nvPr>
            <p:ph idx="1"/>
          </p:nvPr>
        </p:nvSpPr>
        <p:spPr/>
        <p:txBody>
          <a:bodyPr/>
          <a:lstStyle/>
          <a:p>
            <a:r>
              <a:rPr lang="en-US" dirty="0"/>
              <a:t>Logic supports user applications</a:t>
            </a:r>
          </a:p>
          <a:p>
            <a:r>
              <a:rPr lang="en-US" dirty="0"/>
              <a:t>Uses separate modules that are peculiar to each different type of application</a:t>
            </a:r>
          </a:p>
        </p:txBody>
      </p:sp>
      <p:sp>
        <p:nvSpPr>
          <p:cNvPr id="4" name="Slide Number Placeholder 5"/>
          <p:cNvSpPr>
            <a:spLocks noGrp="1"/>
          </p:cNvSpPr>
          <p:nvPr>
            <p:ph type="sldNum" sz="quarter" idx="12"/>
          </p:nvPr>
        </p:nvSpPr>
        <p:spPr>
          <a:xfrm>
            <a:off x="5449455" y="6356350"/>
            <a:ext cx="3237345" cy="365125"/>
          </a:xfrm>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11</a:t>
            </a:fld>
            <a:endParaRPr lang="en-US" sz="1200" dirty="0">
              <a:latin typeface="Times New Roman"/>
              <a:cs typeface="Times New Roman"/>
            </a:endParaRPr>
          </a:p>
        </p:txBody>
      </p:sp>
    </p:spTree>
    <p:extLst>
      <p:ext uri="{BB962C8B-B14F-4D97-AF65-F5344CB8AC3E}">
        <p14:creationId xmlns="" xmlns:p14="http://schemas.microsoft.com/office/powerpoint/2010/main" val="2905819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normAutofit fontScale="90000"/>
          </a:bodyPr>
          <a:lstStyle/>
          <a:p>
            <a:r>
              <a:rPr lang="en-US" dirty="0"/>
              <a:t>Common TCP/IP Applications</a:t>
            </a:r>
          </a:p>
        </p:txBody>
      </p:sp>
      <p:sp>
        <p:nvSpPr>
          <p:cNvPr id="269315" name="Rectangle 3"/>
          <p:cNvSpPr>
            <a:spLocks noGrp="1" noChangeArrowheads="1"/>
          </p:cNvSpPr>
          <p:nvPr>
            <p:ph idx="1"/>
          </p:nvPr>
        </p:nvSpPr>
        <p:spPr/>
        <p:txBody>
          <a:bodyPr/>
          <a:lstStyle/>
          <a:p>
            <a:r>
              <a:rPr lang="en-US" dirty="0"/>
              <a:t>Simple mail transfer protocol (SMTP)</a:t>
            </a:r>
          </a:p>
          <a:p>
            <a:pPr lvl="1"/>
            <a:r>
              <a:rPr lang="en-US" dirty="0"/>
              <a:t>Provides a basic electronic mail facility</a:t>
            </a:r>
          </a:p>
          <a:p>
            <a:r>
              <a:rPr lang="en-US" dirty="0"/>
              <a:t>File Transfer Protocol (FTP)</a:t>
            </a:r>
          </a:p>
          <a:p>
            <a:pPr lvl="1"/>
            <a:r>
              <a:rPr lang="en-US" dirty="0"/>
              <a:t>Allows files to be sent from one system to another</a:t>
            </a:r>
          </a:p>
          <a:p>
            <a:r>
              <a:rPr lang="en-US" dirty="0"/>
              <a:t>Hypertext Transfer Protocol (HTTP)</a:t>
            </a:r>
          </a:p>
          <a:p>
            <a:pPr lvl="1"/>
            <a:r>
              <a:rPr lang="en-US" dirty="0"/>
              <a:t>Transfers information for the World Wide Web</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12</a:t>
            </a:fld>
            <a:endParaRPr lang="en-US" sz="1200" dirty="0">
              <a:latin typeface="Times New Roman"/>
              <a:cs typeface="Times New Roman"/>
            </a:endParaRPr>
          </a:p>
        </p:txBody>
      </p:sp>
    </p:spTree>
    <p:extLst>
      <p:ext uri="{BB962C8B-B14F-4D97-AF65-F5344CB8AC3E}">
        <p14:creationId xmlns="" xmlns:p14="http://schemas.microsoft.com/office/powerpoint/2010/main" val="1574874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p:cNvSpPr>
            <a:spLocks noGrp="1" noChangeArrowheads="1"/>
          </p:cNvSpPr>
          <p:nvPr>
            <p:ph type="title"/>
          </p:nvPr>
        </p:nvSpPr>
        <p:spPr/>
        <p:txBody>
          <a:bodyPr/>
          <a:lstStyle/>
          <a:p>
            <a:r>
              <a:rPr lang="en-US" dirty="0"/>
              <a:t>Layers of the OSI Model</a:t>
            </a:r>
          </a:p>
        </p:txBody>
      </p:sp>
      <p:sp>
        <p:nvSpPr>
          <p:cNvPr id="270339" name="Rectangle 3"/>
          <p:cNvSpPr>
            <a:spLocks noGrp="1" noChangeArrowheads="1"/>
          </p:cNvSpPr>
          <p:nvPr>
            <p:ph idx="1"/>
          </p:nvPr>
        </p:nvSpPr>
        <p:spPr/>
        <p:txBody>
          <a:bodyPr/>
          <a:lstStyle/>
          <a:p>
            <a:pPr marL="514350" indent="-514350">
              <a:buFont typeface="+mj-lt"/>
              <a:buAutoNum type="arabicPeriod"/>
            </a:pPr>
            <a:r>
              <a:rPr lang="en-US" dirty="0"/>
              <a:t>Application</a:t>
            </a:r>
          </a:p>
          <a:p>
            <a:pPr marL="514350" indent="-514350">
              <a:buFont typeface="+mj-lt"/>
              <a:buAutoNum type="arabicPeriod"/>
            </a:pPr>
            <a:r>
              <a:rPr lang="en-US" dirty="0"/>
              <a:t>Presentation</a:t>
            </a:r>
          </a:p>
          <a:p>
            <a:pPr marL="514350" indent="-514350">
              <a:buFont typeface="+mj-lt"/>
              <a:buAutoNum type="arabicPeriod"/>
            </a:pPr>
            <a:r>
              <a:rPr lang="en-US" dirty="0"/>
              <a:t>Session</a:t>
            </a:r>
          </a:p>
          <a:p>
            <a:pPr marL="514350" indent="-514350">
              <a:buFont typeface="+mj-lt"/>
              <a:buAutoNum type="arabicPeriod"/>
            </a:pPr>
            <a:r>
              <a:rPr lang="en-US" dirty="0"/>
              <a:t>Transport</a:t>
            </a:r>
          </a:p>
          <a:p>
            <a:pPr marL="514350" indent="-514350">
              <a:buFont typeface="+mj-lt"/>
              <a:buAutoNum type="arabicPeriod"/>
            </a:pPr>
            <a:r>
              <a:rPr lang="en-US" dirty="0"/>
              <a:t>Network</a:t>
            </a:r>
          </a:p>
          <a:p>
            <a:pPr marL="514350" indent="-514350">
              <a:buFont typeface="+mj-lt"/>
              <a:buAutoNum type="arabicPeriod"/>
            </a:pPr>
            <a:r>
              <a:rPr lang="en-US" dirty="0"/>
              <a:t>Data link</a:t>
            </a:r>
          </a:p>
          <a:p>
            <a:pPr marL="514350" indent="-514350">
              <a:buFont typeface="+mj-lt"/>
              <a:buAutoNum type="arabicPeriod"/>
            </a:pPr>
            <a:r>
              <a:rPr lang="en-US" dirty="0"/>
              <a:t>Physical</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13</a:t>
            </a:fld>
            <a:endParaRPr lang="en-US" sz="1200" dirty="0">
              <a:latin typeface="Times New Roman"/>
              <a:cs typeface="Times New Roman"/>
            </a:endParaRPr>
          </a:p>
        </p:txBody>
      </p:sp>
    </p:spTree>
    <p:extLst>
      <p:ext uri="{BB962C8B-B14F-4D97-AF65-F5344CB8AC3E}">
        <p14:creationId xmlns="" xmlns:p14="http://schemas.microsoft.com/office/powerpoint/2010/main" val="766032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4.3 The OSI Layers</a:t>
            </a:r>
          </a:p>
        </p:txBody>
      </p:sp>
      <p:pic>
        <p:nvPicPr>
          <p:cNvPr id="2" name="Picture Placeholder 1" descr="Ch04fig03.eps">
            <a:hlinkClick r:id="rId2"/>
          </p:cNvPr>
          <p:cNvPicPr>
            <a:picLocks noGrp="1" noChangeAspect="1"/>
          </p:cNvPicPr>
          <p:nvPr>
            <p:ph type="pic" idx="1"/>
          </p:nvPr>
        </p:nvPicPr>
        <p:blipFill>
          <a:blip r:embed="rId3">
            <a:extLst>
              <a:ext uri="{28A0092B-C50C-407E-A947-70E740481C1C}">
                <a14:useLocalDpi xmlns="" xmlns:a14="http://schemas.microsoft.com/office/drawing/2010/main" val="0"/>
              </a:ext>
            </a:extLst>
          </a:blip>
          <a:srcRect l="-80805" r="-80805"/>
          <a:stretch>
            <a:fillRect/>
          </a:stretch>
        </p:blipFill>
        <p:spPr/>
      </p:pic>
      <p:sp>
        <p:nvSpPr>
          <p:cNvPr id="6" name="Text Placeholder 5"/>
          <p:cNvSpPr>
            <a:spLocks noGrp="1"/>
          </p:cNvSpPr>
          <p:nvPr>
            <p:ph type="body" sz="half" idx="2"/>
          </p:nvPr>
        </p:nvSpPr>
        <p:spPr/>
        <p:txBody>
          <a:bodyPr/>
          <a:lstStyle/>
          <a:p>
            <a:endParaRPr lang="en-US"/>
          </a:p>
        </p:txBody>
      </p:sp>
      <p:sp>
        <p:nvSpPr>
          <p:cNvPr id="7" name="Slide Number Placeholder 5"/>
          <p:cNvSpPr>
            <a:spLocks noGrp="1"/>
          </p:cNvSpPr>
          <p:nvPr>
            <p:ph type="sldNum" sz="quarter" idx="4"/>
          </p:nvPr>
        </p:nvSpPr>
        <p:spPr>
          <a:xfrm>
            <a:off x="5449455" y="6356350"/>
            <a:ext cx="3237345" cy="365125"/>
          </a:xfrm>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14</a:t>
            </a:fld>
            <a:endParaRPr lang="en-US" sz="1200" dirty="0">
              <a:latin typeface="Times New Roman"/>
              <a:cs typeface="Times New Roman"/>
            </a:endParaRPr>
          </a:p>
        </p:txBody>
      </p:sp>
      <p:pic>
        <p:nvPicPr>
          <p:cNvPr id="3" name="Picture 2" descr="4_3_example_of_tcp_credit_allocation_mechanism.tif"/>
          <p:cNvPicPr>
            <a:picLocks noChangeAspect="1"/>
          </p:cNvPicPr>
          <p:nvPr/>
        </p:nvPicPr>
        <p:blipFill>
          <a:blip r:embed="rId4">
            <a:extLst>
              <a:ext uri="{28A0092B-C50C-407E-A947-70E740481C1C}">
                <a14:useLocalDpi xmlns="" xmlns:a14="http://schemas.microsoft.com/office/drawing/2010/main" val="0"/>
              </a:ext>
            </a:extLst>
          </a:blip>
          <a:stretch>
            <a:fillRect/>
          </a:stretch>
        </p:blipFill>
        <p:spPr>
          <a:xfrm>
            <a:off x="465287" y="6264274"/>
            <a:ext cx="457200" cy="457200"/>
          </a:xfrm>
          <a:prstGeom prst="rect">
            <a:avLst/>
          </a:prstGeom>
        </p:spPr>
      </p:pic>
    </p:spTree>
    <p:extLst>
      <p:ext uri="{BB962C8B-B14F-4D97-AF65-F5344CB8AC3E}">
        <p14:creationId xmlns="" xmlns:p14="http://schemas.microsoft.com/office/powerpoint/2010/main" val="1284042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p:cNvSpPr>
            <a:spLocks noGrp="1" noChangeArrowheads="1"/>
          </p:cNvSpPr>
          <p:nvPr>
            <p:ph type="title"/>
          </p:nvPr>
        </p:nvSpPr>
        <p:spPr/>
        <p:txBody>
          <a:bodyPr/>
          <a:lstStyle/>
          <a:p>
            <a:r>
              <a:rPr lang="en-US" dirty="0"/>
              <a:t>OSI Application Layer</a:t>
            </a:r>
          </a:p>
        </p:txBody>
      </p:sp>
      <p:sp>
        <p:nvSpPr>
          <p:cNvPr id="271363" name="Rectangle 3"/>
          <p:cNvSpPr>
            <a:spLocks noGrp="1" noChangeArrowheads="1"/>
          </p:cNvSpPr>
          <p:nvPr>
            <p:ph idx="1"/>
          </p:nvPr>
        </p:nvSpPr>
        <p:spPr/>
        <p:txBody>
          <a:bodyPr/>
          <a:lstStyle/>
          <a:p>
            <a:r>
              <a:rPr lang="en-US" dirty="0"/>
              <a:t>Provides access to the OSI environment for users</a:t>
            </a:r>
          </a:p>
          <a:p>
            <a:r>
              <a:rPr lang="en-US" dirty="0"/>
              <a:t>Provides distributed information services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15</a:t>
            </a:fld>
            <a:endParaRPr lang="en-US" sz="1200" dirty="0">
              <a:latin typeface="Times New Roman"/>
              <a:cs typeface="Times New Roman"/>
            </a:endParaRPr>
          </a:p>
        </p:txBody>
      </p:sp>
    </p:spTree>
    <p:extLst>
      <p:ext uri="{BB962C8B-B14F-4D97-AF65-F5344CB8AC3E}">
        <p14:creationId xmlns="" xmlns:p14="http://schemas.microsoft.com/office/powerpoint/2010/main" val="907497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p:txBody>
          <a:bodyPr/>
          <a:lstStyle/>
          <a:p>
            <a:r>
              <a:rPr lang="en-US" dirty="0"/>
              <a:t>OSI Presentation Layer</a:t>
            </a:r>
          </a:p>
        </p:txBody>
      </p:sp>
      <p:sp>
        <p:nvSpPr>
          <p:cNvPr id="285699" name="Rectangle 3"/>
          <p:cNvSpPr>
            <a:spLocks noGrp="1" noChangeArrowheads="1"/>
          </p:cNvSpPr>
          <p:nvPr>
            <p:ph idx="1"/>
          </p:nvPr>
        </p:nvSpPr>
        <p:spPr/>
        <p:txBody>
          <a:bodyPr/>
          <a:lstStyle/>
          <a:p>
            <a:r>
              <a:rPr lang="en-US" dirty="0"/>
              <a:t>Provides independence to the application processes from differences in data representation (syntax)</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16</a:t>
            </a:fld>
            <a:endParaRPr lang="en-US" sz="1200" dirty="0">
              <a:latin typeface="Times New Roman"/>
              <a:cs typeface="Times New Roman"/>
            </a:endParaRPr>
          </a:p>
        </p:txBody>
      </p:sp>
    </p:spTree>
    <p:extLst>
      <p:ext uri="{BB962C8B-B14F-4D97-AF65-F5344CB8AC3E}">
        <p14:creationId xmlns="" xmlns:p14="http://schemas.microsoft.com/office/powerpoint/2010/main" val="3882306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p:cNvSpPr>
            <a:spLocks noGrp="1" noChangeArrowheads="1"/>
          </p:cNvSpPr>
          <p:nvPr>
            <p:ph type="title"/>
          </p:nvPr>
        </p:nvSpPr>
        <p:spPr/>
        <p:txBody>
          <a:bodyPr/>
          <a:lstStyle/>
          <a:p>
            <a:r>
              <a:rPr lang="en-US" dirty="0"/>
              <a:t>OSI Session Layer</a:t>
            </a:r>
          </a:p>
        </p:txBody>
      </p:sp>
      <p:sp>
        <p:nvSpPr>
          <p:cNvPr id="287747" name="Rectangle 3"/>
          <p:cNvSpPr>
            <a:spLocks noGrp="1" noChangeArrowheads="1"/>
          </p:cNvSpPr>
          <p:nvPr>
            <p:ph idx="1"/>
          </p:nvPr>
        </p:nvSpPr>
        <p:spPr/>
        <p:txBody>
          <a:bodyPr/>
          <a:lstStyle/>
          <a:p>
            <a:r>
              <a:rPr lang="en-US" dirty="0"/>
              <a:t>Provides the control structure for communication between applications</a:t>
            </a:r>
          </a:p>
          <a:p>
            <a:r>
              <a:rPr lang="en-US" dirty="0"/>
              <a:t>Establishes, manages, and terminates connections (sessions) between cooperating applications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17</a:t>
            </a:fld>
            <a:endParaRPr lang="en-US" sz="1200" dirty="0">
              <a:latin typeface="Times New Roman"/>
              <a:cs typeface="Times New Roman"/>
            </a:endParaRPr>
          </a:p>
        </p:txBody>
      </p:sp>
    </p:spTree>
    <p:extLst>
      <p:ext uri="{BB962C8B-B14F-4D97-AF65-F5344CB8AC3E}">
        <p14:creationId xmlns="" xmlns:p14="http://schemas.microsoft.com/office/powerpoint/2010/main" val="30684044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p:cNvSpPr>
            <a:spLocks noGrp="1" noChangeArrowheads="1"/>
          </p:cNvSpPr>
          <p:nvPr>
            <p:ph type="title"/>
          </p:nvPr>
        </p:nvSpPr>
        <p:spPr/>
        <p:txBody>
          <a:bodyPr/>
          <a:lstStyle/>
          <a:p>
            <a:r>
              <a:rPr lang="en-US" dirty="0"/>
              <a:t>OSI Transport Layer</a:t>
            </a:r>
          </a:p>
        </p:txBody>
      </p:sp>
      <p:sp>
        <p:nvSpPr>
          <p:cNvPr id="289795" name="Rectangle 3"/>
          <p:cNvSpPr>
            <a:spLocks noGrp="1" noChangeArrowheads="1"/>
          </p:cNvSpPr>
          <p:nvPr>
            <p:ph idx="1"/>
          </p:nvPr>
        </p:nvSpPr>
        <p:spPr/>
        <p:txBody>
          <a:bodyPr/>
          <a:lstStyle/>
          <a:p>
            <a:r>
              <a:rPr lang="en-US" dirty="0"/>
              <a:t>Provides reliable, transparent transfer of data between end points</a:t>
            </a:r>
          </a:p>
          <a:p>
            <a:r>
              <a:rPr lang="en-US" dirty="0"/>
              <a:t>Provides end-to-end error recovery and flow control</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18</a:t>
            </a:fld>
            <a:endParaRPr lang="en-US" sz="1200" dirty="0">
              <a:latin typeface="Times New Roman"/>
              <a:cs typeface="Times New Roman"/>
            </a:endParaRPr>
          </a:p>
        </p:txBody>
      </p:sp>
    </p:spTree>
    <p:extLst>
      <p:ext uri="{BB962C8B-B14F-4D97-AF65-F5344CB8AC3E}">
        <p14:creationId xmlns="" xmlns:p14="http://schemas.microsoft.com/office/powerpoint/2010/main" val="2794860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r>
              <a:rPr lang="en-US" dirty="0"/>
              <a:t>OSI Network Layer</a:t>
            </a:r>
          </a:p>
        </p:txBody>
      </p:sp>
      <p:sp>
        <p:nvSpPr>
          <p:cNvPr id="273411" name="Rectangle 3"/>
          <p:cNvSpPr>
            <a:spLocks noGrp="1" noChangeArrowheads="1"/>
          </p:cNvSpPr>
          <p:nvPr>
            <p:ph idx="1"/>
          </p:nvPr>
        </p:nvSpPr>
        <p:spPr/>
        <p:txBody>
          <a:bodyPr/>
          <a:lstStyle/>
          <a:p>
            <a:r>
              <a:rPr lang="en-US" dirty="0"/>
              <a:t>Provides upper layers with independence from the data transmission and switching technologies used to connect systems</a:t>
            </a:r>
          </a:p>
          <a:p>
            <a:r>
              <a:rPr lang="en-US" dirty="0"/>
              <a:t>Responsible for establishing, maintaining, and terminating connections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19</a:t>
            </a:fld>
            <a:endParaRPr lang="en-US" sz="1200" dirty="0">
              <a:latin typeface="Times New Roman"/>
              <a:cs typeface="Times New Roman"/>
            </a:endParaRPr>
          </a:p>
        </p:txBody>
      </p:sp>
    </p:spTree>
    <p:extLst>
      <p:ext uri="{BB962C8B-B14F-4D97-AF65-F5344CB8AC3E}">
        <p14:creationId xmlns="" xmlns:p14="http://schemas.microsoft.com/office/powerpoint/2010/main" val="2985822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ChangeArrowheads="1"/>
          </p:cNvSpPr>
          <p:nvPr>
            <p:ph type="title"/>
          </p:nvPr>
        </p:nvSpPr>
        <p:spPr/>
        <p:txBody>
          <a:bodyPr/>
          <a:lstStyle/>
          <a:p>
            <a:r>
              <a:rPr lang="en-US" dirty="0"/>
              <a:t>OSI Data link Layer</a:t>
            </a:r>
          </a:p>
        </p:txBody>
      </p:sp>
      <p:sp>
        <p:nvSpPr>
          <p:cNvPr id="291843" name="Rectangle 3"/>
          <p:cNvSpPr>
            <a:spLocks noGrp="1" noChangeArrowheads="1"/>
          </p:cNvSpPr>
          <p:nvPr>
            <p:ph idx="1"/>
          </p:nvPr>
        </p:nvSpPr>
        <p:spPr/>
        <p:txBody>
          <a:bodyPr/>
          <a:lstStyle/>
          <a:p>
            <a:r>
              <a:rPr lang="en-US" dirty="0"/>
              <a:t>Provides for the reliable transfer of information across the physical link</a:t>
            </a:r>
          </a:p>
          <a:p>
            <a:r>
              <a:rPr lang="en-US" dirty="0"/>
              <a:t>Sends blocks (frames) with the necessary synchronization, error control, and flow control</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20</a:t>
            </a:fld>
            <a:endParaRPr lang="en-US" sz="1200" dirty="0">
              <a:latin typeface="Times New Roman"/>
              <a:cs typeface="Times New Roman"/>
            </a:endParaRPr>
          </a:p>
        </p:txBody>
      </p:sp>
    </p:spTree>
    <p:extLst>
      <p:ext uri="{BB962C8B-B14F-4D97-AF65-F5344CB8AC3E}">
        <p14:creationId xmlns="" xmlns:p14="http://schemas.microsoft.com/office/powerpoint/2010/main" val="3423030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en-US" dirty="0"/>
              <a:t>OSI Physical Layer</a:t>
            </a:r>
          </a:p>
        </p:txBody>
      </p:sp>
      <p:sp>
        <p:nvSpPr>
          <p:cNvPr id="295939" name="Rectangle 3"/>
          <p:cNvSpPr>
            <a:spLocks noGrp="1" noChangeArrowheads="1"/>
          </p:cNvSpPr>
          <p:nvPr>
            <p:ph idx="1"/>
          </p:nvPr>
        </p:nvSpPr>
        <p:spPr/>
        <p:txBody>
          <a:bodyPr/>
          <a:lstStyle/>
          <a:p>
            <a:r>
              <a:rPr lang="en-US" sz="2800" dirty="0"/>
              <a:t>Concerned with transmission of unstructured bit stream over physical medium</a:t>
            </a:r>
          </a:p>
          <a:p>
            <a:r>
              <a:rPr lang="en-US" sz="2800" dirty="0"/>
              <a:t>Deals with accessing the physical medium</a:t>
            </a:r>
          </a:p>
          <a:p>
            <a:pPr lvl="1"/>
            <a:r>
              <a:rPr lang="en-US" sz="2400" dirty="0"/>
              <a:t>Mechanical characteristics</a:t>
            </a:r>
          </a:p>
          <a:p>
            <a:pPr lvl="1"/>
            <a:r>
              <a:rPr lang="en-US" sz="2400" dirty="0"/>
              <a:t>Electrical characteristics</a:t>
            </a:r>
          </a:p>
          <a:p>
            <a:pPr lvl="1"/>
            <a:r>
              <a:rPr lang="en-US" sz="2400" dirty="0"/>
              <a:t>Functional characteristics</a:t>
            </a:r>
          </a:p>
          <a:p>
            <a:pPr lvl="1"/>
            <a:r>
              <a:rPr lang="en-US" sz="2400" dirty="0"/>
              <a:t>Procedural characteristics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21</a:t>
            </a:fld>
            <a:endParaRPr lang="en-US" sz="1200" dirty="0">
              <a:latin typeface="Times New Roman"/>
              <a:cs typeface="Times New Roman"/>
            </a:endParaRPr>
          </a:p>
        </p:txBody>
      </p:sp>
    </p:spTree>
    <p:extLst>
      <p:ext uri="{BB962C8B-B14F-4D97-AF65-F5344CB8AC3E}">
        <p14:creationId xmlns="" xmlns:p14="http://schemas.microsoft.com/office/powerpoint/2010/main" val="2274357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normAutofit fontScale="90000"/>
          </a:bodyPr>
          <a:lstStyle/>
          <a:p>
            <a:r>
              <a:rPr lang="en-US" dirty="0"/>
              <a:t>TCP/IP Architecture Dominance</a:t>
            </a:r>
          </a:p>
        </p:txBody>
      </p:sp>
      <p:sp>
        <p:nvSpPr>
          <p:cNvPr id="274435" name="Rectangle 3"/>
          <p:cNvSpPr>
            <a:spLocks noGrp="1" noChangeArrowheads="1"/>
          </p:cNvSpPr>
          <p:nvPr>
            <p:ph idx="1"/>
          </p:nvPr>
        </p:nvSpPr>
        <p:spPr/>
        <p:txBody>
          <a:bodyPr/>
          <a:lstStyle/>
          <a:p>
            <a:r>
              <a:rPr lang="en-US" dirty="0"/>
              <a:t>TCP/IP protocols matured quicker than similar OSI protocols</a:t>
            </a:r>
          </a:p>
          <a:p>
            <a:pPr lvl="1"/>
            <a:r>
              <a:rPr lang="en-US" dirty="0"/>
              <a:t>When the need for interoperability across networks was recognized, only TCP/IP was available and ready to go</a:t>
            </a:r>
          </a:p>
          <a:p>
            <a:r>
              <a:rPr lang="en-US" dirty="0"/>
              <a:t>OSI model is unnecessarily complex</a:t>
            </a:r>
          </a:p>
          <a:p>
            <a:pPr lvl="1"/>
            <a:r>
              <a:rPr lang="en-US" dirty="0"/>
              <a:t>Accomplishes in seven layers what TCP/IP does with fewer layers</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22</a:t>
            </a:fld>
            <a:endParaRPr lang="en-US" sz="1200" dirty="0">
              <a:latin typeface="Times New Roman"/>
              <a:cs typeface="Times New Roman"/>
            </a:endParaRPr>
          </a:p>
        </p:txBody>
      </p:sp>
    </p:spTree>
    <p:extLst>
      <p:ext uri="{BB962C8B-B14F-4D97-AF65-F5344CB8AC3E}">
        <p14:creationId xmlns="" xmlns:p14="http://schemas.microsoft.com/office/powerpoint/2010/main" val="1891521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t">
            <a:normAutofit fontScale="90000"/>
          </a:bodyPr>
          <a:lstStyle/>
          <a:p>
            <a:r>
              <a:rPr lang="en-US" dirty="0"/>
              <a:t>4.4 A Comparison of the OSI and TCP/IP Protocol Architectures</a:t>
            </a:r>
          </a:p>
        </p:txBody>
      </p:sp>
      <p:pic>
        <p:nvPicPr>
          <p:cNvPr id="2" name="Picture Placeholder 1" descr="Ch04fig04.eps"/>
          <p:cNvPicPr>
            <a:picLocks noGrp="1" noChangeAspect="1"/>
          </p:cNvPicPr>
          <p:nvPr>
            <p:ph type="pic" idx="1"/>
          </p:nvPr>
        </p:nvPicPr>
        <p:blipFill>
          <a:blip r:embed="rId2">
            <a:extLst>
              <a:ext uri="{28A0092B-C50C-407E-A947-70E740481C1C}">
                <a14:useLocalDpi xmlns="" xmlns:a14="http://schemas.microsoft.com/office/drawing/2010/main" val="0"/>
              </a:ext>
            </a:extLst>
          </a:blip>
          <a:srcRect l="-89578" r="-89578"/>
          <a:stretch>
            <a:fillRect/>
          </a:stretch>
        </p:blipFill>
        <p:spPr/>
      </p:pic>
      <p:sp>
        <p:nvSpPr>
          <p:cNvPr id="6" name="Text Placeholder 5"/>
          <p:cNvSpPr>
            <a:spLocks noGrp="1"/>
          </p:cNvSpPr>
          <p:nvPr>
            <p:ph type="body" sz="half" idx="2"/>
          </p:nvPr>
        </p:nvSpPr>
        <p:spPr/>
        <p:txBody>
          <a:bodyPr/>
          <a:lstStyle/>
          <a:p>
            <a:endParaRPr lang="en-US"/>
          </a:p>
        </p:txBody>
      </p:sp>
      <p:sp>
        <p:nvSpPr>
          <p:cNvPr id="7" name="Slide Number Placeholder 5"/>
          <p:cNvSpPr>
            <a:spLocks noGrp="1"/>
          </p:cNvSpPr>
          <p:nvPr>
            <p:ph type="sldNum" sz="quarter" idx="4"/>
          </p:nvPr>
        </p:nvSpPr>
        <p:spPr>
          <a:xfrm>
            <a:off x="5449455" y="6356350"/>
            <a:ext cx="3237345" cy="365125"/>
          </a:xfrm>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23</a:t>
            </a:fld>
            <a:endParaRPr lang="en-US" sz="1200" dirty="0">
              <a:latin typeface="Times New Roman"/>
              <a:cs typeface="Times New Roman"/>
            </a:endParaRPr>
          </a:p>
        </p:txBody>
      </p:sp>
    </p:spTree>
    <p:extLst>
      <p:ext uri="{BB962C8B-B14F-4D97-AF65-F5344CB8AC3E}">
        <p14:creationId xmlns="" xmlns:p14="http://schemas.microsoft.com/office/powerpoint/2010/main" val="8417729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p:txBody>
          <a:bodyPr>
            <a:normAutofit fontScale="90000"/>
          </a:bodyPr>
          <a:lstStyle/>
          <a:p>
            <a:r>
              <a:rPr lang="en-US" dirty="0"/>
              <a:t>Elements of Standardization within OSI Framework</a:t>
            </a:r>
          </a:p>
        </p:txBody>
      </p:sp>
      <p:sp>
        <p:nvSpPr>
          <p:cNvPr id="276483" name="Rectangle 3"/>
          <p:cNvSpPr>
            <a:spLocks noGrp="1" noChangeArrowheads="1"/>
          </p:cNvSpPr>
          <p:nvPr>
            <p:ph idx="1"/>
          </p:nvPr>
        </p:nvSpPr>
        <p:spPr/>
        <p:txBody>
          <a:bodyPr/>
          <a:lstStyle/>
          <a:p>
            <a:pPr>
              <a:lnSpc>
                <a:spcPct val="90000"/>
              </a:lnSpc>
            </a:pPr>
            <a:r>
              <a:rPr lang="en-US" sz="2800" dirty="0"/>
              <a:t>Protocol Specification</a:t>
            </a:r>
          </a:p>
          <a:p>
            <a:pPr lvl="1">
              <a:lnSpc>
                <a:spcPct val="90000"/>
              </a:lnSpc>
            </a:pPr>
            <a:r>
              <a:rPr lang="en-US" sz="2400" dirty="0"/>
              <a:t>Format of protocol data units (PDUs) exchanged</a:t>
            </a:r>
          </a:p>
          <a:p>
            <a:pPr lvl="1">
              <a:lnSpc>
                <a:spcPct val="90000"/>
              </a:lnSpc>
            </a:pPr>
            <a:r>
              <a:rPr lang="en-US" sz="2400" dirty="0"/>
              <a:t>Semantics of all fields</a:t>
            </a:r>
          </a:p>
          <a:p>
            <a:pPr lvl="1">
              <a:lnSpc>
                <a:spcPct val="90000"/>
              </a:lnSpc>
            </a:pPr>
            <a:r>
              <a:rPr lang="en-US" sz="2400" dirty="0"/>
              <a:t>Allowable sequence of PDUs</a:t>
            </a:r>
          </a:p>
          <a:p>
            <a:pPr>
              <a:lnSpc>
                <a:spcPct val="90000"/>
              </a:lnSpc>
            </a:pPr>
            <a:r>
              <a:rPr lang="en-US" sz="2800" dirty="0"/>
              <a:t>Service Definition</a:t>
            </a:r>
          </a:p>
          <a:p>
            <a:pPr lvl="1">
              <a:lnSpc>
                <a:spcPct val="90000"/>
              </a:lnSpc>
            </a:pPr>
            <a:r>
              <a:rPr lang="en-US" sz="2400" dirty="0"/>
              <a:t>Functional description that defines what services are provided, but not how the services are to be provided</a:t>
            </a:r>
          </a:p>
          <a:p>
            <a:pPr>
              <a:lnSpc>
                <a:spcPct val="90000"/>
              </a:lnSpc>
            </a:pPr>
            <a:r>
              <a:rPr lang="en-US" sz="2800" dirty="0"/>
              <a:t>Addressing</a:t>
            </a:r>
          </a:p>
          <a:p>
            <a:pPr lvl="1">
              <a:lnSpc>
                <a:spcPct val="90000"/>
              </a:lnSpc>
            </a:pPr>
            <a:r>
              <a:rPr lang="en-US" sz="2400" dirty="0"/>
              <a:t>Entities are referenced by means of a service access point (SAP) like LLC </a:t>
            </a:r>
            <a:r>
              <a:rPr lang="en-US" sz="2400"/>
              <a:t>between layers</a:t>
            </a:r>
            <a:endParaRPr lang="en-US" sz="2400" dirty="0"/>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24</a:t>
            </a:fld>
            <a:endParaRPr lang="en-US" sz="1200" dirty="0">
              <a:latin typeface="Times New Roman"/>
              <a:cs typeface="Times New Roman"/>
            </a:endParaRPr>
          </a:p>
        </p:txBody>
      </p:sp>
    </p:spTree>
    <p:extLst>
      <p:ext uri="{BB962C8B-B14F-4D97-AF65-F5344CB8AC3E}">
        <p14:creationId xmlns="" xmlns:p14="http://schemas.microsoft.com/office/powerpoint/2010/main" val="2498944516"/>
      </p:ext>
    </p:extLst>
  </p:cSld>
  <p:clrMapOvr>
    <a:masterClrMapping/>
  </p:clrMapOvr>
  <mc:AlternateContent xmlns:mc="http://schemas.openxmlformats.org/markup-compatibility/2006">
    <mc:Choice xmlns="" xmlns:p14="http://schemas.microsoft.com/office/powerpoint/2010/main" Requires="p14">
      <p:transition spd="slow" p14:dur="2000" advTm="150409"/>
    </mc:Choice>
    <mc:Fallback>
      <p:transition spd="slow" advTm="150409"/>
    </mc:Fallback>
  </mc:AlternateContent>
  <p:extLst>
    <p:ext uri="{3A86A75C-4F4B-4683-9AE1-C65F6400EC91}">
      <p14:laserTraceLst xmlns="" xmlns:p14="http://schemas.microsoft.com/office/powerpoint/2010/main">
        <p14:tracePtLst>
          <p14:tracePt t="1700" x="8159750" y="3765550"/>
          <p14:tracePt t="1707" x="8102600" y="3765550"/>
          <p14:tracePt t="1718" x="7759700" y="3810000"/>
          <p14:tracePt t="1735" x="7118350" y="3962400"/>
          <p14:tracePt t="1752" x="6477000" y="4051300"/>
          <p14:tracePt t="1769" x="6026150" y="4057650"/>
          <p14:tracePt t="1784" x="5695950" y="3962400"/>
          <p14:tracePt t="1803" x="5340350" y="3746500"/>
          <p14:tracePt t="1819" x="4921250" y="3422650"/>
          <p14:tracePt t="1837" x="4121150" y="2654300"/>
          <p14:tracePt t="1853" x="3727450" y="2260600"/>
          <p14:tracePt t="1868" x="3473450" y="1981200"/>
          <p14:tracePt t="1884" x="3378200" y="1841500"/>
          <p14:tracePt t="1902" x="3384550" y="1746250"/>
          <p14:tracePt t="1919" x="3498850" y="1657350"/>
          <p14:tracePt t="1936" x="3721100" y="1524000"/>
          <p14:tracePt t="1951" x="3879850" y="1466850"/>
          <p14:tracePt t="1968" x="3905250" y="1435100"/>
          <p14:tracePt t="2150" x="3841750" y="1441450"/>
          <p14:tracePt t="2158" x="3752850" y="1473200"/>
          <p14:tracePt t="2168" x="3594100" y="1524000"/>
          <p14:tracePt t="2186" x="3289300" y="1549400"/>
          <p14:tracePt t="2201" x="3105150" y="1524000"/>
          <p14:tracePt t="2219" x="2819400" y="1460500"/>
          <p14:tracePt t="2235" x="2476500" y="1371600"/>
          <p14:tracePt t="2251" x="2120900" y="1289050"/>
          <p14:tracePt t="2269" x="1924050" y="1244600"/>
          <p14:tracePt t="2287" x="1847850" y="1200150"/>
          <p14:tracePt t="2303" x="1841500" y="1193800"/>
          <p14:tracePt t="2337" x="1841500" y="1181100"/>
          <p14:tracePt t="2354" x="1854200" y="1168400"/>
          <p14:tracePt t="2370" x="1860550" y="1162050"/>
          <p14:tracePt t="2485" x="1822450" y="1181100"/>
          <p14:tracePt t="2494" x="1752600" y="1206500"/>
          <p14:tracePt t="2502" x="1695450" y="1219200"/>
          <p14:tracePt t="2518" x="1606550" y="1238250"/>
          <p14:tracePt t="2535" x="1549400" y="1238250"/>
          <p14:tracePt t="2553" x="1504950" y="1225550"/>
          <p14:tracePt t="2569" x="1485900" y="1206500"/>
          <p14:tracePt t="2587" x="1454150" y="1174750"/>
          <p14:tracePt t="2603" x="1435100" y="1143000"/>
          <p14:tracePt t="2610" x="1428750" y="1130300"/>
          <p14:tracePt t="2620" x="1428750" y="1111250"/>
          <p14:tracePt t="2636" x="1428750" y="1079500"/>
          <p14:tracePt t="2652" x="1466850" y="1009650"/>
          <p14:tracePt t="2668" x="1498600" y="984250"/>
          <p14:tracePt t="2685" x="1536700" y="958850"/>
          <p14:tracePt t="2701" x="1562100" y="946150"/>
          <p14:tracePt t="2718" x="1574800" y="939800"/>
          <p14:tracePt t="2734" x="1574800" y="933450"/>
          <p14:tracePt t="2821" x="1581150" y="933450"/>
          <p14:tracePt t="2979" x="1600200" y="927100"/>
          <p14:tracePt t="2988" x="1631950" y="920750"/>
          <p14:tracePt t="3002" x="1682750" y="908050"/>
          <p14:tracePt t="3018" x="1739900" y="901700"/>
          <p14:tracePt t="3037" x="1803400" y="895350"/>
          <p14:tracePt t="3053" x="1860550" y="895350"/>
          <p14:tracePt t="3070" x="1879600" y="895350"/>
          <p14:tracePt t="3087" x="1911350" y="895350"/>
          <p14:tracePt t="3102" x="1936750" y="882650"/>
          <p14:tracePt t="3120" x="1974850" y="882650"/>
          <p14:tracePt t="3135" x="2000250" y="876300"/>
          <p14:tracePt t="3152" x="2032000" y="863600"/>
          <p14:tracePt t="3168" x="2057400" y="850900"/>
          <p14:tracePt t="3187" x="2089150" y="838200"/>
          <p14:tracePt t="3204" x="2095500" y="838200"/>
          <p14:tracePt t="3235" x="2095500" y="831850"/>
          <p14:tracePt t="3432" x="2101850" y="831850"/>
          <p14:tracePt t="3443" x="2108200" y="831850"/>
          <p14:tracePt t="3452" x="2114550" y="831850"/>
          <p14:tracePt t="3479" x="2127250" y="831850"/>
          <p14:tracePt t="3488" x="2133600" y="838200"/>
          <p14:tracePt t="3501" x="2159000" y="844550"/>
          <p14:tracePt t="3518" x="2178050" y="844550"/>
          <p14:tracePt t="3535" x="2184400" y="844550"/>
          <p14:tracePt t="3553" x="2190750" y="844550"/>
          <p14:tracePt t="3570" x="2216150" y="844550"/>
          <p14:tracePt t="3587" x="2336800" y="819150"/>
          <p14:tracePt t="3601" x="2444750" y="793750"/>
          <p14:tracePt t="3619" x="2584450" y="774700"/>
          <p14:tracePt t="3637" x="2686050" y="762000"/>
          <p14:tracePt t="3651" x="2781300" y="755650"/>
          <p14:tracePt t="3670" x="2876550" y="742950"/>
          <p14:tracePt t="3686" x="3035300" y="717550"/>
          <p14:tracePt t="3705" x="3136900" y="692150"/>
          <p14:tracePt t="3719" x="3238500" y="666750"/>
          <p14:tracePt t="3736" x="3340100" y="635000"/>
          <p14:tracePt t="3752" x="3454400" y="609600"/>
          <p14:tracePt t="3768" x="3600450" y="584200"/>
          <p14:tracePt t="3785" x="3746500" y="571500"/>
          <p14:tracePt t="3804" x="3917950" y="565150"/>
          <p14:tracePt t="3820" x="4019550" y="565150"/>
          <p14:tracePt t="3836" x="4095750" y="577850"/>
          <p14:tracePt t="3853" x="4165600" y="577850"/>
          <p14:tracePt t="3869" x="4254500" y="577850"/>
          <p14:tracePt t="3887" x="4349750" y="558800"/>
          <p14:tracePt t="3901" x="4476750" y="546100"/>
          <p14:tracePt t="3920" x="4641850" y="539750"/>
          <p14:tracePt t="3935" x="4730750" y="539750"/>
          <p14:tracePt t="3951" x="4775200" y="539750"/>
          <p14:tracePt t="4241" x="4781550" y="539750"/>
          <p14:tracePt t="4251" x="4787900" y="539750"/>
          <p14:tracePt t="4261" x="4819650" y="539750"/>
          <p14:tracePt t="4268" x="4870450" y="539750"/>
          <p14:tracePt t="4284" x="4991100" y="539750"/>
          <p14:tracePt t="4304" x="5143500" y="552450"/>
          <p14:tracePt t="4319" x="5321300" y="571500"/>
          <p14:tracePt t="4336" x="5581650" y="603250"/>
          <p14:tracePt t="4352" x="5664200" y="615950"/>
          <p14:tracePt t="4369" x="5695950" y="615950"/>
          <p14:tracePt t="4385" x="5708650" y="615950"/>
          <p14:tracePt t="4401" x="5715000" y="615950"/>
          <p14:tracePt t="4417" x="5734050" y="615950"/>
          <p14:tracePt t="4435" x="5772150" y="615950"/>
          <p14:tracePt t="4452" x="5842000" y="622300"/>
          <p14:tracePt t="4469" x="5911850" y="635000"/>
          <p14:tracePt t="4487" x="6019800" y="647700"/>
          <p14:tracePt t="4502" x="6070600" y="654050"/>
          <p14:tracePt t="4518" x="6102350" y="654050"/>
          <p14:tracePt t="4535" x="6127750" y="660400"/>
          <p14:tracePt t="4553" x="6146800" y="660400"/>
          <p14:tracePt t="4569" x="6172200" y="660400"/>
          <p14:tracePt t="4587" x="6235700" y="660400"/>
          <p14:tracePt t="4602" x="6292850" y="660400"/>
          <p14:tracePt t="4620" x="6362700" y="660400"/>
          <p14:tracePt t="4637" x="6438900" y="660400"/>
          <p14:tracePt t="4652" x="6534150" y="666750"/>
          <p14:tracePt t="4668" x="6604000" y="666750"/>
          <p14:tracePt t="4686" x="6692900" y="666750"/>
          <p14:tracePt t="4702" x="6724650" y="673100"/>
          <p14:tracePt t="4718" x="6743700" y="673100"/>
          <p14:tracePt t="4734" x="6762750" y="673100"/>
          <p14:tracePt t="4751" x="6781800" y="673100"/>
          <p14:tracePt t="4768" x="6807200" y="673100"/>
          <p14:tracePt t="4787" x="6851650" y="679450"/>
          <p14:tracePt t="4804" x="6896100" y="685800"/>
          <p14:tracePt t="4820" x="6953250" y="692150"/>
          <p14:tracePt t="4837" x="6997700" y="698500"/>
          <p14:tracePt t="4852" x="7035800" y="704850"/>
          <p14:tracePt t="4869" x="7061200" y="704850"/>
          <p14:tracePt t="4887" x="7080250" y="704850"/>
          <p14:tracePt t="4923" x="7086600" y="711200"/>
          <p14:tracePt t="4936" x="7092950" y="711200"/>
          <p14:tracePt t="4951" x="7099300" y="711200"/>
          <p14:tracePt t="4968" x="7105650" y="711200"/>
          <p14:tracePt t="4985" x="7112000" y="711200"/>
          <p14:tracePt t="5003" x="7118350" y="711200"/>
          <p14:tracePt t="5213" x="7112000" y="717550"/>
          <p14:tracePt t="5225" x="7105650" y="717550"/>
          <p14:tracePt t="5238" x="7092950" y="717550"/>
          <p14:tracePt t="5252" x="7086600" y="723900"/>
          <p14:tracePt t="5269" x="7067550" y="730250"/>
          <p14:tracePt t="5285" x="7048500" y="736600"/>
          <p14:tracePt t="5303" x="7035800" y="736600"/>
          <p14:tracePt t="5320" x="7016750" y="742950"/>
          <p14:tracePt t="5337" x="6997700" y="749300"/>
          <p14:tracePt t="5352" x="6985000" y="755650"/>
          <p14:tracePt t="5370" x="6965950" y="755650"/>
          <p14:tracePt t="5385" x="6934200" y="755650"/>
          <p14:tracePt t="5404" x="6896100" y="762000"/>
          <p14:tracePt t="5419" x="6845300" y="768350"/>
          <p14:tracePt t="5437" x="6800850" y="774700"/>
          <p14:tracePt t="5452" x="6775450" y="774700"/>
          <p14:tracePt t="5470" x="6762750" y="774700"/>
          <p14:tracePt t="5486" x="6743700" y="774700"/>
          <p14:tracePt t="5501" x="6731000" y="781050"/>
          <p14:tracePt t="5518" x="6711950" y="781050"/>
          <p14:tracePt t="5535" x="6699250" y="781050"/>
          <p14:tracePt t="5554" x="6680200" y="781050"/>
          <p14:tracePt t="5569" x="6635750" y="787400"/>
          <p14:tracePt t="5587" x="6521450" y="787400"/>
          <p14:tracePt t="5603" x="6457950" y="787400"/>
          <p14:tracePt t="5608" x="6419850" y="787400"/>
          <p14:tracePt t="5617" x="6388100" y="787400"/>
          <p14:tracePt t="5635" x="6299200" y="774700"/>
          <p14:tracePt t="5652" x="6229350" y="768350"/>
          <p14:tracePt t="5669" x="6184900" y="768350"/>
          <p14:tracePt t="5686" x="6159500" y="768350"/>
          <p14:tracePt t="5703" x="6146800" y="768350"/>
          <p14:tracePt t="5718" x="6140450" y="768350"/>
          <p14:tracePt t="5751" x="6134100" y="768350"/>
          <p14:tracePt t="5780" x="6134100" y="774700"/>
          <p14:tracePt t="5796" x="6134100" y="781050"/>
          <p14:tracePt t="5803" x="6134100" y="787400"/>
          <p14:tracePt t="5856" x="6134100" y="793750"/>
          <p14:tracePt t="5867" x="6153150" y="800100"/>
          <p14:tracePt t="5877" x="6159500" y="800100"/>
          <p14:tracePt t="5887" x="6172200" y="800100"/>
          <p14:tracePt t="5903" x="6184900" y="806450"/>
          <p14:tracePt t="5918" x="6210300" y="819150"/>
          <p14:tracePt t="5937" x="6267450" y="825500"/>
          <p14:tracePt t="5952" x="6330950" y="838200"/>
          <p14:tracePt t="5970" x="6400800" y="844550"/>
          <p14:tracePt t="5985" x="6470650" y="857250"/>
          <p14:tracePt t="6003" x="6534150" y="863600"/>
          <p14:tracePt t="6018" x="6572250" y="863600"/>
          <p14:tracePt t="6037" x="6604000" y="869950"/>
          <p14:tracePt t="6053" x="6610350" y="869950"/>
          <p14:tracePt t="6070" x="6623050" y="869950"/>
          <p14:tracePt t="6087" x="6635750" y="869950"/>
          <p14:tracePt t="6101" x="6654800" y="869950"/>
          <p14:tracePt t="6107" x="6667500" y="869950"/>
          <p14:tracePt t="6120" x="6680200" y="869950"/>
          <p14:tracePt t="6137" x="6731000" y="869950"/>
          <p14:tracePt t="6153" x="6762750" y="869950"/>
          <p14:tracePt t="6168" x="6788150" y="876300"/>
          <p14:tracePt t="6187" x="6807200" y="876300"/>
          <p14:tracePt t="6201" x="6826250" y="876300"/>
          <p14:tracePt t="6220" x="6832600" y="876300"/>
          <p14:tracePt t="6372" x="6838950" y="876300"/>
          <p14:tracePt t="6382" x="6838950" y="882650"/>
          <p14:tracePt t="6391" x="6845300" y="889000"/>
          <p14:tracePt t="6404" x="6851650" y="895350"/>
          <p14:tracePt t="6419" x="6851650" y="901700"/>
          <p14:tracePt t="6436" x="6858000" y="901700"/>
          <p14:tracePt t="6632" x="6851650" y="901700"/>
          <p14:tracePt t="6641" x="6845300" y="901700"/>
          <p14:tracePt t="6653" x="6838950" y="901700"/>
          <p14:tracePt t="6669" x="6819900" y="901700"/>
          <p14:tracePt t="6687" x="6756400" y="901700"/>
          <p14:tracePt t="6705" x="6686550" y="901700"/>
          <p14:tracePt t="6718" x="6591300" y="895350"/>
          <p14:tracePt t="6735" x="6489700" y="869950"/>
          <p14:tracePt t="6752" x="6381750" y="850900"/>
          <p14:tracePt t="6768" x="6280150" y="831850"/>
          <p14:tracePt t="6786" x="6203950" y="819150"/>
          <p14:tracePt t="6802" x="6191250" y="812800"/>
          <p14:tracePt t="6819" x="6184900" y="812800"/>
          <p14:tracePt t="6989" x="6184900" y="806450"/>
          <p14:tracePt t="6997" x="6191250" y="806450"/>
          <p14:tracePt t="7008" x="6197600" y="806450"/>
          <p14:tracePt t="7023" x="6203950" y="806450"/>
          <p14:tracePt t="7035" x="6210300" y="806450"/>
          <p14:tracePt t="7127" x="6216650" y="806450"/>
          <p14:tracePt t="7543" x="6223000" y="800100"/>
          <p14:tracePt t="7557" x="6235700" y="800100"/>
          <p14:tracePt t="7569" x="6254750" y="800100"/>
          <p14:tracePt t="7586" x="6324600" y="793750"/>
          <p14:tracePt t="7603" x="6394450" y="793750"/>
          <p14:tracePt t="7607" x="6426200" y="793750"/>
          <p14:tracePt t="7618" x="6470650" y="793750"/>
          <p14:tracePt t="7635" x="6553200" y="800100"/>
          <p14:tracePt t="7652" x="6629400" y="806450"/>
          <p14:tracePt t="7669" x="6756400" y="806450"/>
          <p14:tracePt t="7687" x="6826250" y="806450"/>
          <p14:tracePt t="7702" x="6845300" y="806450"/>
          <p14:tracePt t="7735" x="6775450" y="831850"/>
          <p14:tracePt t="7754" x="6565900" y="850900"/>
          <p14:tracePt t="7769" x="6286500" y="863600"/>
          <p14:tracePt t="7785" x="6140450" y="857250"/>
          <p14:tracePt t="7803" x="6089650" y="844550"/>
          <p14:tracePt t="7819" x="6089650" y="838200"/>
          <p14:tracePt t="7847" x="6102350" y="825500"/>
          <p14:tracePt t="7858" x="6115050" y="819150"/>
          <p14:tracePt t="7869" x="6134100" y="806450"/>
          <p14:tracePt t="7887" x="6184900" y="787400"/>
          <p14:tracePt t="7904" x="6203950" y="781050"/>
          <p14:tracePt t="7918" x="6242050" y="774700"/>
          <p14:tracePt t="7937" x="6299200" y="774700"/>
          <p14:tracePt t="7952" x="6343650" y="774700"/>
          <p14:tracePt t="7969" x="6381750" y="774700"/>
          <p14:tracePt t="7987" x="6407150" y="774700"/>
          <p14:tracePt t="8002" x="6413500" y="774700"/>
          <p14:tracePt t="8037" x="6375400" y="793750"/>
          <p14:tracePt t="8053" x="6299200" y="819150"/>
          <p14:tracePt t="8069" x="6203950" y="831850"/>
          <p14:tracePt t="8087" x="6070600" y="831850"/>
          <p14:tracePt t="8101" x="5899150" y="812800"/>
          <p14:tracePt t="8107" x="5810250" y="806450"/>
          <p14:tracePt t="8119" x="5689600" y="793750"/>
          <p14:tracePt t="8136" x="5219700" y="749300"/>
          <p14:tracePt t="8154" x="4940300" y="749300"/>
          <p14:tracePt t="8168" x="4679950" y="749300"/>
          <p14:tracePt t="8187" x="4502150" y="755650"/>
          <p14:tracePt t="8201" x="4368800" y="768350"/>
          <p14:tracePt t="8220" x="4260850" y="793750"/>
          <p14:tracePt t="8236" x="4114800" y="838200"/>
          <p14:tracePt t="8252" x="4051300" y="844550"/>
          <p14:tracePt t="8268" x="3968750" y="869950"/>
          <p14:tracePt t="8285" x="3848100" y="908050"/>
          <p14:tracePt t="8304" x="3721100" y="946150"/>
          <p14:tracePt t="8320" x="3575050" y="1009650"/>
          <p14:tracePt t="8338" x="3238500" y="1168400"/>
          <p14:tracePt t="8353" x="2946400" y="1295400"/>
          <p14:tracePt t="8369" x="2654300" y="1416050"/>
          <p14:tracePt t="8387" x="2432050" y="1485900"/>
          <p14:tracePt t="8403" x="2286000" y="1517650"/>
          <p14:tracePt t="8419" x="2235200" y="1530350"/>
          <p14:tracePt t="8437" x="2228850" y="1530350"/>
          <p14:tracePt t="8452" x="2228850" y="1536700"/>
          <p14:tracePt t="8486" x="2241550" y="1536700"/>
          <p14:tracePt t="8518" x="2266950" y="1530350"/>
          <p14:tracePt t="8535" x="2273300" y="1530350"/>
          <p14:tracePt t="8553" x="2286000" y="1530350"/>
          <p14:tracePt t="8570" x="2305050" y="1530350"/>
          <p14:tracePt t="8588" x="2330450" y="1549400"/>
          <p14:tracePt t="8603" x="2355850" y="1562100"/>
          <p14:tracePt t="8618" x="2400300" y="1574800"/>
          <p14:tracePt t="8635" x="2444750" y="1574800"/>
          <p14:tracePt t="8653" x="2489200" y="1574800"/>
          <p14:tracePt t="8668" x="2533650" y="1574800"/>
          <p14:tracePt t="8687" x="2565400" y="1574800"/>
          <p14:tracePt t="8702" x="2616200" y="1574800"/>
          <p14:tracePt t="8719" x="2641600" y="1574800"/>
          <p14:tracePt t="8735" x="2692400" y="1581150"/>
          <p14:tracePt t="8751" x="2762250" y="1587500"/>
          <p14:tracePt t="8769" x="2825750" y="1587500"/>
          <p14:tracePt t="8787" x="2895600" y="1587500"/>
          <p14:tracePt t="8803" x="2990850" y="1574800"/>
          <p14:tracePt t="8819" x="3149600" y="1543050"/>
          <p14:tracePt t="8837" x="3257550" y="1517650"/>
          <p14:tracePt t="8853" x="3359150" y="1492250"/>
          <p14:tracePt t="8869" x="3467100" y="1466850"/>
          <p14:tracePt t="8886" x="3562350" y="1435100"/>
          <p14:tracePt t="8904" x="3651250" y="1409700"/>
          <p14:tracePt t="8919" x="3810000" y="1371600"/>
          <p14:tracePt t="8937" x="3924300" y="1346200"/>
          <p14:tracePt t="8952" x="4051300" y="1327150"/>
          <p14:tracePt t="8969" x="4203700" y="1314450"/>
          <p14:tracePt t="8985" x="4330700" y="1308100"/>
          <p14:tracePt t="9002" x="4432300" y="1308100"/>
          <p14:tracePt t="9018" x="4521200" y="1308100"/>
          <p14:tracePt t="9035" x="4584700" y="1308100"/>
          <p14:tracePt t="9054" x="4597400" y="1308100"/>
          <p14:tracePt t="9144" x="4591050" y="1308100"/>
          <p14:tracePt t="9157" x="4552950" y="1327150"/>
          <p14:tracePt t="9169" x="4514850" y="1339850"/>
          <p14:tracePt t="9188" x="4375150" y="1377950"/>
          <p14:tracePt t="9203" x="4286250" y="1397000"/>
          <p14:tracePt t="9219" x="4229100" y="1409700"/>
          <p14:tracePt t="9235" x="4210050" y="1422400"/>
          <p14:tracePt t="9345" x="4216400" y="1422400"/>
          <p14:tracePt t="9351" x="4241800" y="1409700"/>
          <p14:tracePt t="9357" x="4279900" y="1397000"/>
          <p14:tracePt t="9367" x="4318000" y="1384300"/>
          <p14:tracePt t="9385" x="4419600" y="1365250"/>
          <p14:tracePt t="9404" x="4508500" y="1358900"/>
          <p14:tracePt t="9418" x="4572000" y="1358900"/>
          <p14:tracePt t="9437" x="4597400" y="1358900"/>
          <p14:tracePt t="9474" x="4584700" y="1371600"/>
          <p14:tracePt t="9484" x="4559300" y="1377950"/>
          <p14:tracePt t="9501" x="4470400" y="1403350"/>
          <p14:tracePt t="9518" x="4368800" y="1428750"/>
          <p14:tracePt t="9536" x="4254500" y="1441450"/>
          <p14:tracePt t="9552" x="4229100" y="1447800"/>
          <p14:tracePt t="9619" x="4235450" y="1447800"/>
          <p14:tracePt t="9627" x="4241800" y="1447800"/>
          <p14:tracePt t="9644" x="4248150" y="1441450"/>
          <p14:tracePt t="9659" x="4260850" y="1441450"/>
          <p14:tracePt t="9669" x="4260850" y="1435100"/>
          <p14:tracePt t="9686" x="4267200" y="1428750"/>
          <p14:tracePt t="9705" x="4273550" y="1428750"/>
          <p14:tracePt t="9731" x="4273550" y="1416050"/>
          <p14:tracePt t="9745" x="4254500" y="1384300"/>
          <p14:tracePt t="9752" x="4248150" y="1365250"/>
          <p14:tracePt t="9768" x="4222750" y="1327150"/>
          <p14:tracePt t="9785" x="4197350" y="1276350"/>
          <p14:tracePt t="9804" x="4171950" y="1225550"/>
          <p14:tracePt t="9819" x="4146550" y="1193800"/>
          <p14:tracePt t="9838" x="4114800" y="1168400"/>
          <p14:tracePt t="9853" x="4095750" y="1155700"/>
          <p14:tracePt t="9870" x="4076700" y="1155700"/>
          <p14:tracePt t="9887" x="4038600" y="1162050"/>
          <p14:tracePt t="9901" x="3975100" y="1206500"/>
          <p14:tracePt t="9919" x="3943350" y="1270000"/>
          <p14:tracePt t="9935" x="3930650" y="1295400"/>
          <p14:tracePt t="9952" x="3962400" y="1327150"/>
          <p14:tracePt t="9969" x="3987800" y="1327150"/>
          <p14:tracePt t="9986" x="4032250" y="1327150"/>
          <p14:tracePt t="10002" x="4083050" y="1327150"/>
          <p14:tracePt t="10018" x="4102100" y="1314450"/>
          <p14:tracePt t="10035" x="4108450" y="1314450"/>
          <p14:tracePt t="10099" x="4121150" y="1314450"/>
          <p14:tracePt t="10107" x="4127500" y="1314450"/>
          <p14:tracePt t="10120" x="4171950" y="1314450"/>
          <p14:tracePt t="10136" x="4241800" y="1308100"/>
          <p14:tracePt t="10151" x="4311650" y="1295400"/>
          <p14:tracePt t="10170" x="4381500" y="1282700"/>
          <p14:tracePt t="10185" x="4438650" y="1270000"/>
          <p14:tracePt t="10202" x="4476750" y="1270000"/>
          <p14:tracePt t="10220" x="4527550" y="1270000"/>
          <p14:tracePt t="10234" x="4565650" y="1282700"/>
          <p14:tracePt t="10251" x="4629150" y="1295400"/>
          <p14:tracePt t="10267" x="4692650" y="1308100"/>
          <p14:tracePt t="10285" x="4737100" y="1320800"/>
          <p14:tracePt t="10302" x="4775200" y="1320800"/>
          <p14:tracePt t="10319" x="4806950" y="1320800"/>
          <p14:tracePt t="10335" x="4870450" y="1320800"/>
          <p14:tracePt t="10352" x="4940300" y="1320800"/>
          <p14:tracePt t="10369" x="5029200" y="1320800"/>
          <p14:tracePt t="10385" x="5156200" y="1320800"/>
          <p14:tracePt t="10403" x="5289550" y="1327150"/>
          <p14:tracePt t="10418" x="5391150" y="1333500"/>
          <p14:tracePt t="10435" x="5480050" y="1333500"/>
          <p14:tracePt t="10451" x="5499100" y="1333500"/>
          <p14:tracePt t="10468" x="5511800" y="1333500"/>
          <p14:tracePt t="10486" x="5518150" y="1333500"/>
          <p14:tracePt t="10564" x="5511800" y="1333500"/>
          <p14:tracePt t="10574" x="5505450" y="1333500"/>
          <p14:tracePt t="10588" x="5492750" y="1346200"/>
          <p14:tracePt t="10603" x="5486400" y="1346200"/>
          <p14:tracePt t="10629" x="5492750" y="1346200"/>
          <p14:tracePt t="10638" x="5499100" y="1346200"/>
          <p14:tracePt t="10655" x="5568950" y="1346200"/>
          <p14:tracePt t="10668" x="5651500" y="1346200"/>
          <p14:tracePt t="10687" x="5715000" y="1358900"/>
          <p14:tracePt t="10704" x="5753100" y="1365250"/>
          <p14:tracePt t="10720" x="5753100" y="1371600"/>
          <p14:tracePt t="10737" x="5746750" y="1377950"/>
          <p14:tracePt t="10752" x="5734050" y="1384300"/>
          <p14:tracePt t="10769" x="5638800" y="1416050"/>
          <p14:tracePt t="10788" x="5499100" y="1441450"/>
          <p14:tracePt t="10803" x="5200650" y="1447800"/>
          <p14:tracePt t="10820" x="4711700" y="1441450"/>
          <p14:tracePt t="10837" x="4184650" y="1409700"/>
          <p14:tracePt t="10853" x="3829050" y="1377950"/>
          <p14:tracePt t="10869" x="3600450" y="1371600"/>
          <p14:tracePt t="10886" x="3422650" y="1365250"/>
          <p14:tracePt t="10902" x="3346450" y="1371600"/>
          <p14:tracePt t="10918" x="3276600" y="1371600"/>
          <p14:tracePt t="10934" x="3194050" y="1377950"/>
          <p14:tracePt t="10951" x="3105150" y="1384300"/>
          <p14:tracePt t="10968" x="3028950" y="1390650"/>
          <p14:tracePt t="10986" x="2971800" y="1397000"/>
          <p14:tracePt t="11001" x="2959100" y="1397000"/>
          <p14:tracePt t="11018" x="2946400" y="1397000"/>
          <p14:tracePt t="11034" x="2940050" y="1397000"/>
          <p14:tracePt t="11053" x="2908300" y="1397000"/>
          <p14:tracePt t="11069" x="2851150" y="1403350"/>
          <p14:tracePt t="11087" x="2762250" y="1409700"/>
          <p14:tracePt t="11103" x="2603500" y="1409700"/>
          <p14:tracePt t="11119" x="2489200" y="1397000"/>
          <p14:tracePt t="11136" x="2444750" y="1384300"/>
          <p14:tracePt t="11155" x="2438400" y="1377950"/>
          <p14:tracePt t="11168" x="2438400" y="1371600"/>
          <p14:tracePt t="11185" x="2438400" y="1352550"/>
          <p14:tracePt t="11202" x="2457450" y="1327150"/>
          <p14:tracePt t="11219" x="2476500" y="1295400"/>
          <p14:tracePt t="11235" x="2495550" y="1270000"/>
          <p14:tracePt t="11251" x="2584450" y="1187450"/>
          <p14:tracePt t="11268" x="2679700" y="1117600"/>
          <p14:tracePt t="11285" x="2774950" y="1054100"/>
          <p14:tracePt t="11303" x="2876550" y="1016000"/>
          <p14:tracePt t="11319" x="2971800" y="984250"/>
          <p14:tracePt t="11337" x="3054350" y="958850"/>
          <p14:tracePt t="11353" x="3124200" y="939800"/>
          <p14:tracePt t="11370" x="3213100" y="920750"/>
          <p14:tracePt t="11385" x="3270250" y="914400"/>
          <p14:tracePt t="11404" x="3333750" y="901700"/>
          <p14:tracePt t="11419" x="3435350" y="901700"/>
          <p14:tracePt t="11435" x="3575050" y="901700"/>
          <p14:tracePt t="11452" x="3746500" y="920750"/>
          <p14:tracePt t="11469" x="4006850" y="958850"/>
          <p14:tracePt t="11486" x="4203700" y="990600"/>
          <p14:tracePt t="11503" x="4394200" y="1016000"/>
          <p14:tracePt t="11518" x="4565650" y="1047750"/>
          <p14:tracePt t="11535" x="4718050" y="1073150"/>
          <p14:tracePt t="11554" x="4883150" y="1104900"/>
          <p14:tracePt t="11570" x="5041900" y="1117600"/>
          <p14:tracePt t="11587" x="5219700" y="1123950"/>
          <p14:tracePt t="11603" x="5289550" y="1130300"/>
          <p14:tracePt t="11609" x="5308600" y="1130300"/>
          <p14:tracePt t="11625" x="5314950" y="1130300"/>
          <p14:tracePt t="11672" x="5308600" y="1136650"/>
          <p14:tracePt t="11680" x="5302250" y="1143000"/>
          <p14:tracePt t="11688" x="5295900" y="1143000"/>
          <p14:tracePt t="11701" x="5276850" y="1149350"/>
          <p14:tracePt t="11909" x="5270500" y="1149350"/>
          <p14:tracePt t="11922" x="5226050" y="1149350"/>
          <p14:tracePt t="11931" x="5162550" y="1136650"/>
          <p14:tracePt t="11944" x="4953000" y="1111250"/>
          <p14:tracePt t="11951" x="4806950" y="1092200"/>
          <p14:tracePt t="11967" x="4413250" y="1047750"/>
          <p14:tracePt t="11986" x="3829050" y="996950"/>
          <p14:tracePt t="12002" x="3613150" y="977900"/>
          <p14:tracePt t="12018" x="3505200" y="977900"/>
          <p14:tracePt t="12036" x="3429000" y="996950"/>
          <p14:tracePt t="12054" x="3390900" y="1016000"/>
          <p14:tracePt t="12069" x="3371850" y="1035050"/>
          <p14:tracePt t="12087" x="3346450" y="1060450"/>
          <p14:tracePt t="12101" x="3327400" y="1079500"/>
          <p14:tracePt t="12119" x="3321050" y="1092200"/>
          <p14:tracePt t="12137" x="3321050" y="1098550"/>
          <p14:tracePt t="12208" x="3314700" y="1098550"/>
          <p14:tracePt t="12221" x="3308350" y="1098550"/>
          <p14:tracePt t="12233" x="3302000" y="1111250"/>
          <p14:tracePt t="12244" x="3289300" y="1123950"/>
          <p14:tracePt t="12257" x="3270250" y="1130300"/>
          <p14:tracePt t="12268" x="3270250" y="1136650"/>
          <p14:tracePt t="12304" x="3263900" y="1136650"/>
          <p14:tracePt t="12319" x="3263900" y="1143000"/>
          <p14:tracePt t="12336" x="3251200" y="1149350"/>
          <p14:tracePt t="12352" x="3225800" y="1155700"/>
          <p14:tracePt t="12369" x="3194050" y="1155700"/>
          <p14:tracePt t="12385" x="3155950" y="1155700"/>
          <p14:tracePt t="12402" x="3124200" y="1149350"/>
          <p14:tracePt t="12419" x="3105150" y="1143000"/>
          <p14:tracePt t="12436" x="3086100" y="1136650"/>
          <p14:tracePt t="12452" x="3067050" y="1130300"/>
          <p14:tracePt t="12468" x="3054350" y="1117600"/>
          <p14:tracePt t="12485" x="3041650" y="1111250"/>
          <p14:tracePt t="12501" x="3028950" y="1098550"/>
          <p14:tracePt t="12518" x="3022600" y="1098550"/>
          <p14:tracePt t="12535" x="3022600" y="1092200"/>
          <p14:tracePt t="12553" x="3022600" y="1085850"/>
          <p14:tracePt t="12570" x="3022600" y="1060450"/>
          <p14:tracePt t="12586" x="3035300" y="1047750"/>
          <p14:tracePt t="12603" x="3041650" y="1041400"/>
          <p14:tracePt t="12611" x="3048000" y="1035050"/>
          <p14:tracePt t="12624" x="3054350" y="1028700"/>
          <p14:tracePt t="12657" x="3060700" y="1028700"/>
          <p14:tracePt t="12662" x="3060700" y="1022350"/>
          <p14:tracePt t="12687" x="3060700" y="1016000"/>
          <p14:tracePt t="12704" x="3060700" y="1009650"/>
          <p14:tracePt t="12713" x="3060700" y="1003300"/>
          <p14:tracePt t="12886" x="3060700" y="996950"/>
          <p14:tracePt t="13049" x="3060700" y="990600"/>
          <p14:tracePt t="13063" x="3060700" y="984250"/>
          <p14:tracePt t="13138" x="3060700" y="977900"/>
          <p14:tracePt t="13175" x="3060700" y="971550"/>
          <p14:tracePt t="13188" x="3060700" y="965200"/>
          <p14:tracePt t="13198" x="3060700" y="958850"/>
          <p14:tracePt t="13209" x="3060700" y="952500"/>
          <p14:tracePt t="13221" x="3054350" y="939800"/>
          <p14:tracePt t="13235" x="3048000" y="933450"/>
          <p14:tracePt t="13252" x="3048000" y="914400"/>
          <p14:tracePt t="13270" x="3048000" y="895350"/>
          <p14:tracePt t="13287" x="3048000" y="889000"/>
          <p14:tracePt t="13320" x="3048000" y="882650"/>
          <p14:tracePt t="13581" x="3041650" y="876300"/>
          <p14:tracePt t="13594" x="3041650" y="863600"/>
          <p14:tracePt t="13608" x="3048000" y="825500"/>
          <p14:tracePt t="13619" x="3060700" y="787400"/>
          <p14:tracePt t="13637" x="3136900" y="717550"/>
          <p14:tracePt t="13651" x="3251200" y="660400"/>
          <p14:tracePt t="13670" x="3251200" y="654050"/>
          <p14:tracePt t="13974" x="3244850" y="654050"/>
          <p14:tracePt t="14010" x="3244850" y="647700"/>
          <p14:tracePt t="14015" x="3251200" y="647700"/>
          <p14:tracePt t="14025" x="3257550" y="641350"/>
          <p14:tracePt t="14035" x="3263900" y="635000"/>
          <p14:tracePt t="14052" x="3282950" y="622300"/>
          <p14:tracePt t="14068" x="3302000" y="603250"/>
          <p14:tracePt t="14085" x="3321050" y="590550"/>
          <p14:tracePt t="14102" x="3340100" y="577850"/>
          <p14:tracePt t="14118" x="3359150" y="558800"/>
          <p14:tracePt t="14136" x="3378200" y="546100"/>
          <p14:tracePt t="14152" x="3390900" y="539750"/>
          <p14:tracePt t="14169" x="3403600" y="539750"/>
          <p14:tracePt t="14186" x="3429000" y="533400"/>
          <p14:tracePt t="14204" x="3454400" y="533400"/>
          <p14:tracePt t="14218" x="3492500" y="552450"/>
          <p14:tracePt t="14235" x="3556000" y="577850"/>
          <p14:tracePt t="14252" x="3625850" y="628650"/>
          <p14:tracePt t="14268" x="3702050" y="692150"/>
          <p14:tracePt t="14288" x="3771900" y="774700"/>
          <p14:tracePt t="14304" x="3790950" y="806450"/>
          <p14:tracePt t="14320" x="3797300" y="850900"/>
          <p14:tracePt t="14337" x="3810000" y="901700"/>
          <p14:tracePt t="14352" x="3816350" y="952500"/>
          <p14:tracePt t="14370" x="3816350" y="977900"/>
          <p14:tracePt t="14386" x="3829050" y="1009650"/>
          <p14:tracePt t="14404" x="3848100" y="1022350"/>
          <p14:tracePt t="14418" x="3860800" y="1035050"/>
          <p14:tracePt t="14436" x="3873500" y="1041400"/>
          <p14:tracePt t="14522" x="3879850" y="1041400"/>
          <p14:tracePt t="14533" x="3879850" y="1022350"/>
          <p14:tracePt t="14543" x="3879850" y="1016000"/>
          <p14:tracePt t="14554" x="3879850" y="1009650"/>
          <p14:tracePt t="14570" x="3879850" y="990600"/>
          <p14:tracePt t="14587" x="3873500" y="984250"/>
          <p14:tracePt t="14604" x="3867150" y="977900"/>
          <p14:tracePt t="14620" x="3854450" y="977900"/>
          <p14:tracePt t="14636" x="3822700" y="965200"/>
          <p14:tracePt t="14653" x="3790950" y="965200"/>
          <p14:tracePt t="14669" x="3746500" y="958850"/>
          <p14:tracePt t="14685" x="3689350" y="952500"/>
          <p14:tracePt t="14702" x="3651250" y="946150"/>
          <p14:tracePt t="14719" x="3625850" y="946150"/>
          <p14:tracePt t="14735" x="3594100" y="946150"/>
          <p14:tracePt t="14751" x="3575050" y="952500"/>
          <p14:tracePt t="14768" x="3556000" y="965200"/>
          <p14:tracePt t="14784" x="3536950" y="977900"/>
          <p14:tracePt t="14803" x="3524250" y="996950"/>
          <p14:tracePt t="14818" x="3505200" y="1009650"/>
          <p14:tracePt t="14836" x="3498850" y="1009650"/>
          <p14:tracePt t="14852" x="3492500" y="1016000"/>
          <p14:tracePt t="14867" x="3492500" y="1022350"/>
          <p14:tracePt t="14886" x="3486150" y="1035050"/>
          <p14:tracePt t="14903" x="3479800" y="1060450"/>
          <p14:tracePt t="14918" x="3479800" y="1079500"/>
          <p14:tracePt t="14935" x="3479800" y="1111250"/>
          <p14:tracePt t="14952" x="3486150" y="1143000"/>
          <p14:tracePt t="14968" x="3498850" y="1168400"/>
          <p14:tracePt t="14986" x="3505200" y="1187450"/>
          <p14:tracePt t="15002" x="3511550" y="1200150"/>
          <p14:tracePt t="15018" x="3530600" y="1231900"/>
          <p14:tracePt t="15036" x="3543300" y="1244600"/>
          <p14:tracePt t="15053" x="3556000" y="1250950"/>
          <p14:tracePt t="15070" x="3562350" y="1257300"/>
          <p14:tracePt t="15087" x="3575050" y="1270000"/>
          <p14:tracePt t="15103" x="3587750" y="1276350"/>
          <p14:tracePt t="15108" x="3594100" y="1276350"/>
          <p14:tracePt t="15119" x="3606800" y="1289050"/>
          <p14:tracePt t="15136" x="3625850" y="1289050"/>
          <p14:tracePt t="15152" x="3651250" y="1289050"/>
          <p14:tracePt t="15169" x="3663950" y="1295400"/>
          <p14:tracePt t="15186" x="3683000" y="1295400"/>
          <p14:tracePt t="15201" x="3695700" y="1295400"/>
          <p14:tracePt t="15219" x="3727450" y="1276350"/>
          <p14:tracePt t="15235" x="3740150" y="1257300"/>
          <p14:tracePt t="15252" x="3759200" y="1238250"/>
          <p14:tracePt t="15269" x="3771900" y="1219200"/>
          <p14:tracePt t="15285" x="3784600" y="1206500"/>
          <p14:tracePt t="15304" x="3797300" y="1193800"/>
          <p14:tracePt t="15320" x="3797300" y="1181100"/>
          <p14:tracePt t="15337" x="3797300" y="1162050"/>
          <p14:tracePt t="15353" x="3797300" y="1143000"/>
          <p14:tracePt t="15368" x="3797300" y="1123950"/>
          <p14:tracePt t="15386" x="3784600" y="1111250"/>
          <p14:tracePt t="15402" x="3778250" y="1092200"/>
          <p14:tracePt t="15419" x="3771900" y="1073150"/>
          <p14:tracePt t="15436" x="3765550" y="1066800"/>
          <p14:tracePt t="15452" x="3752850" y="1060450"/>
          <p14:tracePt t="15469" x="3733800" y="1047750"/>
          <p14:tracePt t="15485" x="3721100" y="1041400"/>
          <p14:tracePt t="15502" x="3702050" y="1041400"/>
          <p14:tracePt t="15519" x="3689350" y="1041400"/>
          <p14:tracePt t="15538" x="3676650" y="1041400"/>
          <p14:tracePt t="15554" x="3663950" y="1054100"/>
          <p14:tracePt t="15569" x="3657600" y="1073150"/>
          <p14:tracePt t="15587" x="3657600" y="1079500"/>
          <p14:tracePt t="15604" x="3657600" y="1092200"/>
          <p14:tracePt t="15625" x="3657600" y="1098550"/>
          <p14:tracePt t="15635" x="3663950" y="1098550"/>
          <p14:tracePt t="15654" x="3683000" y="1098550"/>
          <p14:tracePt t="15669" x="3708400" y="1098550"/>
          <p14:tracePt t="15686" x="3803650" y="1098550"/>
          <p14:tracePt t="15705" x="3867150" y="1092200"/>
          <p14:tracePt t="15718" x="3930650" y="1066800"/>
          <p14:tracePt t="15736" x="3968750" y="1047750"/>
          <p14:tracePt t="15751" x="3981450" y="1028700"/>
          <p14:tracePt t="15768" x="3981450" y="1009650"/>
          <p14:tracePt t="15786" x="3975100" y="977900"/>
          <p14:tracePt t="15803" x="3975100" y="971550"/>
          <p14:tracePt t="15819" x="3968750" y="971550"/>
          <p14:tracePt t="15837" x="3962400" y="971550"/>
          <p14:tracePt t="15853" x="3943350" y="971550"/>
          <p14:tracePt t="15869" x="3917950" y="996950"/>
          <p14:tracePt t="15887" x="3879850" y="1035050"/>
          <p14:tracePt t="15904" x="3854450" y="1079500"/>
          <p14:tracePt t="15919" x="3829050" y="1111250"/>
          <p14:tracePt t="15936" x="3829050" y="1123950"/>
          <p14:tracePt t="15953" x="3848100" y="1130300"/>
          <p14:tracePt t="15969" x="3873500" y="1136650"/>
          <p14:tracePt t="15985" x="3905250" y="1143000"/>
          <p14:tracePt t="16002" x="3917950" y="1149350"/>
          <p14:tracePt t="16018" x="3924300" y="1155700"/>
          <p14:tracePt t="16037" x="3924300" y="1168400"/>
          <p14:tracePt t="16054" x="3924300" y="1187450"/>
          <p14:tracePt t="16069" x="3905250" y="1206500"/>
          <p14:tracePt t="16087" x="3898900" y="1219200"/>
          <p14:tracePt t="16104" x="3886200" y="1238250"/>
          <p14:tracePt t="16111" x="3886200" y="1244600"/>
          <p14:tracePt t="16121" x="3873500" y="1250950"/>
          <p14:tracePt t="16137" x="3867150" y="1250950"/>
          <p14:tracePt t="16152" x="3848100" y="1257300"/>
          <p14:tracePt t="16169" x="3810000" y="1257300"/>
          <p14:tracePt t="16185" x="3765550" y="1257300"/>
          <p14:tracePt t="16202" x="3752850" y="1257300"/>
          <p14:tracePt t="16219" x="3740150" y="1257300"/>
          <p14:tracePt t="16235" x="3733800" y="1257300"/>
          <p14:tracePt t="16251" x="3714750" y="1270000"/>
          <p14:tracePt t="16269" x="3695700" y="1289050"/>
          <p14:tracePt t="16285" x="3676650" y="1301750"/>
          <p14:tracePt t="16304" x="3657600" y="1320800"/>
          <p14:tracePt t="16319" x="3644900" y="1339850"/>
          <p14:tracePt t="16337" x="3638550" y="1346200"/>
          <p14:tracePt t="16370" x="3632200" y="1352550"/>
          <p14:tracePt t="16385" x="3625850" y="1352550"/>
          <p14:tracePt t="16404" x="3619500" y="1358900"/>
          <p14:tracePt t="16491" x="3625850" y="1358900"/>
          <p14:tracePt t="16498" x="3632200" y="1358900"/>
          <p14:tracePt t="16506" x="3644900" y="1352550"/>
          <p14:tracePt t="16520" x="3663950" y="1346200"/>
          <p14:tracePt t="16535" x="3689350" y="1346200"/>
          <p14:tracePt t="16553" x="3708400" y="1339850"/>
          <p14:tracePt t="16570" x="3740150" y="1333500"/>
          <p14:tracePt t="16587" x="3778250" y="1333500"/>
          <p14:tracePt t="16601" x="3797300" y="1327150"/>
          <p14:tracePt t="16607" x="3810000" y="1327150"/>
          <p14:tracePt t="16620" x="3816350" y="1327150"/>
          <p14:tracePt t="16636" x="3854450" y="1327150"/>
          <p14:tracePt t="16654" x="3879850" y="1327150"/>
          <p14:tracePt t="16668" x="3892550" y="1327150"/>
          <p14:tracePt t="16685" x="3911600" y="1327150"/>
          <p14:tracePt t="16705" x="3924300" y="1333500"/>
          <p14:tracePt t="16718" x="3956050" y="1333500"/>
          <p14:tracePt t="16736" x="3994150" y="1339850"/>
          <p14:tracePt t="16751" x="4013200" y="1339850"/>
          <p14:tracePt t="16768" x="4025900" y="1339850"/>
          <p14:tracePt t="16785" x="4044950" y="1339850"/>
          <p14:tracePt t="16802" x="4064000" y="1339850"/>
          <p14:tracePt t="16819" x="4076700" y="1339850"/>
          <p14:tracePt t="16836" x="4089400" y="1339850"/>
          <p14:tracePt t="16852" x="4102100" y="1339850"/>
          <p14:tracePt t="16869" x="4121150" y="1346200"/>
          <p14:tracePt t="16886" x="4133850" y="1346200"/>
          <p14:tracePt t="16903" x="4171950" y="1346200"/>
          <p14:tracePt t="16919" x="4210050" y="1346200"/>
          <p14:tracePt t="16936" x="4241800" y="1346200"/>
          <p14:tracePt t="16952" x="4260850" y="1346200"/>
          <p14:tracePt t="16970" x="4273550" y="1346200"/>
          <p14:tracePt t="16986" x="4279900" y="1346200"/>
          <p14:tracePt t="18619" x="4267200" y="1346200"/>
          <p14:tracePt t="18626" x="4254500" y="1333500"/>
          <p14:tracePt t="18638" x="4241800" y="1327150"/>
          <p14:tracePt t="18653" x="4235450" y="1327150"/>
          <p14:tracePt t="18669" x="4235450" y="1339850"/>
          <p14:tracePt t="18685" x="4235450" y="1352550"/>
          <p14:tracePt t="18939" x="4229100" y="1352550"/>
          <p14:tracePt t="19974" x="4229100" y="1358900"/>
          <p14:tracePt t="20334" x="4229100" y="1365250"/>
          <p14:tracePt t="20343" x="4235450" y="1371600"/>
          <p14:tracePt t="20352" x="4248150" y="1384300"/>
          <p14:tracePt t="20370" x="4305300" y="1403350"/>
          <p14:tracePt t="20388" x="4356100" y="1422400"/>
          <p14:tracePt t="20404" x="4368800" y="1435100"/>
          <p14:tracePt t="20441" x="4356100" y="1435100"/>
          <p14:tracePt t="20452" x="4337050" y="1435100"/>
          <p14:tracePt t="20469" x="4305300" y="1435100"/>
          <p14:tracePt t="20485" x="4286250" y="1422400"/>
          <p14:tracePt t="20541" x="4273550" y="1409700"/>
          <p14:tracePt t="20548" x="4267200" y="1403350"/>
          <p14:tracePt t="20558" x="4260850" y="1390650"/>
          <p14:tracePt t="20570" x="4260850" y="1384300"/>
          <p14:tracePt t="20588" x="4260850" y="1358900"/>
          <p14:tracePt t="20602" x="4260850" y="1339850"/>
          <p14:tracePt t="20623" x="4260850" y="1333500"/>
          <p14:tracePt t="20637" x="4267200" y="1314450"/>
          <p14:tracePt t="20653" x="4267200" y="1295400"/>
          <p14:tracePt t="20669" x="4273550" y="1282700"/>
          <p14:tracePt t="20687" x="4292600" y="1263650"/>
          <p14:tracePt t="20703" x="4324350" y="1231900"/>
          <p14:tracePt t="20718" x="4349750" y="1212850"/>
          <p14:tracePt t="20734" x="4362450" y="1200150"/>
          <p14:tracePt t="20751" x="4381500" y="1181100"/>
          <p14:tracePt t="20769" x="4400550" y="1162050"/>
          <p14:tracePt t="20785" x="4406900" y="1143000"/>
          <p14:tracePt t="20802" x="4406900" y="1136650"/>
          <p14:tracePt t="20819" x="4406900" y="1130300"/>
          <p14:tracePt t="20836" x="4406900" y="1123950"/>
          <p14:tracePt t="20853" x="4413250" y="1123950"/>
          <p14:tracePt t="20869" x="4419600" y="1123950"/>
          <p14:tracePt t="20966" x="4413250" y="1123950"/>
          <p14:tracePt t="21213" x="4406900" y="1123950"/>
          <p14:tracePt t="21510" x="4400550" y="1123950"/>
          <p14:tracePt t="21521" x="4387850" y="1123950"/>
          <p14:tracePt t="21537" x="4381500" y="1123950"/>
          <p14:tracePt t="21570" x="4375150" y="1123950"/>
          <p14:tracePt t="21587" x="4362450" y="1123950"/>
          <p14:tracePt t="21602" x="4356100" y="1123950"/>
          <p14:tracePt t="21620" x="4349750" y="1123950"/>
          <p14:tracePt t="21715" x="4349750" y="1130300"/>
          <p14:tracePt t="21730" x="4343400" y="1130300"/>
          <p14:tracePt t="21744" x="4343400" y="1136650"/>
          <p14:tracePt t="21753" x="4337050" y="1136650"/>
          <p14:tracePt t="21769" x="4330700" y="1149350"/>
          <p14:tracePt t="21787" x="4273550" y="1193800"/>
          <p14:tracePt t="21804" x="4184650" y="1238250"/>
          <p14:tracePt t="21819" x="4057650" y="1301750"/>
          <p14:tracePt t="21837" x="3873500" y="1384300"/>
          <p14:tracePt t="21853" x="3536950" y="1504950"/>
          <p14:tracePt t="21868" x="3105150" y="1625600"/>
          <p14:tracePt t="21887" x="2597150" y="1746250"/>
          <p14:tracePt t="21904" x="1911350" y="1866900"/>
          <p14:tracePt t="21920" x="1593850" y="1924050"/>
          <p14:tracePt t="21935" x="1416050" y="1955800"/>
          <p14:tracePt t="21953" x="1333500" y="1974850"/>
          <p14:tracePt t="21970" x="1320800" y="1993900"/>
          <p14:tracePt t="21985" x="1314450" y="1993900"/>
          <p14:tracePt t="22011" x="1308100" y="2000250"/>
          <p14:tracePt t="22034" x="1301750" y="2000250"/>
          <p14:tracePt t="22043" x="1289050" y="2006600"/>
          <p14:tracePt t="22054" x="1282700" y="2012950"/>
          <p14:tracePt t="22070" x="1263650" y="2025650"/>
          <p14:tracePt t="22087" x="1244600" y="2044700"/>
          <p14:tracePt t="22102" x="1231900" y="2057400"/>
          <p14:tracePt t="22122" x="1231900" y="2063750"/>
          <p14:tracePt t="22311" x="1219200" y="2063750"/>
          <p14:tracePt t="22325" x="1206500" y="2063750"/>
          <p14:tracePt t="22337" x="1193800" y="2063750"/>
          <p14:tracePt t="22352" x="1174750" y="2063750"/>
          <p14:tracePt t="22370" x="1168400" y="2063750"/>
          <p14:tracePt t="22438" x="1168400" y="2057400"/>
          <p14:tracePt t="22494" x="1168400" y="2051050"/>
          <p14:tracePt t="22503" x="1174750" y="2038350"/>
          <p14:tracePt t="22707" x="1174750" y="2032000"/>
          <p14:tracePt t="22720" x="1181100" y="2032000"/>
          <p14:tracePt t="22749" x="1187450" y="2032000"/>
          <p14:tracePt t="22761" x="1187450" y="2025650"/>
          <p14:tracePt t="22781" x="1193800" y="2025650"/>
          <p14:tracePt t="22794" x="1206500" y="2019300"/>
          <p14:tracePt t="22804" x="1212850" y="2019300"/>
          <p14:tracePt t="22820" x="1231900" y="2006600"/>
          <p14:tracePt t="22838" x="1263650" y="1993900"/>
          <p14:tracePt t="22854" x="1295400" y="1981200"/>
          <p14:tracePt t="22869" x="1339850" y="1968500"/>
          <p14:tracePt t="22885" x="1384300" y="1955800"/>
          <p14:tracePt t="22902" x="1422400" y="1943100"/>
          <p14:tracePt t="22920" x="1454150" y="1943100"/>
          <p14:tracePt t="22936" x="1511300" y="1936750"/>
          <p14:tracePt t="22954" x="1549400" y="1930400"/>
          <p14:tracePt t="22969" x="1587500" y="1930400"/>
          <p14:tracePt t="22987" x="1651000" y="1924050"/>
          <p14:tracePt t="23003" x="1714500" y="1924050"/>
          <p14:tracePt t="23018" x="1784350" y="1917700"/>
          <p14:tracePt t="23035" x="1841500" y="1905000"/>
          <p14:tracePt t="23053" x="1917700" y="1898650"/>
          <p14:tracePt t="23070" x="1949450" y="1892300"/>
          <p14:tracePt t="23087" x="1987550" y="1885950"/>
          <p14:tracePt t="23104" x="2038350" y="1879600"/>
          <p14:tracePt t="23111" x="2063750" y="1879600"/>
          <p14:tracePt t="23122" x="2127250" y="1879600"/>
          <p14:tracePt t="23136" x="2152650" y="1879600"/>
          <p14:tracePt t="23152" x="2222500" y="1879600"/>
          <p14:tracePt t="23168" x="2254250" y="1879600"/>
          <p14:tracePt t="23187" x="2286000" y="1879600"/>
          <p14:tracePt t="23202" x="2311400" y="1879600"/>
          <p14:tracePt t="23218" x="2343150" y="1873250"/>
          <p14:tracePt t="23238" x="2400300" y="1866900"/>
          <p14:tracePt t="23252" x="2476500" y="1860550"/>
          <p14:tracePt t="23268" x="2533650" y="1854200"/>
          <p14:tracePt t="23287" x="2578100" y="1847850"/>
          <p14:tracePt t="23304" x="2609850" y="1847850"/>
          <p14:tracePt t="23320" x="2635250" y="1841500"/>
          <p14:tracePt t="23337" x="2647950" y="1841500"/>
          <p14:tracePt t="23353" x="2660650" y="1841500"/>
          <p14:tracePt t="23369" x="2686050" y="1841500"/>
          <p14:tracePt t="23386" x="2705100" y="1841500"/>
          <p14:tracePt t="23402" x="2736850" y="1841500"/>
          <p14:tracePt t="23419" x="2768600" y="1841500"/>
          <p14:tracePt t="23435" x="2800350" y="1841500"/>
          <p14:tracePt t="23452" x="2832100" y="1847850"/>
          <p14:tracePt t="23469" x="2857500" y="1847850"/>
          <p14:tracePt t="23485" x="2901950" y="1847850"/>
          <p14:tracePt t="23504" x="2940050" y="1854200"/>
          <p14:tracePt t="23519" x="2978150" y="1854200"/>
          <p14:tracePt t="23537" x="3016250" y="1854200"/>
          <p14:tracePt t="23554" x="3060700" y="1866900"/>
          <p14:tracePt t="23569" x="3105150" y="1866900"/>
          <p14:tracePt t="23587" x="3162300" y="1873250"/>
          <p14:tracePt t="23602" x="3187700" y="1879600"/>
          <p14:tracePt t="23608" x="3200400" y="1879600"/>
          <p14:tracePt t="23622" x="3213100" y="1879600"/>
          <p14:tracePt t="23635" x="3225800" y="1885950"/>
          <p14:tracePt t="23652" x="3238500" y="1885950"/>
          <p14:tracePt t="23670" x="3257550" y="1885950"/>
          <p14:tracePt t="23686" x="3270250" y="1885950"/>
          <p14:tracePt t="23702" x="3289300" y="1885950"/>
          <p14:tracePt t="23719" x="3302000" y="1885950"/>
          <p14:tracePt t="23737" x="3321050" y="1885950"/>
          <p14:tracePt t="23752" x="3333750" y="1885950"/>
          <p14:tracePt t="23769" x="3340100" y="1885950"/>
          <p14:tracePt t="23785" x="3346450" y="1885950"/>
          <p14:tracePt t="23921" x="3346450" y="1892300"/>
          <p14:tracePt t="23930" x="3340100" y="1892300"/>
          <p14:tracePt t="23939" x="3321050" y="1898650"/>
          <p14:tracePt t="23952" x="3282950" y="1917700"/>
          <p14:tracePt t="23969" x="3206750" y="1936750"/>
          <p14:tracePt t="23986" x="3136900" y="1936750"/>
          <p14:tracePt t="24003" x="3067050" y="1943100"/>
          <p14:tracePt t="24020" x="2959100" y="1949450"/>
          <p14:tracePt t="24038" x="2863850" y="1955800"/>
          <p14:tracePt t="24053" x="2762250" y="1962150"/>
          <p14:tracePt t="24070" x="2667000" y="1974850"/>
          <p14:tracePt t="24087" x="2559050" y="1993900"/>
          <p14:tracePt t="24102" x="2457450" y="2012950"/>
          <p14:tracePt t="24108" x="2406650" y="2012950"/>
          <p14:tracePt t="24122" x="2317750" y="2025650"/>
          <p14:tracePt t="24138" x="2247900" y="2038350"/>
          <p14:tracePt t="24153" x="2171700" y="2051050"/>
          <p14:tracePt t="24169" x="2101850" y="2063750"/>
          <p14:tracePt t="24186" x="2032000" y="2070100"/>
          <p14:tracePt t="24202" x="1962150" y="2076450"/>
          <p14:tracePt t="24219" x="1911350" y="2076450"/>
          <p14:tracePt t="24236" x="1854200" y="2076450"/>
          <p14:tracePt t="24252" x="1835150" y="2076450"/>
          <p14:tracePt t="24269" x="1822450" y="2076450"/>
          <p14:tracePt t="24287" x="1809750" y="2076450"/>
          <p14:tracePt t="24304" x="1803400" y="2082800"/>
          <p14:tracePt t="24373" x="1822450" y="2076450"/>
          <p14:tracePt t="24383" x="1835150" y="2063750"/>
          <p14:tracePt t="24391" x="1860550" y="2057400"/>
          <p14:tracePt t="24404" x="1943100" y="2032000"/>
          <p14:tracePt t="24418" x="2032000" y="2006600"/>
          <p14:tracePt t="24435" x="2133600" y="1987550"/>
          <p14:tracePt t="24452" x="2228850" y="1968500"/>
          <p14:tracePt t="24468" x="2336800" y="1949450"/>
          <p14:tracePt t="24486" x="2425700" y="1936750"/>
          <p14:tracePt t="24502" x="2520950" y="1924050"/>
          <p14:tracePt t="24519" x="2565400" y="1917700"/>
          <p14:tracePt t="24537" x="2597150" y="1911350"/>
          <p14:tracePt t="24553" x="2609850" y="1905000"/>
          <p14:tracePt t="24570" x="2628900" y="1905000"/>
          <p14:tracePt t="24587" x="2635250" y="1898650"/>
          <p14:tracePt t="24604" x="2641600" y="1898650"/>
          <p14:tracePt t="24611" x="2641600" y="1885950"/>
          <p14:tracePt t="24622" x="2647950" y="1879600"/>
          <p14:tracePt t="24637" x="2654300" y="1860550"/>
          <p14:tracePt t="24654" x="2654300" y="1835150"/>
          <p14:tracePt t="24669" x="2654300" y="1803400"/>
          <p14:tracePt t="24685" x="2647950" y="1784350"/>
          <p14:tracePt t="24702" x="2628900" y="1771650"/>
          <p14:tracePt t="24719" x="2590800" y="1739900"/>
          <p14:tracePt t="24736" x="2540000" y="1714500"/>
          <p14:tracePt t="24752" x="2457450" y="1676400"/>
          <p14:tracePt t="24769" x="2374900" y="1644650"/>
          <p14:tracePt t="24787" x="2266950" y="1606550"/>
          <p14:tracePt t="24804" x="2159000" y="1581150"/>
          <p14:tracePt t="24820" x="2089150" y="1562100"/>
          <p14:tracePt t="24838" x="2006600" y="1555750"/>
          <p14:tracePt t="24853" x="1981200" y="1555750"/>
          <p14:tracePt t="24870" x="1962150" y="1562100"/>
          <p14:tracePt t="24886" x="1930400" y="1581150"/>
          <p14:tracePt t="24904" x="1879600" y="1600200"/>
          <p14:tracePt t="24919" x="1822450" y="1631950"/>
          <p14:tracePt t="24937" x="1733550" y="1676400"/>
          <p14:tracePt t="24952" x="1701800" y="1695450"/>
          <p14:tracePt t="24970" x="1676400" y="1720850"/>
          <p14:tracePt t="24985" x="1657350" y="1746250"/>
          <p14:tracePt t="25002" x="1638300" y="1765300"/>
          <p14:tracePt t="25020" x="1612900" y="1790700"/>
          <p14:tracePt t="25038" x="1600200" y="1803400"/>
          <p14:tracePt t="25054" x="1600200" y="1809750"/>
          <p14:tracePt t="25069" x="1600200" y="1816100"/>
          <p14:tracePt t="25174" x="1606550" y="1816100"/>
          <p14:tracePt t="25523" x="1606550" y="1809750"/>
          <p14:tracePt t="25765" x="1612900" y="1803400"/>
          <p14:tracePt t="25778" x="1619250" y="1803400"/>
          <p14:tracePt t="25785" x="1631950" y="1803400"/>
          <p14:tracePt t="25803" x="1644650" y="1797050"/>
          <p14:tracePt t="25820" x="1708150" y="1790700"/>
          <p14:tracePt t="25837" x="1765300" y="1790700"/>
          <p14:tracePt t="25852" x="1835150" y="1784350"/>
          <p14:tracePt t="25870" x="1924050" y="1784350"/>
          <p14:tracePt t="25888" x="2025650" y="1790700"/>
          <p14:tracePt t="25904" x="2120900" y="1803400"/>
          <p14:tracePt t="25920" x="2260600" y="1822450"/>
          <p14:tracePt t="25935" x="2330450" y="1841500"/>
          <p14:tracePt t="25952" x="2406650" y="1847850"/>
          <p14:tracePt t="25969" x="2476500" y="1854200"/>
          <p14:tracePt t="25986" x="2520950" y="1854200"/>
          <p14:tracePt t="26004" x="2565400" y="1854200"/>
          <p14:tracePt t="26020" x="2590800" y="1847850"/>
          <p14:tracePt t="26037" x="2616200" y="1841500"/>
          <p14:tracePt t="26054" x="2628900" y="1828800"/>
          <p14:tracePt t="26069" x="2660650" y="1822450"/>
          <p14:tracePt t="26087" x="2686050" y="1822450"/>
          <p14:tracePt t="26103" x="2711450" y="1822450"/>
          <p14:tracePt t="26112" x="2730500" y="1822450"/>
          <p14:tracePt t="26122" x="2736850" y="1822450"/>
          <p14:tracePt t="26138" x="2755900" y="1822450"/>
          <p14:tracePt t="26152" x="2762250" y="1816100"/>
          <p14:tracePt t="26169" x="2774950" y="1816100"/>
          <p14:tracePt t="26186" x="2787650" y="1809750"/>
          <p14:tracePt t="26202" x="2800350" y="1809750"/>
          <p14:tracePt t="26219" x="2806700" y="1803400"/>
          <p14:tracePt t="26283" x="2787650" y="1803400"/>
          <p14:tracePt t="26294" x="2762250" y="1809750"/>
          <p14:tracePt t="26304" x="2724150" y="1816100"/>
          <p14:tracePt t="26320" x="2584450" y="1835150"/>
          <p14:tracePt t="26337" x="2476500" y="1841500"/>
          <p14:tracePt t="26353" x="2381250" y="1847850"/>
          <p14:tracePt t="26368" x="2317750" y="1847850"/>
          <p14:tracePt t="26387" x="2298700" y="1854200"/>
          <p14:tracePt t="26402" x="2273300" y="1854200"/>
          <p14:tracePt t="26420" x="2254250" y="1860550"/>
          <p14:tracePt t="26437" x="2241550" y="1866900"/>
          <p14:tracePt t="26527" x="2235200" y="1873250"/>
          <p14:tracePt t="26536" x="2222500" y="1885950"/>
          <p14:tracePt t="26554" x="2203450" y="1898650"/>
          <p14:tracePt t="26570" x="2178050" y="1917700"/>
          <p14:tracePt t="26588" x="2152650" y="1936750"/>
          <p14:tracePt t="26602" x="2120900" y="1949450"/>
          <p14:tracePt t="26608" x="2108200" y="1962150"/>
          <p14:tracePt t="26618" x="2095500" y="1968500"/>
          <p14:tracePt t="26638" x="2063750" y="1993900"/>
          <p14:tracePt t="26652" x="2032000" y="2012950"/>
          <p14:tracePt t="26670" x="1993900" y="2044700"/>
          <p14:tracePt t="26685" x="1962150" y="2063750"/>
          <p14:tracePt t="26705" x="1936750" y="2082800"/>
          <p14:tracePt t="26718" x="1924050" y="2101850"/>
          <p14:tracePt t="26735" x="1924050" y="2108200"/>
          <p14:tracePt t="26840" x="1924050" y="2120900"/>
          <p14:tracePt t="26849" x="1962150" y="2133600"/>
          <p14:tracePt t="26859" x="1974850" y="2139950"/>
          <p14:tracePt t="26870" x="1987550" y="2146300"/>
          <p14:tracePt t="26887" x="2019300" y="2159000"/>
          <p14:tracePt t="26904" x="2070100" y="2165350"/>
          <p14:tracePt t="26919" x="2171700" y="2197100"/>
          <p14:tracePt t="26938" x="2247900" y="2216150"/>
          <p14:tracePt t="26952" x="2330450" y="2228850"/>
          <p14:tracePt t="26971" x="2400300" y="2235200"/>
          <p14:tracePt t="26986" x="2419350" y="2235200"/>
          <p14:tracePt t="27053" x="2419350" y="2241550"/>
          <p14:tracePt t="27063" x="2400300" y="2247900"/>
          <p14:tracePt t="27087" x="2349500" y="2260600"/>
          <p14:tracePt t="27103" x="2311400" y="2273300"/>
          <p14:tracePt t="27107" x="2298700" y="2273300"/>
          <p14:tracePt t="27120" x="2286000" y="2273300"/>
          <p14:tracePt t="27137" x="2254250" y="2273300"/>
          <p14:tracePt t="27226" x="2247900" y="2273300"/>
          <p14:tracePt t="27237" x="2241550" y="2273300"/>
          <p14:tracePt t="27252" x="2228850" y="2273300"/>
          <p14:tracePt t="27269" x="2216150" y="2279650"/>
          <p14:tracePt t="27287" x="2209800" y="2279650"/>
          <p14:tracePt t="27325" x="2203450" y="2279650"/>
          <p14:tracePt t="27337" x="2197100" y="2279650"/>
          <p14:tracePt t="27354" x="2190750" y="2286000"/>
          <p14:tracePt t="27369" x="2178050" y="2286000"/>
          <p14:tracePt t="27387" x="2165350" y="2286000"/>
          <p14:tracePt t="27402" x="2152650" y="2286000"/>
          <p14:tracePt t="27421" x="2133600" y="2286000"/>
          <p14:tracePt t="27435" x="2114550" y="2286000"/>
          <p14:tracePt t="27454" x="2095500" y="2286000"/>
          <p14:tracePt t="27468" x="2057400" y="2286000"/>
          <p14:tracePt t="27485" x="2025650" y="2292350"/>
          <p14:tracePt t="27502" x="1981200" y="2311400"/>
          <p14:tracePt t="27518" x="1943100" y="2324100"/>
          <p14:tracePt t="27536" x="1936750" y="2324100"/>
          <p14:tracePt t="27675" x="1943100" y="2324100"/>
          <p14:tracePt t="27692" x="1949450" y="2324100"/>
          <p14:tracePt t="27709" x="1962150" y="2324100"/>
          <p14:tracePt t="27722" x="1968500" y="2324100"/>
          <p14:tracePt t="27998" x="1974850" y="2324100"/>
          <p14:tracePt t="28012" x="1981200" y="2324100"/>
          <p14:tracePt t="28028" x="2006600" y="2305050"/>
          <p14:tracePt t="28042" x="2038350" y="2292350"/>
          <p14:tracePt t="28054" x="2114550" y="2279650"/>
          <p14:tracePt t="28070" x="2216150" y="2266950"/>
          <p14:tracePt t="28088" x="2387600" y="2260600"/>
          <p14:tracePt t="28104" x="2730500" y="2241550"/>
          <p14:tracePt t="28120" x="2946400" y="2228850"/>
          <p14:tracePt t="28138" x="3111500" y="2228850"/>
          <p14:tracePt t="28152" x="3238500" y="2228850"/>
          <p14:tracePt t="28170" x="3378200" y="2209800"/>
          <p14:tracePt t="28185" x="3543300" y="2184400"/>
          <p14:tracePt t="28202" x="3721100" y="2152650"/>
          <p14:tracePt t="28219" x="4076700" y="2101850"/>
          <p14:tracePt t="28235" x="4248150" y="2089150"/>
          <p14:tracePt t="28252" x="4406900" y="2082800"/>
          <p14:tracePt t="28269" x="4527550" y="2082800"/>
          <p14:tracePt t="28285" x="4641850" y="2082800"/>
          <p14:tracePt t="28304" x="4749800" y="2082800"/>
          <p14:tracePt t="28321" x="4857750" y="2089150"/>
          <p14:tracePt t="28337" x="4902200" y="2089150"/>
          <p14:tracePt t="28354" x="4940300" y="2089150"/>
          <p14:tracePt t="28370" x="4959350" y="2089150"/>
          <p14:tracePt t="28387" x="4965700" y="2089150"/>
          <p14:tracePt t="28454" x="4972050" y="2095500"/>
          <p14:tracePt t="28462" x="4984750" y="2095500"/>
          <p14:tracePt t="28469" x="5010150" y="2101850"/>
          <p14:tracePt t="28487" x="5029200" y="2108200"/>
          <p14:tracePt t="28503" x="5041900" y="2114550"/>
          <p14:tracePt t="28520" x="5048250" y="2127250"/>
          <p14:tracePt t="28537" x="5054600" y="2146300"/>
          <p14:tracePt t="28554" x="5060950" y="2171700"/>
          <p14:tracePt t="28570" x="5080000" y="2209800"/>
          <p14:tracePt t="28588" x="5099050" y="2228850"/>
          <p14:tracePt t="28604" x="5111750" y="2247900"/>
          <p14:tracePt t="28610" x="5111750" y="2254250"/>
          <p14:tracePt t="28620" x="5124450" y="2260600"/>
          <p14:tracePt t="28637" x="5130800" y="2266950"/>
          <p14:tracePt t="28655" x="5137150" y="2273300"/>
          <p14:tracePt t="28706" x="5149850" y="2286000"/>
          <p14:tracePt t="28713" x="5149850" y="2292350"/>
          <p14:tracePt t="28736" x="5156200" y="2305050"/>
          <p14:tracePt t="28769" x="5156200" y="2311400"/>
          <p14:tracePt t="28799" x="5162550" y="2311400"/>
          <p14:tracePt t="28808" x="5162550" y="2317750"/>
          <p14:tracePt t="28823" x="5168900" y="2324100"/>
          <p14:tracePt t="28838" x="5181600" y="2330450"/>
          <p14:tracePt t="28854" x="5200650" y="2343150"/>
          <p14:tracePt t="28870" x="5219700" y="2343150"/>
          <p14:tracePt t="28887" x="5232400" y="2349500"/>
          <p14:tracePt t="28905" x="5238750" y="2349500"/>
          <p14:tracePt t="28975" x="5251450" y="2349500"/>
          <p14:tracePt t="28988" x="5257800" y="2349500"/>
          <p14:tracePt t="28995" x="5264150" y="2349500"/>
          <p14:tracePt t="29005" x="5264150" y="2343150"/>
          <p14:tracePt t="29019" x="5283200" y="2343150"/>
          <p14:tracePt t="29037" x="5295900" y="2330450"/>
          <p14:tracePt t="29054" x="5302250" y="2324100"/>
          <p14:tracePt t="29070" x="5308600" y="2324100"/>
          <p14:tracePt t="29087" x="5327650" y="2305050"/>
          <p14:tracePt t="29104" x="5346700" y="2292350"/>
          <p14:tracePt t="29109" x="5353050" y="2286000"/>
          <p14:tracePt t="29120" x="5365750" y="2286000"/>
          <p14:tracePt t="29137" x="5378450" y="2279650"/>
          <p14:tracePt t="29155" x="5378450" y="2273300"/>
          <p14:tracePt t="29240" x="5391150" y="2273300"/>
          <p14:tracePt t="29247" x="5397500" y="2273300"/>
          <p14:tracePt t="29262" x="5410200" y="2273300"/>
          <p14:tracePt t="29280" x="5416550" y="2273300"/>
          <p14:tracePt t="29293" x="5422900" y="2273300"/>
          <p14:tracePt t="29311" x="5429250" y="2273300"/>
          <p14:tracePt t="29495" x="5435600" y="2273300"/>
          <p14:tracePt t="29733" x="5429250" y="2279650"/>
          <p14:tracePt t="29744" x="5416550" y="2292350"/>
          <p14:tracePt t="29752" x="5403850" y="2298700"/>
          <p14:tracePt t="29770" x="5340350" y="2330450"/>
          <p14:tracePt t="29788" x="5289550" y="2349500"/>
          <p14:tracePt t="29804" x="5283200" y="2355850"/>
          <p14:tracePt t="29820" x="5283200" y="2362200"/>
          <p14:tracePt t="29845" x="5283200" y="2355850"/>
          <p14:tracePt t="29859" x="5308600" y="2343150"/>
          <p14:tracePt t="29870" x="5321300" y="2330450"/>
          <p14:tracePt t="29887" x="5353050" y="2311400"/>
          <p14:tracePt t="29902" x="5372100" y="2298700"/>
          <p14:tracePt t="29920" x="5378450" y="2298700"/>
          <p14:tracePt t="29954" x="5384800" y="2292350"/>
          <p14:tracePt t="30069" x="5378450" y="2292350"/>
          <p14:tracePt t="30079" x="5372100" y="2292350"/>
          <p14:tracePt t="30093" x="5365750" y="2292350"/>
          <p14:tracePt t="30272" x="5372100" y="2292350"/>
          <p14:tracePt t="30292" x="5378450" y="2292350"/>
          <p14:tracePt t="30308" x="5384800" y="2292350"/>
          <p14:tracePt t="30318" x="5397500" y="2286000"/>
          <p14:tracePt t="30327" x="5403850" y="2286000"/>
          <p14:tracePt t="30337" x="5410200" y="2286000"/>
          <p14:tracePt t="30352" x="5441950" y="2286000"/>
          <p14:tracePt t="30369" x="5467350" y="2286000"/>
          <p14:tracePt t="30385" x="5480050" y="2286000"/>
          <p14:tracePt t="30403" x="5499100" y="2286000"/>
          <p14:tracePt t="30419" x="5505450" y="2286000"/>
          <p14:tracePt t="30459" x="5511800" y="2286000"/>
          <p14:tracePt t="30469" x="5518150" y="2286000"/>
          <p14:tracePt t="30873" x="5524500" y="2286000"/>
          <p14:tracePt t="31073" x="5524500" y="2279650"/>
          <p14:tracePt t="31083" x="5530850" y="2279650"/>
          <p14:tracePt t="31091" x="5530850" y="2273300"/>
          <p14:tracePt t="31104" x="5543550" y="2273300"/>
          <p14:tracePt t="31118" x="5568950" y="2273300"/>
          <p14:tracePt t="31135" x="5581650" y="2273300"/>
          <p14:tracePt t="31152" x="5600700" y="2273300"/>
          <p14:tracePt t="31168" x="5613400" y="2273300"/>
          <p14:tracePt t="31186" x="5632450" y="2266950"/>
          <p14:tracePt t="31315" x="5613400" y="2266950"/>
          <p14:tracePt t="31327" x="5568950" y="2266950"/>
          <p14:tracePt t="31337" x="5537200" y="2266950"/>
          <p14:tracePt t="31354" x="5473700" y="2266950"/>
          <p14:tracePt t="31369" x="5429250" y="2266950"/>
          <p14:tracePt t="31386" x="5410200" y="2266950"/>
          <p14:tracePt t="31402" x="5403850" y="2266950"/>
          <p14:tracePt t="31596" x="5410200" y="2266950"/>
          <p14:tracePt t="31612" x="5429250" y="2260600"/>
          <p14:tracePt t="31618" x="5435600" y="2254250"/>
          <p14:tracePt t="31637" x="5454650" y="2254250"/>
          <p14:tracePt t="31652" x="5473700" y="2254250"/>
          <p14:tracePt t="31669" x="5499100" y="2254250"/>
          <p14:tracePt t="31703" x="5511800" y="2254250"/>
          <p14:tracePt t="31791" x="5499100" y="2254250"/>
          <p14:tracePt t="31797" x="5486400" y="2254250"/>
          <p14:tracePt t="31807" x="5454650" y="2260600"/>
          <p14:tracePt t="31820" x="5391150" y="2273300"/>
          <p14:tracePt t="31837" x="5321300" y="2279650"/>
          <p14:tracePt t="31854" x="5257800" y="2286000"/>
          <p14:tracePt t="31869" x="5232400" y="2286000"/>
          <p14:tracePt t="31886" x="5213350" y="2292350"/>
          <p14:tracePt t="31903" x="5213350" y="2298700"/>
          <p14:tracePt t="31958" x="5219700" y="2305050"/>
          <p14:tracePt t="31966" x="5232400" y="2305050"/>
          <p14:tracePt t="31975" x="5257800" y="2311400"/>
          <p14:tracePt t="31986" x="5295900" y="2324100"/>
          <p14:tracePt t="32003" x="5378450" y="2330450"/>
          <p14:tracePt t="32018" x="5467350" y="2336800"/>
          <p14:tracePt t="32036" x="5556250" y="2336800"/>
          <p14:tracePt t="32053" x="5575300" y="2330450"/>
          <p14:tracePt t="32069" x="5575300" y="2317750"/>
          <p14:tracePt t="32087" x="5575300" y="2305050"/>
          <p14:tracePt t="32104" x="5568950" y="2286000"/>
          <p14:tracePt t="32114" x="5562600" y="2273300"/>
          <p14:tracePt t="32121" x="5556250" y="2266950"/>
          <p14:tracePt t="32138" x="5543550" y="2247900"/>
          <p14:tracePt t="32152" x="5537200" y="2228850"/>
          <p14:tracePt t="32171" x="5518150" y="2209800"/>
          <p14:tracePt t="32185" x="5499100" y="2197100"/>
          <p14:tracePt t="32204" x="5480050" y="2178050"/>
          <p14:tracePt t="32220" x="5441950" y="2152650"/>
          <p14:tracePt t="32236" x="5422900" y="2146300"/>
          <p14:tracePt t="32252" x="5403850" y="2133600"/>
          <p14:tracePt t="32269" x="5384800" y="2133600"/>
          <p14:tracePt t="32285" x="5372100" y="2133600"/>
          <p14:tracePt t="32304" x="5353050" y="2133600"/>
          <p14:tracePt t="32321" x="5314950" y="2133600"/>
          <p14:tracePt t="32337" x="5283200" y="2139950"/>
          <p14:tracePt t="32354" x="5245100" y="2146300"/>
          <p14:tracePt t="32369" x="5219700" y="2165350"/>
          <p14:tracePt t="32386" x="5194300" y="2184400"/>
          <p14:tracePt t="32403" x="5175250" y="2203450"/>
          <p14:tracePt t="32419" x="5162550" y="2222500"/>
          <p14:tracePt t="32436" x="5143500" y="2241550"/>
          <p14:tracePt t="32452" x="5137150" y="2254250"/>
          <p14:tracePt t="32468" x="5130800" y="2266950"/>
          <p14:tracePt t="32486" x="5130800" y="2279650"/>
          <p14:tracePt t="32504" x="5130800" y="2286000"/>
          <p14:tracePt t="32519" x="5124450" y="2298700"/>
          <p14:tracePt t="32536" x="5124450" y="2311400"/>
          <p14:tracePt t="32554" x="5124450" y="2324100"/>
          <p14:tracePt t="32570" x="5130800" y="2343150"/>
          <p14:tracePt t="32588" x="5149850" y="2362200"/>
          <p14:tracePt t="32604" x="5168900" y="2374900"/>
          <p14:tracePt t="32611" x="5175250" y="2374900"/>
          <p14:tracePt t="32621" x="5187950" y="2381250"/>
          <p14:tracePt t="32638" x="5251450" y="2393950"/>
          <p14:tracePt t="32653" x="5295900" y="2406650"/>
          <p14:tracePt t="32670" x="5334000" y="2413000"/>
          <p14:tracePt t="32686" x="5353050" y="2413000"/>
          <p14:tracePt t="32705" x="5365750" y="2406650"/>
          <p14:tracePt t="32718" x="5391150" y="2387600"/>
          <p14:tracePt t="32738" x="5416550" y="2374900"/>
          <p14:tracePt t="32753" x="5441950" y="2343150"/>
          <p14:tracePt t="32769" x="5467350" y="2324100"/>
          <p14:tracePt t="32786" x="5486400" y="2311400"/>
          <p14:tracePt t="32803" x="5499100" y="2292350"/>
          <p14:tracePt t="32818" x="5511800" y="2273300"/>
          <p14:tracePt t="32836" x="5511800" y="2254250"/>
          <p14:tracePt t="32853" x="5518150" y="2228850"/>
          <p14:tracePt t="32870" x="5518150" y="2209800"/>
          <p14:tracePt t="32887" x="5518150" y="2190750"/>
          <p14:tracePt t="32903" x="5518150" y="2178050"/>
          <p14:tracePt t="32920" x="5505450" y="2159000"/>
          <p14:tracePt t="32936" x="5492750" y="2139950"/>
          <p14:tracePt t="32954" x="5473700" y="2120900"/>
          <p14:tracePt t="32970" x="5441950" y="2095500"/>
          <p14:tracePt t="32986" x="5410200" y="2076450"/>
          <p14:tracePt t="33002" x="5378450" y="2063750"/>
          <p14:tracePt t="33019" x="5327650" y="2051050"/>
          <p14:tracePt t="33038" x="5264150" y="2044700"/>
          <p14:tracePt t="33054" x="5213350" y="2044700"/>
          <p14:tracePt t="33070" x="5162550" y="2038350"/>
          <p14:tracePt t="33087" x="5143500" y="2038350"/>
          <p14:tracePt t="33104" x="5118100" y="2038350"/>
          <p14:tracePt t="33109" x="5111750" y="2038350"/>
          <p14:tracePt t="33119" x="5099050" y="2044700"/>
          <p14:tracePt t="33137" x="5073650" y="2051050"/>
          <p14:tracePt t="33154" x="5041900" y="2063750"/>
          <p14:tracePt t="33171" x="5010150" y="2095500"/>
          <p14:tracePt t="33186" x="4991100" y="2108200"/>
          <p14:tracePt t="33204" x="4972050" y="2127250"/>
          <p14:tracePt t="33219" x="4953000" y="2146300"/>
          <p14:tracePt t="33237" x="4946650" y="2165350"/>
          <p14:tracePt t="33254" x="4933950" y="2190750"/>
          <p14:tracePt t="33270" x="4927600" y="2216150"/>
          <p14:tracePt t="33287" x="4927600" y="2228850"/>
          <p14:tracePt t="33304" x="4927600" y="2247900"/>
          <p14:tracePt t="33320" x="4940300" y="2266950"/>
          <p14:tracePt t="33338" x="4953000" y="2279650"/>
          <p14:tracePt t="33354" x="4965700" y="2292350"/>
          <p14:tracePt t="33371" x="4984750" y="2305050"/>
          <p14:tracePt t="33387" x="5003800" y="2324100"/>
          <p14:tracePt t="33404" x="5022850" y="2336800"/>
          <p14:tracePt t="33419" x="5041900" y="2355850"/>
          <p14:tracePt t="33437" x="5054600" y="2374900"/>
          <p14:tracePt t="33454" x="5099050" y="2387600"/>
          <p14:tracePt t="33471" x="5124450" y="2400300"/>
          <p14:tracePt t="33486" x="5149850" y="2400300"/>
          <p14:tracePt t="33502" x="5168900" y="2406650"/>
          <p14:tracePt t="33519" x="5194300" y="2413000"/>
          <p14:tracePt t="33537" x="5219700" y="2413000"/>
          <p14:tracePt t="33554" x="5251450" y="2419350"/>
          <p14:tracePt t="33571" x="5283200" y="2419350"/>
          <p14:tracePt t="33588" x="5308600" y="2419350"/>
          <p14:tracePt t="33604" x="5340350" y="2413000"/>
          <p14:tracePt t="33608" x="5353050" y="2400300"/>
          <p14:tracePt t="33618" x="5365750" y="2400300"/>
          <p14:tracePt t="33636" x="5403850" y="2381250"/>
          <p14:tracePt t="33653" x="5435600" y="2362200"/>
          <p14:tracePt t="33669" x="5461000" y="2343150"/>
          <p14:tracePt t="33688" x="5486400" y="2311400"/>
          <p14:tracePt t="33704" x="5499100" y="2292350"/>
          <p14:tracePt t="33719" x="5518150" y="2273300"/>
          <p14:tracePt t="33738" x="5524500" y="2247900"/>
          <p14:tracePt t="33752" x="5530850" y="2222500"/>
          <p14:tracePt t="33770" x="5530850" y="2197100"/>
          <p14:tracePt t="33787" x="5530850" y="2171700"/>
          <p14:tracePt t="33804" x="5530850" y="2152650"/>
          <p14:tracePt t="33820" x="5511800" y="2133600"/>
          <p14:tracePt t="33837" x="5492750" y="2120900"/>
          <p14:tracePt t="33854" x="5473700" y="2101850"/>
          <p14:tracePt t="33869" x="5454650" y="2082800"/>
          <p14:tracePt t="33888" x="5422900" y="2057400"/>
          <p14:tracePt t="33902" x="5391150" y="2032000"/>
          <p14:tracePt t="33920" x="5359400" y="2019300"/>
          <p14:tracePt t="33936" x="5308600" y="2006600"/>
          <p14:tracePt t="33954" x="5276850" y="2006600"/>
          <p14:tracePt t="33969" x="5238750" y="2006600"/>
          <p14:tracePt t="33986" x="5200650" y="2006600"/>
          <p14:tracePt t="34002" x="5156200" y="2019300"/>
          <p14:tracePt t="34019" x="5130800" y="2038350"/>
          <p14:tracePt t="34037" x="5099050" y="2057400"/>
          <p14:tracePt t="34054" x="5073650" y="2076450"/>
          <p14:tracePt t="34069" x="5054600" y="2095500"/>
          <p14:tracePt t="34086" x="5035550" y="2120900"/>
          <p14:tracePt t="34103" x="5003800" y="2165350"/>
          <p14:tracePt t="34119" x="4991100" y="2197100"/>
          <p14:tracePt t="34136" x="4984750" y="2216150"/>
          <p14:tracePt t="34153" x="4972050" y="2241550"/>
          <p14:tracePt t="34169" x="4972050" y="2260600"/>
          <p14:tracePt t="34186" x="4972050" y="2273300"/>
          <p14:tracePt t="34202" x="4978400" y="2292350"/>
          <p14:tracePt t="34220" x="4997450" y="2330450"/>
          <p14:tracePt t="34236" x="5016500" y="2355850"/>
          <p14:tracePt t="34251" x="5035550" y="2374900"/>
          <p14:tracePt t="34268" x="5060950" y="2387600"/>
          <p14:tracePt t="34286" x="5086350" y="2406650"/>
          <p14:tracePt t="34303" x="5118100" y="2419350"/>
          <p14:tracePt t="34320" x="5181600" y="2438400"/>
          <p14:tracePt t="34337" x="5213350" y="2444750"/>
          <p14:tracePt t="34354" x="5232400" y="2444750"/>
          <p14:tracePt t="34370" x="5245100" y="2444750"/>
          <p14:tracePt t="34388" x="5264150" y="2438400"/>
          <p14:tracePt t="34404" x="5327650" y="2406650"/>
          <p14:tracePt t="34421" x="5391150" y="2381250"/>
          <p14:tracePt t="34436" x="5448300" y="2362200"/>
          <p14:tracePt t="34455" x="5486400" y="2336800"/>
          <p14:tracePt t="34469" x="5505450" y="2317750"/>
          <p14:tracePt t="34488" x="5518150" y="2305050"/>
          <p14:tracePt t="34504" x="5530850" y="2286000"/>
          <p14:tracePt t="34520" x="5543550" y="2260600"/>
          <p14:tracePt t="34537" x="5549900" y="2241550"/>
          <p14:tracePt t="34554" x="5556250" y="2222500"/>
          <p14:tracePt t="34570" x="5556250" y="2209800"/>
          <p14:tracePt t="34588" x="5556250" y="2190750"/>
          <p14:tracePt t="34604" x="5556250" y="2184400"/>
          <p14:tracePt t="34614" x="5556250" y="2178050"/>
          <p14:tracePt t="34622" x="5549900" y="2178050"/>
          <p14:tracePt t="34925" x="5537200" y="2184400"/>
          <p14:tracePt t="34933" x="5505450" y="2197100"/>
          <p14:tracePt t="34939" x="5480050" y="2203450"/>
          <p14:tracePt t="34954" x="5422900" y="2222500"/>
          <p14:tracePt t="34969" x="5314950" y="2241550"/>
          <p14:tracePt t="34988" x="5060950" y="2260600"/>
          <p14:tracePt t="35001" x="4800600" y="2279650"/>
          <p14:tracePt t="35018" x="4508500" y="2305050"/>
          <p14:tracePt t="35036" x="4222750" y="2324100"/>
          <p14:tracePt t="35053" x="3943350" y="2355850"/>
          <p14:tracePt t="35070" x="3721100" y="2387600"/>
          <p14:tracePt t="35087" x="3511550" y="2432050"/>
          <p14:tracePt t="35104" x="3403600" y="2457450"/>
          <p14:tracePt t="35113" x="3352800" y="2470150"/>
          <p14:tracePt t="35123" x="3295650" y="2482850"/>
          <p14:tracePt t="35137" x="3187700" y="2501900"/>
          <p14:tracePt t="35152" x="3067050" y="2527300"/>
          <p14:tracePt t="35171" x="2921000" y="2540000"/>
          <p14:tracePt t="35186" x="2686050" y="2546350"/>
          <p14:tracePt t="35204" x="2527300" y="2546350"/>
          <p14:tracePt t="35219" x="2381250" y="2552700"/>
          <p14:tracePt t="35237" x="2247900" y="2552700"/>
          <p14:tracePt t="35252" x="2133600" y="2552700"/>
          <p14:tracePt t="35269" x="1981200" y="2552700"/>
          <p14:tracePt t="35287" x="1841500" y="2546350"/>
          <p14:tracePt t="35304" x="1689100" y="2527300"/>
          <p14:tracePt t="35320" x="1644650" y="2520950"/>
          <p14:tracePt t="35338" x="1631950" y="2520950"/>
          <p14:tracePt t="35400" x="1625600" y="2520950"/>
          <p14:tracePt t="35512" x="1625600" y="2514600"/>
          <p14:tracePt t="35527" x="1625600" y="2508250"/>
          <p14:tracePt t="35547" x="1625600" y="2501900"/>
          <p14:tracePt t="35559" x="1625600" y="2495550"/>
          <p14:tracePt t="35575" x="1625600" y="2489200"/>
          <p14:tracePt t="35596" x="1625600" y="2482850"/>
          <p14:tracePt t="35613" x="1625600" y="2476500"/>
          <p14:tracePt t="35622" x="1625600" y="2470150"/>
          <p14:tracePt t="35643" x="1625600" y="2463800"/>
          <p14:tracePt t="35730" x="1625600" y="2457450"/>
          <p14:tracePt t="35819" x="1631950" y="2457450"/>
          <p14:tracePt t="35829" x="1638300" y="2451100"/>
          <p14:tracePt t="35841" x="1638300" y="2444750"/>
          <p14:tracePt t="35854" x="1651000" y="2438400"/>
          <p14:tracePt t="35870" x="1670050" y="2432050"/>
          <p14:tracePt t="35887" x="1676400" y="2425700"/>
          <p14:tracePt t="35903" x="1689100" y="2419350"/>
          <p14:tracePt t="35921" x="1701800" y="2406650"/>
          <p14:tracePt t="35935" x="1746250" y="2393950"/>
          <p14:tracePt t="35954" x="1816100" y="2374900"/>
          <p14:tracePt t="35970" x="1949450" y="2355850"/>
          <p14:tracePt t="35986" x="2051050" y="2343150"/>
          <p14:tracePt t="36003" x="2146300" y="2330450"/>
          <p14:tracePt t="36019" x="2235200" y="2317750"/>
          <p14:tracePt t="36037" x="2324100" y="2311400"/>
          <p14:tracePt t="36055" x="2381250" y="2305050"/>
          <p14:tracePt t="36070" x="2451100" y="2292350"/>
          <p14:tracePt t="36088" x="2476500" y="2286000"/>
          <p14:tracePt t="36105" x="2501900" y="2279650"/>
          <p14:tracePt t="36109" x="2520950" y="2279650"/>
          <p14:tracePt t="36118" x="2546350" y="2273300"/>
          <p14:tracePt t="36136" x="2609850" y="2273300"/>
          <p14:tracePt t="36154" x="2679700" y="2266950"/>
          <p14:tracePt t="36168" x="2762250" y="2266950"/>
          <p14:tracePt t="36186" x="2889250" y="2266950"/>
          <p14:tracePt t="36203" x="2952750" y="2266950"/>
          <p14:tracePt t="36220" x="2978150" y="2273300"/>
          <p14:tracePt t="36423" x="2984500" y="2273300"/>
          <p14:tracePt t="36430" x="3003550" y="2279650"/>
          <p14:tracePt t="36437" x="3028950" y="2279650"/>
          <p14:tracePt t="36452" x="3098800" y="2279650"/>
          <p14:tracePt t="36469" x="3194050" y="2292350"/>
          <p14:tracePt t="36486" x="3282950" y="2305050"/>
          <p14:tracePt t="36502" x="3365500" y="2317750"/>
          <p14:tracePt t="36518" x="3448050" y="2324100"/>
          <p14:tracePt t="36538" x="3511550" y="2330450"/>
          <p14:tracePt t="36554" x="3562350" y="2330450"/>
          <p14:tracePt t="36570" x="3581400" y="2330450"/>
          <p14:tracePt t="36585" x="3594100" y="2330450"/>
          <p14:tracePt t="36604" x="3619500" y="2330450"/>
          <p14:tracePt t="36609" x="3625850" y="2330450"/>
          <p14:tracePt t="36619" x="3638550" y="2330450"/>
          <p14:tracePt t="36636" x="3663950" y="2330450"/>
          <p14:tracePt t="36653" x="3689350" y="2330450"/>
          <p14:tracePt t="36669" x="3721100" y="2330450"/>
          <p14:tracePt t="36685" x="3733800" y="2330450"/>
          <p14:tracePt t="36703" x="3759200" y="2330450"/>
          <p14:tracePt t="36720" x="3790950" y="2330450"/>
          <p14:tracePt t="36736" x="3848100" y="2330450"/>
          <p14:tracePt t="36753" x="3911600" y="2330450"/>
          <p14:tracePt t="36770" x="4000500" y="2324100"/>
          <p14:tracePt t="36788" x="4057650" y="2317750"/>
          <p14:tracePt t="36809" x="4089400" y="2305050"/>
          <p14:tracePt t="36825" x="4108450" y="2305050"/>
          <p14:tracePt t="36844" x="4114800" y="2305050"/>
          <p14:tracePt t="36861" x="4121150" y="2298700"/>
          <p14:tracePt t="37097" x="4127500" y="2298700"/>
          <p14:tracePt t="37115" x="4140200" y="2298700"/>
          <p14:tracePt t="37124" x="4152900" y="2292350"/>
          <p14:tracePt t="37135" x="4197350" y="2292350"/>
          <p14:tracePt t="37155" x="4254500" y="2292350"/>
          <p14:tracePt t="37171" x="4356100" y="2292350"/>
          <p14:tracePt t="37186" x="4470400" y="2292350"/>
          <p14:tracePt t="37202" x="4572000" y="2292350"/>
          <p14:tracePt t="37220" x="4673600" y="2298700"/>
          <p14:tracePt t="37237" x="4699000" y="2298700"/>
          <p14:tracePt t="37252" x="4705350" y="2298700"/>
          <p14:tracePt t="37509" x="4718050" y="2298700"/>
          <p14:tracePt t="37515" x="4749800" y="2298700"/>
          <p14:tracePt t="37523" x="4800600" y="2298700"/>
          <p14:tracePt t="37538" x="4927600" y="2311400"/>
          <p14:tracePt t="37554" x="5118100" y="2324100"/>
          <p14:tracePt t="37570" x="5372100" y="2343150"/>
          <p14:tracePt t="37587" x="5613400" y="2343150"/>
          <p14:tracePt t="37604" x="5822950" y="2330450"/>
          <p14:tracePt t="37612" x="5911850" y="2317750"/>
          <p14:tracePt t="37623" x="6032500" y="2298700"/>
          <p14:tracePt t="37637" x="6127750" y="2273300"/>
          <p14:tracePt t="37653" x="6203950" y="2260600"/>
          <p14:tracePt t="37669" x="6261100" y="2254250"/>
          <p14:tracePt t="37685" x="6305550" y="2254250"/>
          <p14:tracePt t="37702" x="6343650" y="2254250"/>
          <p14:tracePt t="37719" x="6381750" y="2254250"/>
          <p14:tracePt t="37737" x="6400800" y="2254250"/>
          <p14:tracePt t="37752" x="6413500" y="2254250"/>
          <p14:tracePt t="37769" x="6419850" y="2254250"/>
          <p14:tracePt t="37788" x="6426200" y="2254250"/>
          <p14:tracePt t="37804" x="6438900" y="2254250"/>
          <p14:tracePt t="37820" x="6457950" y="2254250"/>
          <p14:tracePt t="37838" x="6483350" y="2254250"/>
          <p14:tracePt t="37854" x="6515100" y="2260600"/>
          <p14:tracePt t="37870" x="6534150" y="2266950"/>
          <p14:tracePt t="37888" x="6540500" y="2266950"/>
          <p14:tracePt t="38019" x="6534150" y="2273300"/>
          <p14:tracePt t="38030" x="6527800" y="2273300"/>
          <p14:tracePt t="38713" x="6521450" y="2279650"/>
          <p14:tracePt t="38721" x="6521450" y="2286000"/>
          <p14:tracePt t="38736" x="6502400" y="2298700"/>
          <p14:tracePt t="38752" x="6343650" y="2324100"/>
          <p14:tracePt t="38769" x="6096000" y="2336800"/>
          <p14:tracePt t="38786" x="5695950" y="2317750"/>
          <p14:tracePt t="38803" x="5232400" y="2273300"/>
          <p14:tracePt t="38819" x="4826000" y="2247900"/>
          <p14:tracePt t="38837" x="4254500" y="2184400"/>
          <p14:tracePt t="38854" x="3841750" y="2139950"/>
          <p14:tracePt t="38869" x="3448050" y="2101850"/>
          <p14:tracePt t="38887" x="3143250" y="2070100"/>
          <p14:tracePt t="38903" x="2825750" y="2051050"/>
          <p14:tracePt t="38921" x="2533650" y="2025650"/>
          <p14:tracePt t="38938" x="2336800" y="2000250"/>
          <p14:tracePt t="38952" x="2133600" y="1981200"/>
          <p14:tracePt t="38969" x="2019300" y="1974850"/>
          <p14:tracePt t="38986" x="1917700" y="1968500"/>
          <p14:tracePt t="39002" x="1809750" y="1968500"/>
          <p14:tracePt t="39019" x="1695450" y="1968500"/>
          <p14:tracePt t="39037" x="1568450" y="1968500"/>
          <p14:tracePt t="39054" x="1333500" y="1968500"/>
          <p14:tracePt t="39070" x="1225550" y="1962150"/>
          <p14:tracePt t="39087" x="1155700" y="1962150"/>
          <p14:tracePt t="39104" x="1143000" y="1962150"/>
          <p14:tracePt t="39171" x="1136650" y="1962150"/>
          <p14:tracePt t="39189" x="1130300" y="1962150"/>
          <p14:tracePt t="39266" x="1123950" y="1962150"/>
          <p14:tracePt t="39281" x="1117600" y="1962150"/>
          <p14:tracePt t="39331" x="1117600" y="1955800"/>
          <p14:tracePt t="39343" x="1123950" y="1955800"/>
          <p14:tracePt t="39357" x="1130300" y="1949450"/>
          <p14:tracePt t="39369" x="1149350" y="1936750"/>
          <p14:tracePt t="39387" x="1174750" y="1924050"/>
          <p14:tracePt t="39403" x="1200150" y="1911350"/>
          <p14:tracePt t="39419" x="1276350" y="1905000"/>
          <p14:tracePt t="39435" x="1358900" y="1905000"/>
          <p14:tracePt t="39452" x="1498600" y="1905000"/>
          <p14:tracePt t="39468" x="1651000" y="1917700"/>
          <p14:tracePt t="39485" x="1803400" y="1936750"/>
          <p14:tracePt t="39503" x="1943100" y="1949450"/>
          <p14:tracePt t="39520" x="1968500" y="1955800"/>
          <p14:tracePt t="39537" x="1974850" y="1955800"/>
          <p14:tracePt t="39571" x="1974850" y="1962150"/>
          <p14:tracePt t="39586" x="1962150" y="1962150"/>
          <p14:tracePt t="39603" x="1955800" y="1968500"/>
          <p14:tracePt t="39620" x="1943100" y="1981200"/>
          <p14:tracePt t="39636" x="1924050" y="2000250"/>
          <p14:tracePt t="39652" x="1905000" y="2019300"/>
          <p14:tracePt t="39669" x="1898650" y="2044700"/>
          <p14:tracePt t="39686" x="1905000" y="2057400"/>
          <p14:tracePt t="39702" x="1955800" y="2076450"/>
          <p14:tracePt t="39719" x="2025650" y="2101850"/>
          <p14:tracePt t="39736" x="2095500" y="2114550"/>
          <p14:tracePt t="39754" x="2209800" y="2120900"/>
          <p14:tracePt t="39770" x="2279650" y="2120900"/>
          <p14:tracePt t="39786" x="2324100" y="2120900"/>
          <p14:tracePt t="39804" x="2330450" y="2120900"/>
          <p14:tracePt t="39820" x="2330450" y="2127250"/>
          <p14:tracePt t="39836" x="2324100" y="2133600"/>
          <p14:tracePt t="39853" x="2286000" y="2152650"/>
          <p14:tracePt t="39870" x="2171700" y="2190750"/>
          <p14:tracePt t="39887" x="2089150" y="2216150"/>
          <p14:tracePt t="39902" x="2019300" y="2228850"/>
          <p14:tracePt t="39921" x="1943100" y="2241550"/>
          <p14:tracePt t="39935" x="1873250" y="2254250"/>
          <p14:tracePt t="39952" x="1803400" y="2266950"/>
          <p14:tracePt t="39969" x="1720850" y="2273300"/>
          <p14:tracePt t="39985" x="1676400" y="2279650"/>
          <p14:tracePt t="40002" x="1651000" y="2286000"/>
          <p14:tracePt t="40018" x="1644650" y="2286000"/>
          <p14:tracePt t="40071" x="1638300" y="2286000"/>
          <p14:tracePt t="40108" x="1644650" y="2286000"/>
          <p14:tracePt t="40117" x="1651000" y="2286000"/>
          <p14:tracePt t="40128" x="1663700" y="2279650"/>
          <p14:tracePt t="40139" x="1701800" y="2273300"/>
          <p14:tracePt t="40153" x="1752600" y="2266950"/>
          <p14:tracePt t="40170" x="1822450" y="2254250"/>
          <p14:tracePt t="40187" x="1892300" y="2247900"/>
          <p14:tracePt t="40203" x="1974850" y="2247900"/>
          <p14:tracePt t="40219" x="2070100" y="2241550"/>
          <p14:tracePt t="40236" x="2184400" y="2235200"/>
          <p14:tracePt t="40253" x="2374900" y="2228850"/>
          <p14:tracePt t="40269" x="2495550" y="2228850"/>
          <p14:tracePt t="40288" x="2597150" y="2228850"/>
          <p14:tracePt t="40304" x="2692400" y="2228850"/>
          <p14:tracePt t="40320" x="2781300" y="2228850"/>
          <p14:tracePt t="40337" x="2863850" y="2228850"/>
          <p14:tracePt t="40354" x="2990850" y="2228850"/>
          <p14:tracePt t="40369" x="3092450" y="2228850"/>
          <p14:tracePt t="40387" x="3206750" y="2235200"/>
          <p14:tracePt t="40403" x="3321050" y="2247900"/>
          <p14:tracePt t="40421" x="3429000" y="2254250"/>
          <p14:tracePt t="40435" x="3530600" y="2266950"/>
          <p14:tracePt t="40452" x="3689350" y="2279650"/>
          <p14:tracePt t="40469" x="3797300" y="2279650"/>
          <p14:tracePt t="40486" x="3917950" y="2279650"/>
          <p14:tracePt t="40502" x="4057650" y="2292350"/>
          <p14:tracePt t="40519" x="4222750" y="2305050"/>
          <p14:tracePt t="40537" x="4375150" y="2324100"/>
          <p14:tracePt t="40554" x="4521200" y="2343150"/>
          <p14:tracePt t="40570" x="4737100" y="2355850"/>
          <p14:tracePt t="40587" x="4857750" y="2362200"/>
          <p14:tracePt t="40604" x="4959350" y="2368550"/>
          <p14:tracePt t="40614" x="5054600" y="2374900"/>
          <p14:tracePt t="40622" x="5099050" y="2374900"/>
          <p14:tracePt t="40637" x="5143500" y="2374900"/>
          <p14:tracePt t="40654" x="5257800" y="2368550"/>
          <p14:tracePt t="40671" x="5314950" y="2368550"/>
          <p14:tracePt t="40685" x="5359400" y="2362200"/>
          <p14:tracePt t="40705" x="5397500" y="2362200"/>
          <p14:tracePt t="40719" x="5441950" y="2362200"/>
          <p14:tracePt t="40735" x="5499100" y="2362200"/>
          <p14:tracePt t="40754" x="5537200" y="2362200"/>
          <p14:tracePt t="40769" x="5543550" y="2362200"/>
          <p14:tracePt t="41374" x="5543550" y="2368550"/>
          <p14:tracePt t="41599" x="5537200" y="2368550"/>
          <p14:tracePt t="41956" x="5530850" y="2368550"/>
          <p14:tracePt t="42050" x="5524500" y="2368550"/>
          <p14:tracePt t="42118" x="5518150" y="2368550"/>
          <p14:tracePt t="42134" x="5511800" y="2368550"/>
          <p14:tracePt t="42154" x="5505450" y="2368550"/>
          <p14:tracePt t="42190" x="5499100" y="2368550"/>
          <p14:tracePt t="42238" x="5492750" y="2368550"/>
          <p14:tracePt t="42257" x="5486400" y="2368550"/>
          <p14:tracePt t="42263" x="5480050" y="2368550"/>
          <p14:tracePt t="43844" x="5473700" y="2368550"/>
          <p14:tracePt t="43857" x="5397500" y="2381250"/>
          <p14:tracePt t="43866" x="5327650" y="2393950"/>
          <p14:tracePt t="43875" x="5238750" y="2406650"/>
          <p14:tracePt t="43887" x="5156200" y="2425700"/>
          <p14:tracePt t="43903" x="4756150" y="2457450"/>
          <p14:tracePt t="43920" x="4413250" y="2495550"/>
          <p14:tracePt t="43935" x="4076700" y="2527300"/>
          <p14:tracePt t="43952" x="3771900" y="2533650"/>
          <p14:tracePt t="43970" x="3486150" y="2559050"/>
          <p14:tracePt t="43986" x="3263900" y="2584450"/>
          <p14:tracePt t="44004" x="2997200" y="2616200"/>
          <p14:tracePt t="44019" x="2838450" y="2635250"/>
          <p14:tracePt t="44038" x="2692400" y="2660650"/>
          <p14:tracePt t="44054" x="2540000" y="2692400"/>
          <p14:tracePt t="44070" x="2393950" y="2717800"/>
          <p14:tracePt t="44088" x="2279650" y="2743200"/>
          <p14:tracePt t="44105" x="2159000" y="2774950"/>
          <p14:tracePt t="44116" x="2133600" y="2787650"/>
          <p14:tracePt t="44128" x="2057400" y="2813050"/>
          <p14:tracePt t="44144" x="1962150" y="2838450"/>
          <p14:tracePt t="44152" x="1905000" y="2851150"/>
          <p14:tracePt t="44168" x="1746250" y="2870200"/>
          <p14:tracePt t="44188" x="1549400" y="2895600"/>
          <p14:tracePt t="44203" x="1498600" y="2914650"/>
          <p14:tracePt t="44219" x="1377950" y="2927350"/>
          <p14:tracePt t="44235" x="1327150" y="2933700"/>
          <p14:tracePt t="44253" x="1314450" y="2933700"/>
          <p14:tracePt t="44362" x="1327150" y="2927350"/>
          <p14:tracePt t="44374" x="1327150" y="2921000"/>
          <p14:tracePt t="44405" x="1327150" y="2914650"/>
          <p14:tracePt t="44450" x="1333500" y="2914650"/>
          <p14:tracePt t="44480" x="1333500" y="2908300"/>
          <p14:tracePt t="44487" x="1339850" y="2901950"/>
          <p14:tracePt t="44491" x="1339850" y="2895600"/>
          <p14:tracePt t="44502" x="1352550" y="2889250"/>
          <p14:tracePt t="44519" x="1371600" y="2876550"/>
          <p14:tracePt t="44536" x="1384300" y="2870200"/>
          <p14:tracePt t="44554" x="1397000" y="2863850"/>
          <p14:tracePt t="44707" x="1403350" y="2857500"/>
          <p14:tracePt t="44722" x="1409700" y="2857500"/>
          <p14:tracePt t="44738" x="1409700" y="2844800"/>
          <p14:tracePt t="44752" x="1422400" y="2844800"/>
          <p14:tracePt t="44769" x="1422400" y="2838450"/>
          <p14:tracePt t="44788" x="1428750" y="2838450"/>
          <p14:tracePt t="44804" x="1428750" y="2832100"/>
          <p14:tracePt t="44819" x="1441450" y="2832100"/>
          <p14:tracePt t="44836" x="1466850" y="2819400"/>
          <p14:tracePt t="44853" x="1511300" y="2806700"/>
          <p14:tracePt t="44869" x="1555750" y="2800350"/>
          <p14:tracePt t="44887" x="1574800" y="2800350"/>
          <p14:tracePt t="44903" x="1593850" y="2800350"/>
          <p14:tracePt t="45032" x="1593850" y="2794000"/>
          <p14:tracePt t="45045" x="1600200" y="2794000"/>
          <p14:tracePt t="45060" x="1600200" y="2787650"/>
          <p14:tracePt t="45080" x="1606550" y="2787650"/>
          <p14:tracePt t="45094" x="1606550" y="2781300"/>
          <p14:tracePt t="45109" x="1612900" y="2774950"/>
          <p14:tracePt t="45123" x="1625600" y="2768600"/>
          <p14:tracePt t="45137" x="1638300" y="2762250"/>
          <p14:tracePt t="45154" x="1657350" y="2743200"/>
          <p14:tracePt t="45169" x="1676400" y="2736850"/>
          <p14:tracePt t="45187" x="1695450" y="2730500"/>
          <p14:tracePt t="45202" x="1720850" y="2724150"/>
          <p14:tracePt t="45219" x="1758950" y="2724150"/>
          <p14:tracePt t="45236" x="1797050" y="2724150"/>
          <p14:tracePt t="45252" x="1873250" y="2736850"/>
          <p14:tracePt t="45269" x="1936750" y="2743200"/>
          <p14:tracePt t="45287" x="2006600" y="2755900"/>
          <p14:tracePt t="45304" x="2063750" y="2762250"/>
          <p14:tracePt t="45320" x="2108200" y="2768600"/>
          <p14:tracePt t="45337" x="2152650" y="2774950"/>
          <p14:tracePt t="45355" x="2197100" y="2774950"/>
          <p14:tracePt t="45369" x="2260600" y="2774950"/>
          <p14:tracePt t="45385" x="2298700" y="2774950"/>
          <p14:tracePt t="45403" x="2336800" y="2774950"/>
          <p14:tracePt t="45419" x="2381250" y="2774950"/>
          <p14:tracePt t="45436" x="2432050" y="2768600"/>
          <p14:tracePt t="45453" x="2489200" y="2768600"/>
          <p14:tracePt t="45469" x="2578100" y="2768600"/>
          <p14:tracePt t="45485" x="2628900" y="2768600"/>
          <p14:tracePt t="45502" x="2660650" y="2768600"/>
          <p14:tracePt t="45518" x="2673350" y="2768600"/>
          <p14:tracePt t="45537" x="2692400" y="2768600"/>
          <p14:tracePt t="45553" x="2711450" y="2768600"/>
          <p14:tracePt t="45570" x="2724150" y="2768600"/>
          <p14:tracePt t="45586" x="2736850" y="2762250"/>
          <p14:tracePt t="45603" x="2755900" y="2755900"/>
          <p14:tracePt t="45620" x="2774950" y="2755900"/>
          <p14:tracePt t="45636" x="2794000" y="2755900"/>
          <p14:tracePt t="45653" x="2832100" y="2749550"/>
          <p14:tracePt t="45670" x="2889250" y="2736850"/>
          <p14:tracePt t="45686" x="2927350" y="2736850"/>
          <p14:tracePt t="45703" x="2959100" y="2736850"/>
          <p14:tracePt t="45719" x="2990850" y="2736850"/>
          <p14:tracePt t="45735" x="3035300" y="2736850"/>
          <p14:tracePt t="45752" x="3098800" y="2736850"/>
          <p14:tracePt t="45769" x="3187700" y="2749550"/>
          <p14:tracePt t="45786" x="3232150" y="2762250"/>
          <p14:tracePt t="45803" x="3276600" y="2762250"/>
          <p14:tracePt t="45819" x="3295650" y="2762250"/>
          <p14:tracePt t="45838" x="3308350" y="2768600"/>
          <p14:tracePt t="45854" x="3327400" y="2768600"/>
          <p14:tracePt t="45870" x="3346450" y="2768600"/>
          <p14:tracePt t="45888" x="3359150" y="2768600"/>
          <p14:tracePt t="45903" x="3378200" y="2768600"/>
          <p14:tracePt t="45920" x="3390900" y="2768600"/>
          <p14:tracePt t="45936" x="3409950" y="2768600"/>
          <p14:tracePt t="45953" x="3429000" y="2768600"/>
          <p14:tracePt t="45969" x="3441700" y="2768600"/>
          <p14:tracePt t="45986" x="3473450" y="2762250"/>
          <p14:tracePt t="46003" x="3498850" y="2762250"/>
          <p14:tracePt t="46019" x="3543300" y="2762250"/>
          <p14:tracePt t="46038" x="3575050" y="2755900"/>
          <p14:tracePt t="46055" x="3594100" y="2755900"/>
          <p14:tracePt t="46070" x="3606800" y="2755900"/>
          <p14:tracePt t="46517" x="3594100" y="2762250"/>
          <p14:tracePt t="46525" x="3581400" y="2762250"/>
          <p14:tracePt t="46536" x="3556000" y="2768600"/>
          <p14:tracePt t="46553" x="3486150" y="2781300"/>
          <p14:tracePt t="46569" x="3397250" y="2787650"/>
          <p14:tracePt t="46586" x="3302000" y="2787650"/>
          <p14:tracePt t="46603" x="3219450" y="2787650"/>
          <p14:tracePt t="46605" x="3168650" y="2781300"/>
          <p14:tracePt t="46620" x="3067050" y="2774950"/>
          <p14:tracePt t="46637" x="2908300" y="2762250"/>
          <p14:tracePt t="46653" x="2749550" y="2755900"/>
          <p14:tracePt t="46669" x="2622550" y="2755900"/>
          <p14:tracePt t="46686" x="2520950" y="2755900"/>
          <p14:tracePt t="46704" x="2406650" y="2762250"/>
          <p14:tracePt t="46720" x="2362200" y="2762250"/>
          <p14:tracePt t="46737" x="2343150" y="2762250"/>
          <p14:tracePt t="46753" x="2324100" y="2762250"/>
          <p14:tracePt t="46769" x="2305050" y="2762250"/>
          <p14:tracePt t="46788" x="2279650" y="2762250"/>
          <p14:tracePt t="46805" x="2266950" y="2762250"/>
          <p14:tracePt t="46821" x="2241550" y="2762250"/>
          <p14:tracePt t="46836" x="2222500" y="2762250"/>
          <p14:tracePt t="46853" x="2209800" y="2762250"/>
          <p14:tracePt t="46869" x="2184400" y="2768600"/>
          <p14:tracePt t="46885" x="2165350" y="2774950"/>
          <p14:tracePt t="46902" x="2146300" y="2781300"/>
          <p14:tracePt t="46919" x="2120900" y="2781300"/>
          <p14:tracePt t="46935" x="2108200" y="2781300"/>
          <p14:tracePt t="46952" x="2101850" y="2781300"/>
          <p14:tracePt t="46968" x="2095500" y="2781300"/>
          <p14:tracePt t="46988" x="2089150" y="2781300"/>
          <p14:tracePt t="47009" x="2082800" y="2781300"/>
          <p14:tracePt t="47019" x="2076450" y="2781300"/>
          <p14:tracePt t="47037" x="2070100" y="2781300"/>
          <p14:tracePt t="47054" x="2063750" y="2781300"/>
          <p14:tracePt t="47130" x="2057400" y="2781300"/>
          <p14:tracePt t="47157" x="2051050" y="2781300"/>
          <p14:tracePt t="47169" x="2051050" y="2774950"/>
          <p14:tracePt t="47182" x="2051050" y="2768600"/>
          <p14:tracePt t="47197" x="2051050" y="2762250"/>
          <p14:tracePt t="47216" x="2044700" y="2762250"/>
          <p14:tracePt t="47310" x="2038350" y="2755900"/>
          <p14:tracePt t="47340" x="2032000" y="2755900"/>
          <p14:tracePt t="47865" x="2032000" y="2749550"/>
          <p14:tracePt t="47873" x="2038350" y="2743200"/>
          <p14:tracePt t="47887" x="2057400" y="2724150"/>
          <p14:tracePt t="47903" x="2076450" y="2705100"/>
          <p14:tracePt t="47920" x="2095500" y="2692400"/>
          <p14:tracePt t="47938" x="2108200" y="2679700"/>
          <p14:tracePt t="47953" x="2127250" y="2660650"/>
          <p14:tracePt t="47970" x="2159000" y="2641600"/>
          <p14:tracePt t="47986" x="2184400" y="2628900"/>
          <p14:tracePt t="48002" x="2197100" y="2628900"/>
          <p14:tracePt t="48090" x="2203450" y="2628900"/>
          <p14:tracePt t="48098" x="2203450" y="2622550"/>
          <p14:tracePt t="48115" x="2222500" y="2622550"/>
          <p14:tracePt t="48120" x="2241550" y="2616200"/>
          <p14:tracePt t="48135" x="2298700" y="2603500"/>
          <p14:tracePt t="48152" x="2368550" y="2590800"/>
          <p14:tracePt t="48168" x="2438400" y="2584450"/>
          <p14:tracePt t="48185" x="2514600" y="2578100"/>
          <p14:tracePt t="48203" x="2603500" y="2571750"/>
          <p14:tracePt t="48219" x="2762250" y="2559050"/>
          <p14:tracePt t="48235" x="2901950" y="2559050"/>
          <p14:tracePt t="48253" x="3041650" y="2559050"/>
          <p14:tracePt t="48269" x="3175000" y="2578100"/>
          <p14:tracePt t="48288" x="3302000" y="2597150"/>
          <p14:tracePt t="48304" x="3416300" y="2622550"/>
          <p14:tracePt t="48320" x="3543300" y="2660650"/>
          <p14:tracePt t="48337" x="3575050" y="2679700"/>
          <p14:tracePt t="48355" x="3587750" y="2692400"/>
          <p14:tracePt t="48369" x="3587750" y="2705100"/>
          <p14:tracePt t="48386" x="3587750" y="2724150"/>
          <p14:tracePt t="48403" x="3594100" y="2736850"/>
          <p14:tracePt t="48420" x="3600450" y="2762250"/>
          <p14:tracePt t="48436" x="3606800" y="2781300"/>
          <p14:tracePt t="48453" x="3625850" y="2800350"/>
          <p14:tracePt t="48469" x="3638550" y="2806700"/>
          <p14:tracePt t="48486" x="3644900" y="2806700"/>
          <p14:tracePt t="48549" x="3651250" y="2806700"/>
          <p14:tracePt t="48618" x="3651250" y="2800350"/>
          <p14:tracePt t="48629" x="3651250" y="2794000"/>
          <p14:tracePt t="48641" x="3651250" y="2787650"/>
          <p14:tracePt t="48657" x="3651250" y="2781300"/>
          <p14:tracePt t="48670" x="3644900" y="2781300"/>
          <p14:tracePt t="48686" x="3632200" y="2768600"/>
          <p14:tracePt t="48702" x="3625850" y="2755900"/>
          <p14:tracePt t="48719" x="3625850" y="2736850"/>
          <p14:tracePt t="48736" x="3625850" y="2724150"/>
          <p14:tracePt t="48753" x="3632200" y="2698750"/>
          <p14:tracePt t="48769" x="3632200" y="2686050"/>
          <p14:tracePt t="48788" x="3632200" y="2673350"/>
          <p14:tracePt t="48839" x="3625850" y="2673350"/>
          <p14:tracePt t="48847" x="3606800" y="2686050"/>
          <p14:tracePt t="48869" x="3594100" y="2705100"/>
          <p14:tracePt t="48887" x="3594100" y="2711450"/>
          <p14:tracePt t="48910" x="3600450" y="2711450"/>
          <p14:tracePt t="48918" x="3619500" y="2711450"/>
          <p14:tracePt t="48935" x="3683000" y="2711450"/>
          <p14:tracePt t="48952" x="3759200" y="2711450"/>
          <p14:tracePt t="48969" x="3797300" y="2711450"/>
          <p14:tracePt t="49011" x="3784600" y="2711450"/>
          <p14:tracePt t="49024" x="3765550" y="2698750"/>
          <p14:tracePt t="49037" x="3683000" y="2673350"/>
          <p14:tracePt t="49054" x="3587750" y="2660650"/>
          <p14:tracePt t="49070" x="3492500" y="2660650"/>
          <p14:tracePt t="49088" x="3409950" y="2647950"/>
          <p14:tracePt t="49105" x="3384550" y="2647950"/>
          <p14:tracePt t="49137" x="3384550" y="2654300"/>
          <p14:tracePt t="49140" x="3397250" y="2654300"/>
          <p14:tracePt t="49152" x="3403600" y="2660650"/>
          <p14:tracePt t="49170" x="3435350" y="2667000"/>
          <p14:tracePt t="49185" x="3448050" y="2667000"/>
          <p14:tracePt t="49202" x="3460750" y="2667000"/>
          <p14:tracePt t="49218" x="3467100" y="2667000"/>
          <p14:tracePt t="49236" x="3467100" y="2660650"/>
          <p14:tracePt t="49253" x="3467100" y="2641600"/>
          <p14:tracePt t="49269" x="3460750" y="2641600"/>
          <p14:tracePt t="49341" x="3454400" y="2641600"/>
          <p14:tracePt t="49393" x="3448050" y="2641600"/>
          <p14:tracePt t="49406" x="3441700" y="2641600"/>
          <p14:tracePt t="49421" x="3416300" y="2654300"/>
          <p14:tracePt t="49431" x="3403600" y="2660650"/>
          <p14:tracePt t="49443" x="3352800" y="2673350"/>
          <p14:tracePt t="49453" x="3333750" y="2679700"/>
          <p14:tracePt t="49469" x="3270250" y="2705100"/>
          <p14:tracePt t="49487" x="3181350" y="2730500"/>
          <p14:tracePt t="49504" x="3028950" y="2768600"/>
          <p14:tracePt t="49519" x="2978150" y="2781300"/>
          <p14:tracePt t="49538" x="2813050" y="2819400"/>
          <p14:tracePt t="49554" x="2698750" y="2851150"/>
          <p14:tracePt t="49571" x="2571750" y="2882900"/>
          <p14:tracePt t="49587" x="2444750" y="2908300"/>
          <p14:tracePt t="49605" x="2279650" y="2946400"/>
          <p14:tracePt t="49616" x="2247900" y="2952750"/>
          <p14:tracePt t="49625" x="2209800" y="2965450"/>
          <p14:tracePt t="49638" x="2146300" y="2984500"/>
          <p14:tracePt t="49653" x="2076450" y="3003550"/>
          <p14:tracePt t="49669" x="2006600" y="3022600"/>
          <p14:tracePt t="49686" x="1936750" y="3041650"/>
          <p14:tracePt t="49704" x="1847850" y="3054350"/>
          <p14:tracePt t="49720" x="1746250" y="3060700"/>
          <p14:tracePt t="49736" x="1701800" y="3067050"/>
          <p14:tracePt t="49753" x="1682750" y="3067050"/>
          <p14:tracePt t="49927" x="1689100" y="3067050"/>
          <p14:tracePt t="49937" x="1695450" y="3060700"/>
          <p14:tracePt t="49953" x="1714500" y="3041650"/>
          <p14:tracePt t="49970" x="1733550" y="3028950"/>
          <p14:tracePt t="49986" x="1765300" y="2990850"/>
          <p14:tracePt t="50003" x="1784350" y="2965450"/>
          <p14:tracePt t="50019" x="1809750" y="2914650"/>
          <p14:tracePt t="50038" x="1835150" y="2838450"/>
          <p14:tracePt t="50054" x="1854200" y="2717800"/>
          <p14:tracePt t="50071" x="1860550" y="2559050"/>
          <p14:tracePt t="50088" x="1822450" y="2387600"/>
          <p14:tracePt t="50117" x="1631950" y="2089150"/>
          <p14:tracePt t="50138" x="1549400" y="2019300"/>
          <p14:tracePt t="50152" x="1498600" y="1987550"/>
          <p14:tracePt t="50170" x="1479550" y="1968500"/>
          <p14:tracePt t="50186" x="1473200" y="1955800"/>
          <p14:tracePt t="50204" x="1460500" y="1930400"/>
          <p14:tracePt t="50219" x="1441450" y="1905000"/>
          <p14:tracePt t="50237" x="1422400" y="1847850"/>
          <p14:tracePt t="50253" x="1390650" y="1771650"/>
          <p14:tracePt t="50269" x="1358900" y="1708150"/>
          <p14:tracePt t="50288" x="1320800" y="1644650"/>
          <p14:tracePt t="50305" x="1257300" y="1562100"/>
          <p14:tracePt t="50321" x="1206500" y="1536700"/>
          <p14:tracePt t="50337" x="1155700" y="1511300"/>
          <p14:tracePt t="50355" x="1136650" y="1511300"/>
          <p14:tracePt t="50371" x="1123950" y="1511300"/>
          <p14:tracePt t="50387" x="1117600" y="1511300"/>
          <p14:tracePt t="50406" x="1111250" y="1517650"/>
          <p14:tracePt t="50419" x="1111250" y="1524000"/>
          <p14:tracePt t="50436" x="1085850" y="1568450"/>
          <p14:tracePt t="50452" x="1066800" y="1606550"/>
          <p14:tracePt t="50469" x="1035050" y="1663700"/>
          <p14:tracePt t="50486" x="1009650" y="1739900"/>
          <p14:tracePt t="50504" x="996950" y="1822450"/>
          <p14:tracePt t="50520" x="996950" y="1841500"/>
          <p14:tracePt t="50538" x="1003300" y="1847850"/>
          <p14:tracePt t="50555" x="1009650" y="1854200"/>
          <p14:tracePt t="50571" x="1022350" y="1847850"/>
          <p14:tracePt t="50587" x="1047750" y="1835150"/>
          <p14:tracePt t="50604" x="1117600" y="1822450"/>
          <p14:tracePt t="50612" x="1155700" y="1822450"/>
          <p14:tracePt t="50620" x="1187450" y="1822450"/>
          <p14:tracePt t="50638" x="1250950" y="1822450"/>
          <p14:tracePt t="50655" x="1270000" y="1828800"/>
          <p14:tracePt t="50710" x="1257300" y="1828800"/>
          <p14:tracePt t="50727" x="1250950" y="1835150"/>
          <p14:tracePt t="50735" x="1244600" y="1835150"/>
          <p14:tracePt t="50744" x="1238250" y="1835150"/>
          <p14:tracePt t="50754" x="1212850" y="1841500"/>
          <p14:tracePt t="50771" x="1168400" y="1841500"/>
          <p14:tracePt t="50788" x="1123950" y="1841500"/>
          <p14:tracePt t="50804" x="1073150" y="1841500"/>
          <p14:tracePt t="50820" x="1009650" y="1841500"/>
          <p14:tracePt t="50838" x="971550" y="1854200"/>
          <p14:tracePt t="50854" x="946150" y="1879600"/>
          <p14:tracePt t="50870" x="939800" y="1930400"/>
          <p14:tracePt t="50886" x="958850" y="1962150"/>
          <p14:tracePt t="50902" x="1003300" y="1987550"/>
          <p14:tracePt t="50919" x="1060450" y="1993900"/>
          <p14:tracePt t="50936" x="1149350" y="1993900"/>
          <p14:tracePt t="50952" x="1257300" y="1974850"/>
          <p14:tracePt t="50969" x="1365250" y="1943100"/>
          <p14:tracePt t="50987" x="1492250" y="1885950"/>
          <p14:tracePt t="51004" x="1511300" y="1847850"/>
          <p14:tracePt t="51019" x="1504950" y="1797050"/>
          <p14:tracePt t="51038" x="1460500" y="1739900"/>
          <p14:tracePt t="51054" x="1384300" y="1689100"/>
          <p14:tracePt t="51071" x="1282700" y="1651000"/>
          <p14:tracePt t="51087" x="1225550" y="1631950"/>
          <p14:tracePt t="51104" x="1193800" y="1631950"/>
          <p14:tracePt t="51111" x="1187450" y="1631950"/>
          <p14:tracePt t="51124" x="1162050" y="1631950"/>
          <p14:tracePt t="51136" x="1149350" y="1631950"/>
          <p14:tracePt t="51152" x="1092200" y="1651000"/>
          <p14:tracePt t="51169" x="1054100" y="1682750"/>
          <p14:tracePt t="51186" x="1003300" y="1778000"/>
          <p14:tracePt t="51203" x="1003300" y="1847850"/>
          <p14:tracePt t="51219" x="1035050" y="1911350"/>
          <p14:tracePt t="51236" x="1098550" y="1968500"/>
          <p14:tracePt t="51252" x="1174750" y="2012950"/>
          <p14:tracePt t="51269" x="1244600" y="2038350"/>
          <p14:tracePt t="51287" x="1377950" y="2057400"/>
          <p14:tracePt t="51304" x="1454150" y="2057400"/>
          <p14:tracePt t="51320" x="1511300" y="2025650"/>
          <p14:tracePt t="51336" x="1530350" y="1987550"/>
          <p14:tracePt t="51354" x="1536700" y="1917700"/>
          <p14:tracePt t="51368" x="1524000" y="1835150"/>
          <p14:tracePt t="51385" x="1498600" y="1765300"/>
          <p14:tracePt t="51403" x="1460500" y="1689100"/>
          <p14:tracePt t="51418" x="1435100" y="1670050"/>
          <p14:tracePt t="51435" x="1390650" y="1657350"/>
          <p14:tracePt t="51452" x="1320800" y="1657350"/>
          <p14:tracePt t="51469" x="1244600" y="1657350"/>
          <p14:tracePt t="51485" x="1155700" y="1663700"/>
          <p14:tracePt t="51502" x="1041400" y="1695450"/>
          <p14:tracePt t="51518" x="990600" y="1714500"/>
          <p14:tracePt t="51537" x="958850" y="1758950"/>
          <p14:tracePt t="51553" x="952500" y="1822450"/>
          <p14:tracePt t="51571" x="952500" y="1892300"/>
          <p14:tracePt t="51588" x="977900" y="1962150"/>
          <p14:tracePt t="51606" x="1035050" y="2051050"/>
          <p14:tracePt t="51616" x="1054100" y="2076450"/>
          <p14:tracePt t="51625" x="1117600" y="2108200"/>
          <p14:tracePt t="51639" x="1149350" y="2120900"/>
          <p14:tracePt t="51653" x="1225550" y="2133600"/>
          <p14:tracePt t="51671" x="1327150" y="2133600"/>
          <p14:tracePt t="51687" x="1435100" y="2120900"/>
          <p14:tracePt t="51704" x="1581150" y="2044700"/>
          <p14:tracePt t="51721" x="1625600" y="1968500"/>
          <p14:tracePt t="51738" x="1631950" y="1866900"/>
          <p14:tracePt t="51752" x="1606550" y="1765300"/>
          <p14:tracePt t="51774" x="1517650" y="1631950"/>
          <p14:tracePt t="51788" x="1485900" y="1593850"/>
          <p14:tracePt t="51805" x="1403350" y="1543050"/>
          <p14:tracePt t="51821" x="1346200" y="1530350"/>
          <p14:tracePt t="51837" x="1270000" y="1530350"/>
          <p14:tracePt t="51855" x="1174750" y="1530350"/>
          <p14:tracePt t="51869" x="1092200" y="1543050"/>
          <p14:tracePt t="51888" x="971550" y="1600200"/>
          <p14:tracePt t="51904" x="901700" y="1676400"/>
          <p14:tracePt t="51921" x="882650" y="1758950"/>
          <p14:tracePt t="51936" x="882650" y="1841500"/>
          <p14:tracePt t="51953" x="908050" y="1911350"/>
          <p14:tracePt t="51969" x="971550" y="1981200"/>
          <p14:tracePt t="51986" x="1041400" y="2032000"/>
          <p14:tracePt t="52004" x="1162050" y="2076450"/>
          <p14:tracePt t="52020" x="1263650" y="2082800"/>
          <p14:tracePt t="52037" x="1377950" y="2070100"/>
          <p14:tracePt t="52054" x="1504950" y="2038350"/>
          <p14:tracePt t="52070" x="1600200" y="1974850"/>
          <p14:tracePt t="52087" x="1644650" y="1892300"/>
          <p14:tracePt t="52104" x="1644650" y="1752600"/>
          <p14:tracePt t="52112" x="1631950" y="1714500"/>
          <p14:tracePt t="52123" x="1612900" y="1670050"/>
          <p14:tracePt t="52137" x="1549400" y="1593850"/>
          <p14:tracePt t="52154" x="1498600" y="1549400"/>
          <p14:tracePt t="52170" x="1460500" y="1524000"/>
          <p14:tracePt t="52186" x="1409700" y="1517650"/>
          <p14:tracePt t="52202" x="1339850" y="1517650"/>
          <p14:tracePt t="52220" x="1193800" y="1555750"/>
          <p14:tracePt t="52236" x="1104900" y="1600200"/>
          <p14:tracePt t="52253" x="1028700" y="1676400"/>
          <p14:tracePt t="52269" x="996950" y="1758950"/>
          <p14:tracePt t="52288" x="990600" y="1847850"/>
          <p14:tracePt t="52304" x="1003300" y="1917700"/>
          <p14:tracePt t="52321" x="1104900" y="2025650"/>
          <p14:tracePt t="52337" x="1181100" y="2082800"/>
          <p14:tracePt t="52354" x="1250950" y="2120900"/>
          <p14:tracePt t="52369" x="1333500" y="2139950"/>
          <p14:tracePt t="52386" x="1428750" y="2139950"/>
          <p14:tracePt t="52403" x="1524000" y="2120900"/>
          <p14:tracePt t="52419" x="1612900" y="2063750"/>
          <p14:tracePt t="52436" x="1663700" y="1936750"/>
          <p14:tracePt t="52453" x="1670050" y="1835150"/>
          <p14:tracePt t="52469" x="1651000" y="1733550"/>
          <p14:tracePt t="52490" x="1562100" y="1612900"/>
          <p14:tracePt t="52503" x="1543050" y="1587500"/>
          <p14:tracePt t="52520" x="1485900" y="1568450"/>
          <p14:tracePt t="52538" x="1371600" y="1562100"/>
          <p14:tracePt t="52554" x="1282700" y="1562100"/>
          <p14:tracePt t="52571" x="1200150" y="1593850"/>
          <p14:tracePt t="52588" x="1130300" y="1644650"/>
          <p14:tracePt t="52605" x="1104900" y="1714500"/>
          <p14:tracePt t="52612" x="1098550" y="1752600"/>
          <p14:tracePt t="52623" x="1098550" y="1841500"/>
          <p14:tracePt t="52636" x="1117600" y="1911350"/>
          <p14:tracePt t="52652" x="1155700" y="1987550"/>
          <p14:tracePt t="52669" x="1212850" y="2051050"/>
          <p14:tracePt t="52686" x="1263650" y="2082800"/>
          <p14:tracePt t="52703" x="1320800" y="2108200"/>
          <p14:tracePt t="52719" x="1377950" y="2114550"/>
          <p14:tracePt t="52736" x="1435100" y="2114550"/>
          <p14:tracePt t="52753" x="1524000" y="2038350"/>
          <p14:tracePt t="52769" x="1574800" y="1936750"/>
          <p14:tracePt t="52788" x="1600200" y="1835150"/>
          <p14:tracePt t="52804" x="1600200" y="1727200"/>
          <p14:tracePt t="52820" x="1574800" y="1638300"/>
          <p14:tracePt t="52838" x="1543050" y="1574800"/>
          <p14:tracePt t="52855" x="1511300" y="1536700"/>
          <p14:tracePt t="52869" x="1473200" y="1524000"/>
          <p14:tracePt t="52886" x="1435100" y="1524000"/>
          <p14:tracePt t="52903" x="1384300" y="1524000"/>
          <p14:tracePt t="52921" x="1308100" y="1543050"/>
          <p14:tracePt t="52936" x="1244600" y="1581150"/>
          <p14:tracePt t="52954" x="1168400" y="1682750"/>
          <p14:tracePt t="52969" x="1149350" y="1752600"/>
          <p14:tracePt t="52986" x="1149350" y="1835150"/>
          <p14:tracePt t="53003" x="1174750" y="1898650"/>
          <p14:tracePt t="53019" x="1200150" y="1949450"/>
          <p14:tracePt t="53038" x="1238250" y="1974850"/>
          <p14:tracePt t="53056" x="1333500" y="1987550"/>
          <p14:tracePt t="53071" x="1403350" y="1981200"/>
          <p14:tracePt t="53088" x="1485900" y="1949450"/>
          <p14:tracePt t="53105" x="1568450" y="1866900"/>
          <p14:tracePt t="53112" x="1581150" y="1835150"/>
          <p14:tracePt t="53118" x="1587500" y="1790700"/>
          <p14:tracePt t="53135" x="1587500" y="1701800"/>
          <p14:tracePt t="53154" x="1530350" y="1574800"/>
          <p14:tracePt t="53169" x="1504950" y="1543050"/>
          <p14:tracePt t="53187" x="1460500" y="1498600"/>
          <p14:tracePt t="53203" x="1435100" y="1498600"/>
          <p14:tracePt t="53220" x="1397000" y="1498600"/>
          <p14:tracePt t="53236" x="1333500" y="1517650"/>
          <p14:tracePt t="53253" x="1238250" y="1568450"/>
          <p14:tracePt t="53270" x="1168400" y="1625600"/>
          <p14:tracePt t="53288" x="1130300" y="1701800"/>
          <p14:tracePt t="53305" x="1111250" y="1771650"/>
          <p14:tracePt t="53321" x="1111250" y="1835150"/>
          <p14:tracePt t="53336" x="1130300" y="1892300"/>
          <p14:tracePt t="53356" x="1155700" y="1943100"/>
          <p14:tracePt t="53371" x="1212850" y="1974850"/>
          <p14:tracePt t="53388" x="1289050" y="1987550"/>
          <p14:tracePt t="53402" x="1390650" y="1993900"/>
          <p14:tracePt t="53420" x="1498600" y="1968500"/>
          <p14:tracePt t="53436" x="1562100" y="1917700"/>
          <p14:tracePt t="53454" x="1606550" y="1803400"/>
          <p14:tracePt t="53470" x="1600200" y="1720850"/>
          <p14:tracePt t="53486" x="1555750" y="1631950"/>
          <p14:tracePt t="53503" x="1504950" y="1555750"/>
          <p14:tracePt t="53520" x="1473200" y="1524000"/>
          <p14:tracePt t="53538" x="1441450" y="1498600"/>
          <p14:tracePt t="53554" x="1409700" y="1492250"/>
          <p14:tracePt t="53570" x="1314450" y="1504950"/>
          <p14:tracePt t="53588" x="1238250" y="1530350"/>
          <p14:tracePt t="53605" x="1162050" y="1574800"/>
          <p14:tracePt t="53609" x="1130300" y="1612900"/>
          <p14:tracePt t="53618" x="1092200" y="1651000"/>
          <p14:tracePt t="53635" x="1066800" y="1714500"/>
          <p14:tracePt t="53652" x="1066800" y="1758950"/>
          <p14:tracePt t="53671" x="1092200" y="1797050"/>
          <p14:tracePt t="53686" x="1117600" y="1816100"/>
          <p14:tracePt t="53703" x="1174750" y="1835150"/>
          <p14:tracePt t="53719" x="1263650" y="1847850"/>
          <p14:tracePt t="53736" x="1358900" y="1847850"/>
          <p14:tracePt t="53753" x="1460500" y="1841500"/>
          <p14:tracePt t="53769" x="1536700" y="1816100"/>
          <p14:tracePt t="53787" x="1568450" y="1778000"/>
          <p14:tracePt t="53804" x="1555750" y="1733550"/>
          <p14:tracePt t="53821" x="1536700" y="1708150"/>
          <p14:tracePt t="53836" x="1517650" y="1695450"/>
          <p14:tracePt t="53853" x="1511300" y="1689100"/>
          <p14:tracePt t="53869" x="1504950" y="1689100"/>
          <p14:tracePt t="53886" x="1498600" y="1689100"/>
          <p14:tracePt t="53919" x="1492250" y="1689100"/>
          <p14:tracePt t="54331" x="1498600" y="1714500"/>
          <p14:tracePt t="54340" x="1524000" y="1752600"/>
          <p14:tracePt t="54355" x="1606550" y="1860550"/>
          <p14:tracePt t="54370" x="1657350" y="1936750"/>
          <p14:tracePt t="54386" x="1892300" y="2330450"/>
          <p14:tracePt t="54404" x="2120900" y="2673350"/>
          <p14:tracePt t="54424" x="2489200" y="3111500"/>
          <p14:tracePt t="54441" x="2717800" y="3308350"/>
          <p14:tracePt t="54457" x="2857500" y="3422650"/>
          <p14:tracePt t="54469" x="2901950" y="3454400"/>
          <p14:tracePt t="54486" x="2927350" y="3492500"/>
          <p14:tracePt t="54503" x="2927350" y="3505200"/>
          <p14:tracePt t="54521" x="2927350" y="3517900"/>
          <p14:tracePt t="54538" x="2921000" y="3530600"/>
          <p14:tracePt t="54553" x="2895600" y="3549650"/>
          <p14:tracePt t="54571" x="2876550" y="3562350"/>
          <p14:tracePt t="54588" x="2851150" y="3575050"/>
          <p14:tracePt t="54605" x="2813050" y="3594100"/>
          <p14:tracePt t="54616" x="2768600" y="3613150"/>
          <p14:tracePt t="54635" x="2717800" y="3638550"/>
          <p14:tracePt t="54653" x="2679700" y="3670300"/>
          <p14:tracePt t="54669" x="2673350" y="3676650"/>
          <p14:tracePt t="54686" x="2667000" y="3683000"/>
          <p14:tracePt t="54719" x="2660650" y="3683000"/>
          <p14:tracePt t="54736" x="2654300" y="3683000"/>
          <p14:tracePt t="54753" x="2641600" y="3683000"/>
          <p14:tracePt t="54769" x="2609850" y="3708400"/>
          <p14:tracePt t="54788" x="2540000" y="3740150"/>
          <p14:tracePt t="54804" x="2463800" y="3759200"/>
          <p14:tracePt t="54821" x="2349500" y="3733800"/>
          <p14:tracePt t="54837" x="2298700" y="3695700"/>
          <p14:tracePt t="54854" x="2279650" y="3663950"/>
          <p14:tracePt t="54870" x="2279650" y="3625850"/>
          <p14:tracePt t="54886" x="2317750" y="3549650"/>
          <p14:tracePt t="54902" x="2362200" y="3486150"/>
          <p14:tracePt t="54919" x="2400300" y="3429000"/>
          <p14:tracePt t="54936" x="2457450" y="3371850"/>
          <p14:tracePt t="54953" x="2527300" y="3333750"/>
          <p14:tracePt t="54969" x="2590800" y="3295650"/>
          <p14:tracePt t="54986" x="2667000" y="3276600"/>
          <p14:tracePt t="55002" x="2736850" y="3251200"/>
          <p14:tracePt t="55020" x="2813050" y="3232150"/>
          <p14:tracePt t="55037" x="2901950" y="3219450"/>
          <p14:tracePt t="55054" x="2933700" y="3213100"/>
          <p14:tracePt t="55070" x="2952750" y="3200400"/>
          <p14:tracePt t="55087" x="2965450" y="3200400"/>
          <p14:tracePt t="55103" x="2984500" y="3194050"/>
          <p14:tracePt t="55119" x="2997200" y="3194050"/>
          <p14:tracePt t="55138" x="3016250" y="3194050"/>
          <p14:tracePt t="55154" x="3048000" y="3200400"/>
          <p14:tracePt t="55170" x="3060700" y="3206750"/>
          <p14:tracePt t="55188" x="3073400" y="3206750"/>
          <p14:tracePt t="55225" x="3079750" y="3206750"/>
          <p14:tracePt t="55241" x="3086100" y="3206750"/>
          <p14:tracePt t="55255" x="3098800" y="3206750"/>
          <p14:tracePt t="55271" x="3105150" y="3194050"/>
          <p14:tracePt t="55288" x="3124200" y="3194050"/>
          <p14:tracePt t="55305" x="3130550" y="3181350"/>
          <p14:tracePt t="55322" x="3149600" y="3175000"/>
          <p14:tracePt t="55338" x="3168650" y="3168650"/>
          <p14:tracePt t="55354" x="3213100" y="3155950"/>
          <p14:tracePt t="55370" x="3289300" y="3136900"/>
          <p14:tracePt t="55387" x="3384550" y="3130550"/>
          <p14:tracePt t="55404" x="3486150" y="3124200"/>
          <p14:tracePt t="55420" x="3606800" y="3117850"/>
          <p14:tracePt t="55438" x="3733800" y="3105150"/>
          <p14:tracePt t="55455" x="3892550" y="3086100"/>
          <p14:tracePt t="55471" x="4000500" y="3067050"/>
          <p14:tracePt t="55487" x="4076700" y="3048000"/>
          <p14:tracePt t="55503" x="4152900" y="3041650"/>
          <p14:tracePt t="55519" x="4203700" y="3028950"/>
          <p14:tracePt t="55538" x="4222750" y="3022600"/>
          <p14:tracePt t="55555" x="4235450" y="3022600"/>
          <p14:tracePt t="55808" x="4241800" y="3022600"/>
          <p14:tracePt t="55825" x="4248150" y="3022600"/>
          <p14:tracePt t="55834" x="4254500" y="3022600"/>
          <p14:tracePt t="55844" x="4273550" y="3028950"/>
          <p14:tracePt t="55856" x="4286250" y="3035300"/>
          <p14:tracePt t="55870" x="4305300" y="3048000"/>
          <p14:tracePt t="55888" x="4318000" y="3054350"/>
          <p14:tracePt t="55903" x="4324350" y="3054350"/>
          <p14:tracePt t="55961" x="4324350" y="3060700"/>
          <p14:tracePt t="55980" x="4330700" y="3060700"/>
          <p14:tracePt t="55988" x="4343400" y="3067050"/>
          <p14:tracePt t="56002" x="4368800" y="3079750"/>
          <p14:tracePt t="56019" x="4400550" y="3098800"/>
          <p14:tracePt t="56038" x="4432300" y="3105150"/>
          <p14:tracePt t="56054" x="4451350" y="3111500"/>
          <p14:tracePt t="56071" x="4457700" y="3111500"/>
          <p14:tracePt t="56112" x="4464050" y="3111500"/>
          <p14:tracePt t="56122" x="4476750" y="3111500"/>
          <p14:tracePt t="56136" x="4495800" y="3111500"/>
          <p14:tracePt t="56153" x="4521200" y="3124200"/>
          <p14:tracePt t="56169" x="4540250" y="3130550"/>
          <p14:tracePt t="56186" x="4546600" y="3130550"/>
          <p14:tracePt t="56317" x="4546600" y="3136900"/>
          <p14:tracePt t="56325" x="4540250" y="3136900"/>
          <p14:tracePt t="56337" x="4533900" y="3136900"/>
          <p14:tracePt t="56355" x="4527550" y="3136900"/>
          <p14:tracePt t="56369" x="4521200" y="3143250"/>
          <p14:tracePt t="56386" x="4495800" y="3149600"/>
          <p14:tracePt t="56403" x="4438650" y="3162300"/>
          <p14:tracePt t="56419" x="4375150" y="3187700"/>
          <p14:tracePt t="56436" x="4279900" y="3213100"/>
          <p14:tracePt t="56454" x="4171950" y="3238500"/>
          <p14:tracePt t="56469" x="4057650" y="3263900"/>
          <p14:tracePt t="56486" x="3949700" y="3295650"/>
          <p14:tracePt t="56503" x="3835400" y="3314700"/>
          <p14:tracePt t="56520" x="3765550" y="3321050"/>
          <p14:tracePt t="56538" x="3683000" y="3321050"/>
          <p14:tracePt t="56555" x="3549650" y="3321050"/>
          <p14:tracePt t="56569" x="3340100" y="3340100"/>
          <p14:tracePt t="56586" x="3048000" y="3371850"/>
          <p14:tracePt t="56603" x="2724150" y="3359150"/>
          <p14:tracePt t="56619" x="2597150" y="3333750"/>
          <p14:tracePt t="56635" x="2546350" y="3321050"/>
          <p14:tracePt t="56654" x="2527300" y="3314700"/>
          <p14:tracePt t="56669" x="2520950" y="3314700"/>
          <p14:tracePt t="56685" x="2508250" y="3314700"/>
          <p14:tracePt t="56703" x="2438400" y="3289300"/>
          <p14:tracePt t="56719" x="2355850" y="3270250"/>
          <p14:tracePt t="56736" x="2292350" y="3244850"/>
          <p14:tracePt t="56752" x="2260600" y="3232150"/>
          <p14:tracePt t="56770" x="2247900" y="3232150"/>
          <p14:tracePt t="56788" x="2247900" y="3225800"/>
          <p14:tracePt t="56827" x="2241550" y="3219450"/>
          <p14:tracePt t="56839" x="2235200" y="3213100"/>
          <p14:tracePt t="56846" x="2228850" y="3213100"/>
          <p14:tracePt t="56858" x="2216150" y="3200400"/>
          <p14:tracePt t="56869" x="2203450" y="3194050"/>
          <p14:tracePt t="56888" x="2190750" y="3181350"/>
          <p14:tracePt t="56905" x="2178050" y="3155950"/>
          <p14:tracePt t="56922" x="2171700" y="3136900"/>
          <p14:tracePt t="56940" x="2165350" y="3124200"/>
          <p14:tracePt t="56959" x="2165350" y="3105150"/>
          <p14:tracePt t="56970" x="2159000" y="3105150"/>
          <p14:tracePt t="56986" x="2152650" y="3105150"/>
          <p14:tracePt t="57004" x="2146300" y="3105150"/>
          <p14:tracePt t="57020" x="2139950" y="3105150"/>
          <p14:tracePt t="57037" x="2133600" y="3105150"/>
          <p14:tracePt t="57054" x="2127250" y="3105150"/>
          <p14:tracePt t="57071" x="2120900" y="3111500"/>
          <p14:tracePt t="57088" x="2114550" y="3111500"/>
          <p14:tracePt t="57276" x="2120900" y="3111500"/>
          <p14:tracePt t="57325" x="2127250" y="3105150"/>
          <p14:tracePt t="57335" x="2133600" y="3105150"/>
          <p14:tracePt t="57354" x="2139950" y="3098800"/>
          <p14:tracePt t="57366" x="2152650" y="3092450"/>
          <p14:tracePt t="57376" x="2165350" y="3086100"/>
          <p14:tracePt t="57388" x="2184400" y="3079750"/>
          <p14:tracePt t="57403" x="2228850" y="3073400"/>
          <p14:tracePt t="57420" x="2292350" y="3073400"/>
          <p14:tracePt t="57437" x="2362200" y="3073400"/>
          <p14:tracePt t="57452" x="2438400" y="3073400"/>
          <p14:tracePt t="57470" x="2590800" y="3073400"/>
          <p14:tracePt t="57486" x="2705100" y="3086100"/>
          <p14:tracePt t="57503" x="2813050" y="3092450"/>
          <p14:tracePt t="57521" x="2889250" y="3092450"/>
          <p14:tracePt t="57538" x="2952750" y="3086100"/>
          <p14:tracePt t="57553" x="3009900" y="3079750"/>
          <p14:tracePt t="57571" x="3041650" y="3073400"/>
          <p14:tracePt t="57587" x="3060700" y="3073400"/>
          <p14:tracePt t="57641" x="3067050" y="3073400"/>
          <p14:tracePt t="57657" x="3073400" y="3079750"/>
          <p14:tracePt t="57671" x="3079750" y="3086100"/>
          <p14:tracePt t="57780" x="3086100" y="3086100"/>
          <p14:tracePt t="57794" x="3086100" y="3079750"/>
          <p14:tracePt t="57808" x="3086100" y="3073400"/>
          <p14:tracePt t="57929" x="3092450" y="3073400"/>
          <p14:tracePt t="58031" x="3098800" y="3073400"/>
          <p14:tracePt t="58177" x="3105150" y="3073400"/>
          <p14:tracePt t="58261" x="3111500" y="3079750"/>
          <p14:tracePt t="58273" x="3117850" y="3079750"/>
          <p14:tracePt t="58288" x="3143250" y="3079750"/>
          <p14:tracePt t="58305" x="3232150" y="3092450"/>
          <p14:tracePt t="58321" x="3302000" y="3098800"/>
          <p14:tracePt t="58337" x="3365500" y="3098800"/>
          <p14:tracePt t="58356" x="3429000" y="3105150"/>
          <p14:tracePt t="58369" x="3460750" y="3111500"/>
          <p14:tracePt t="58386" x="3479800" y="3111500"/>
          <p14:tracePt t="58403" x="3486150" y="3111500"/>
          <p14:tracePt t="58493" x="3492500" y="3111500"/>
          <p14:tracePt t="58509" x="3498850" y="3111500"/>
          <p14:tracePt t="58523" x="3505200" y="3111500"/>
          <p14:tracePt t="58538" x="3530600" y="3111500"/>
          <p14:tracePt t="58554" x="3549650" y="3111500"/>
          <p14:tracePt t="58570" x="3562350" y="3111500"/>
          <p14:tracePt t="58587" x="3568700" y="3111500"/>
          <p14:tracePt t="58606" x="3581400" y="3111500"/>
          <p14:tracePt t="58617" x="3600450" y="3111500"/>
          <p14:tracePt t="58627" x="3619500" y="3111500"/>
          <p14:tracePt t="58638" x="3625850" y="3111500"/>
          <p14:tracePt t="58653" x="3638550" y="3111500"/>
          <p14:tracePt t="58671" x="3657600" y="3111500"/>
          <p14:tracePt t="58686" x="3676650" y="3111500"/>
          <p14:tracePt t="58707" x="3695700" y="3111500"/>
          <p14:tracePt t="58720" x="3708400" y="3111500"/>
          <p14:tracePt t="58736" x="3714750" y="3111500"/>
          <p14:tracePt t="58752" x="3721100" y="3111500"/>
          <p14:tracePt t="58945" x="3714750" y="3111500"/>
          <p14:tracePt t="58990" x="3714750" y="3117850"/>
          <p14:tracePt t="59010" x="3714750" y="3124200"/>
          <p14:tracePt t="59034" x="3721100" y="3143250"/>
          <p14:tracePt t="59042" x="3746500" y="3175000"/>
          <p14:tracePt t="59054" x="3784600" y="3200400"/>
          <p14:tracePt t="59071" x="3848100" y="3225800"/>
          <p14:tracePt t="59088" x="3867150" y="3232150"/>
          <p14:tracePt t="59105" x="3886200" y="3238500"/>
          <p14:tracePt t="59127" x="3892550" y="3238500"/>
          <p14:tracePt t="59140" x="3905250" y="3238500"/>
          <p14:tracePt t="59155" x="3917950" y="3232150"/>
          <p14:tracePt t="59173" x="3956050" y="3213100"/>
          <p14:tracePt t="59187" x="4006850" y="3194050"/>
          <p14:tracePt t="59204" x="4051300" y="3175000"/>
          <p14:tracePt t="59219" x="4083050" y="3162300"/>
          <p14:tracePt t="59236" x="4095750" y="3149600"/>
          <p14:tracePt t="59252" x="4108450" y="3149600"/>
          <p14:tracePt t="59269" x="4114800" y="3149600"/>
          <p14:tracePt t="59286" x="4121150" y="3143250"/>
          <p14:tracePt t="59303" x="4127500" y="3136900"/>
          <p14:tracePt t="59319" x="4133850" y="3130550"/>
          <p14:tracePt t="59338" x="4152900" y="3111500"/>
          <p14:tracePt t="59355" x="4184650" y="3079750"/>
          <p14:tracePt t="59371" x="4197350" y="3067050"/>
          <p14:tracePt t="59387" x="4210050" y="3054350"/>
          <p14:tracePt t="59405" x="4216400" y="3054350"/>
          <p14:tracePt t="59494" x="4222750" y="3054350"/>
          <p14:tracePt t="59589" x="4229100" y="3048000"/>
          <p14:tracePt t="59597" x="4235450" y="3048000"/>
          <p14:tracePt t="59610" x="4254500" y="3041650"/>
          <p14:tracePt t="59620" x="4260850" y="3041650"/>
          <p14:tracePt t="59638" x="4279900" y="3041650"/>
          <p14:tracePt t="59654" x="4298950" y="3041650"/>
          <p14:tracePt t="59686" x="4305300" y="3041650"/>
          <p14:tracePt t="59709" x="4305300" y="3035300"/>
          <p14:tracePt t="59720" x="4311650" y="3035300"/>
          <p14:tracePt t="59736" x="4324350" y="3035300"/>
          <p14:tracePt t="59752" x="4349750" y="3028950"/>
          <p14:tracePt t="59769" x="4381500" y="3028950"/>
          <p14:tracePt t="59787" x="4394200" y="3022600"/>
          <p14:tracePt t="59803" x="4413250" y="3022600"/>
          <p14:tracePt t="59819" x="4438650" y="3022600"/>
          <p14:tracePt t="59836" x="4451350" y="3016250"/>
          <p14:tracePt t="59853" x="4457700" y="3009900"/>
          <p14:tracePt t="59941" x="4464050" y="3009900"/>
          <p14:tracePt t="59981" x="4470400" y="3009900"/>
          <p14:tracePt t="60015" x="4476750" y="3009900"/>
          <p14:tracePt t="60029" x="4483100" y="3009900"/>
          <p14:tracePt t="60040" x="4489450" y="3016250"/>
          <p14:tracePt t="60055" x="4495800" y="3016250"/>
          <p14:tracePt t="60071" x="4502150" y="3022600"/>
          <p14:tracePt t="60087" x="4527550" y="3035300"/>
          <p14:tracePt t="60105" x="4540250" y="3048000"/>
          <p14:tracePt t="60109" x="4552950" y="3048000"/>
          <p14:tracePt t="60137" x="4559300" y="3054350"/>
          <p14:tracePt t="60184" x="4565650" y="3054350"/>
          <p14:tracePt t="60193" x="4572000" y="3060700"/>
          <p14:tracePt t="60280" x="4578350" y="3067050"/>
          <p14:tracePt t="60308" x="4578350" y="3073400"/>
          <p14:tracePt t="60493" x="4565650" y="3079750"/>
          <p14:tracePt t="60522" x="4559300" y="3079750"/>
          <p14:tracePt t="60531" x="4559300" y="3086100"/>
          <p14:tracePt t="60544" x="4552950" y="3092450"/>
          <p14:tracePt t="60581" x="4546600" y="3092450"/>
          <p14:tracePt t="63647" x="4540250" y="3098800"/>
          <p14:tracePt t="63654" x="4508500" y="3111500"/>
          <p14:tracePt t="63662" x="4476750" y="3124200"/>
          <p14:tracePt t="63670" x="4438650" y="3136900"/>
          <p14:tracePt t="63687" x="4292600" y="3162300"/>
          <p14:tracePt t="63705" x="4083050" y="3194050"/>
          <p14:tracePt t="63719" x="3873500" y="3219450"/>
          <p14:tracePt t="63736" x="3619500" y="3238500"/>
          <p14:tracePt t="63753" x="3486150" y="3238500"/>
          <p14:tracePt t="63771" x="3359150" y="3244850"/>
          <p14:tracePt t="63788" x="3206750" y="3244850"/>
          <p14:tracePt t="63804" x="3041650" y="3244850"/>
          <p14:tracePt t="63821" x="2889250" y="3244850"/>
          <p14:tracePt t="63839" x="2730500" y="3257550"/>
          <p14:tracePt t="63855" x="2527300" y="3276600"/>
          <p14:tracePt t="63871" x="2425700" y="3276600"/>
          <p14:tracePt t="63888" x="2324100" y="3289300"/>
          <p14:tracePt t="63905" x="2279650" y="3308350"/>
          <p14:tracePt t="63921" x="2209800" y="3346450"/>
          <p14:tracePt t="63937" x="2197100" y="3359150"/>
          <p14:tracePt t="63953" x="2203450" y="3371850"/>
          <p14:tracePt t="63987" x="2203450" y="3384550"/>
          <p14:tracePt t="64004" x="2159000" y="3390900"/>
          <p14:tracePt t="64019" x="2139950" y="3390900"/>
          <p14:tracePt t="64173" x="2127250" y="3384550"/>
          <p14:tracePt t="64181" x="2114550" y="3378200"/>
          <p14:tracePt t="64190" x="2095500" y="3365500"/>
          <p14:tracePt t="64204" x="2076450" y="3352800"/>
          <p14:tracePt t="64220" x="2070100" y="3340100"/>
          <p14:tracePt t="64238" x="2038350" y="3321050"/>
          <p14:tracePt t="64253" x="2012950" y="3302000"/>
          <p14:tracePt t="64270" x="1974850" y="3282950"/>
          <p14:tracePt t="64288" x="1917700" y="3257550"/>
          <p14:tracePt t="64306" x="1828800" y="3225800"/>
          <p14:tracePt t="64321" x="1784350" y="3206750"/>
          <p14:tracePt t="64338" x="1720850" y="3187700"/>
          <p14:tracePt t="64355" x="1663700" y="3162300"/>
          <p14:tracePt t="64371" x="1638300" y="3136900"/>
          <p14:tracePt t="64388" x="1612900" y="3111500"/>
          <p14:tracePt t="64406" x="1568450" y="3079750"/>
          <p14:tracePt t="64421" x="1555750" y="3073400"/>
          <p14:tracePt t="64700" x="1549400" y="3079750"/>
          <p14:tracePt t="64713" x="1530350" y="3092450"/>
          <p14:tracePt t="64728" x="1511300" y="3117850"/>
          <p14:tracePt t="64742" x="1492250" y="3181350"/>
          <p14:tracePt t="64753" x="1492250" y="3206750"/>
          <p14:tracePt t="64769" x="1473200" y="3282950"/>
          <p14:tracePt t="64788" x="1466850" y="3314700"/>
          <p14:tracePt t="64804" x="1460500" y="3346450"/>
          <p14:tracePt t="64821" x="1460500" y="3359150"/>
          <p14:tracePt t="64838" x="1460500" y="3378200"/>
          <p14:tracePt t="64855" x="1460500" y="3390900"/>
          <p14:tracePt t="64870" x="1460500" y="3409950"/>
          <p14:tracePt t="64887" x="1460500" y="3435350"/>
          <p14:tracePt t="64903" x="1460500" y="3454400"/>
          <p14:tracePt t="64920" x="1447800" y="3479800"/>
          <p14:tracePt t="64937" x="1428750" y="3505200"/>
          <p14:tracePt t="64954" x="1409700" y="3524250"/>
          <p14:tracePt t="64970" x="1397000" y="3536950"/>
          <p14:tracePt t="64986" x="1397000" y="3556000"/>
          <p14:tracePt t="65019" x="1397000" y="3562350"/>
          <p14:tracePt t="65176" x="1397000" y="3568700"/>
          <p14:tracePt t="65235" x="1403350" y="3568700"/>
          <p14:tracePt t="65251" x="1416050" y="3562350"/>
          <p14:tracePt t="65262" x="1428750" y="3556000"/>
          <p14:tracePt t="65276" x="1498600" y="3549650"/>
          <p14:tracePt t="65288" x="1530350" y="3549650"/>
          <p14:tracePt t="65305" x="1670050" y="3549650"/>
          <p14:tracePt t="65320" x="1771650" y="3549650"/>
          <p14:tracePt t="65338" x="1841500" y="3556000"/>
          <p14:tracePt t="65353" x="1879600" y="3556000"/>
          <p14:tracePt t="65370" x="1879600" y="3562350"/>
          <p14:tracePt t="65406" x="1879600" y="3568700"/>
          <p14:tracePt t="65420" x="1866900" y="3581400"/>
          <p14:tracePt t="65437" x="1847850" y="3587750"/>
          <p14:tracePt t="65454" x="1828800" y="3594100"/>
          <p14:tracePt t="65471" x="1816100" y="3600450"/>
          <p14:tracePt t="65488" x="1797050" y="3606800"/>
          <p14:tracePt t="65504" x="1778000" y="3613150"/>
          <p14:tracePt t="65519" x="1771650" y="3613150"/>
          <p14:tracePt t="65615" x="1778000" y="3613150"/>
          <p14:tracePt t="65629" x="1784350" y="3613150"/>
          <p14:tracePt t="65638" x="1790700" y="3606800"/>
          <p14:tracePt t="65653" x="1803400" y="3600450"/>
          <p14:tracePt t="65669" x="1822450" y="3594100"/>
          <p14:tracePt t="65686" x="1841500" y="3581400"/>
          <p14:tracePt t="65704" x="1885950" y="3562350"/>
          <p14:tracePt t="65720" x="1949450" y="3562350"/>
          <p14:tracePt t="65736" x="2019300" y="3562350"/>
          <p14:tracePt t="65753" x="2089150" y="3562350"/>
          <p14:tracePt t="65770" x="2159000" y="3575050"/>
          <p14:tracePt t="65788" x="2235200" y="3587750"/>
          <p14:tracePt t="65805" x="2393950" y="3600450"/>
          <p14:tracePt t="65821" x="2520950" y="3600450"/>
          <p14:tracePt t="65837" x="2667000" y="3600450"/>
          <p14:tracePt t="65854" x="2838450" y="3600450"/>
          <p14:tracePt t="65870" x="2965450" y="3606800"/>
          <p14:tracePt t="65886" x="3048000" y="3606800"/>
          <p14:tracePt t="65904" x="3130550" y="3606800"/>
          <p14:tracePt t="65920" x="3149600" y="3606800"/>
          <p14:tracePt t="65936" x="3155950" y="3606800"/>
          <p14:tracePt t="65953" x="3168650" y="3600450"/>
          <p14:tracePt t="65969" x="3181350" y="3587750"/>
          <p14:tracePt t="65986" x="3200400" y="3575050"/>
          <p14:tracePt t="66003" x="3219450" y="3562350"/>
          <p14:tracePt t="66019" x="3244850" y="3543300"/>
          <p14:tracePt t="66036" x="3244850" y="3536950"/>
          <p14:tracePt t="66053" x="3244850" y="3530600"/>
          <p14:tracePt t="66069" x="3244850" y="3517900"/>
          <p14:tracePt t="66086" x="3244850" y="3505200"/>
          <p14:tracePt t="66103" x="3232150" y="3498850"/>
          <p14:tracePt t="66119" x="3213100" y="3492500"/>
          <p14:tracePt t="66136" x="3162300" y="3492500"/>
          <p14:tracePt t="66153" x="3092450" y="3486150"/>
          <p14:tracePt t="66169" x="3009900" y="3486150"/>
          <p14:tracePt t="66187" x="2895600" y="3479800"/>
          <p14:tracePt t="66203" x="2825750" y="3473450"/>
          <p14:tracePt t="66220" x="2762250" y="3473450"/>
          <p14:tracePt t="66237" x="2717800" y="3473450"/>
          <p14:tracePt t="66253" x="2686050" y="3479800"/>
          <p14:tracePt t="66269" x="2647950" y="3486150"/>
          <p14:tracePt t="66288" x="2527300" y="3524250"/>
          <p14:tracePt t="66304" x="2432050" y="3543300"/>
          <p14:tracePt t="66320" x="2330450" y="3556000"/>
          <p14:tracePt t="66337" x="2241550" y="3568700"/>
          <p14:tracePt t="66353" x="2146300" y="3575050"/>
          <p14:tracePt t="66371" x="2076450" y="3581400"/>
          <p14:tracePt t="66387" x="2025650" y="3581400"/>
          <p14:tracePt t="66404" x="2012950" y="3581400"/>
          <p14:tracePt t="66420" x="2000250" y="3581400"/>
          <p14:tracePt t="66438" x="1981200" y="3581400"/>
          <p14:tracePt t="66453" x="1968500" y="3581400"/>
          <p14:tracePt t="66469" x="1949450" y="3594100"/>
          <p14:tracePt t="66488" x="1930400" y="3606800"/>
          <p14:tracePt t="66503" x="1917700" y="3613150"/>
          <p14:tracePt t="66571" x="1936750" y="3613150"/>
          <p14:tracePt t="66578" x="1968500" y="3606800"/>
          <p14:tracePt t="66589" x="2012950" y="3606800"/>
          <p14:tracePt t="66605" x="2114550" y="3606800"/>
          <p14:tracePt t="66611" x="2171700" y="3606800"/>
          <p14:tracePt t="66621" x="2222500" y="3606800"/>
          <p14:tracePt t="66638" x="2317750" y="3606800"/>
          <p14:tracePt t="66655" x="2432050" y="3600450"/>
          <p14:tracePt t="66671" x="2489200" y="3594100"/>
          <p14:tracePt t="66687" x="2520950" y="3581400"/>
          <p14:tracePt t="66705" x="2559050" y="3575050"/>
          <p14:tracePt t="66722" x="2590800" y="3568700"/>
          <p14:tracePt t="66738" x="2647950" y="3556000"/>
          <p14:tracePt t="66755" x="2717800" y="3549650"/>
          <p14:tracePt t="66771" x="2743200" y="3549650"/>
          <p14:tracePt t="66856" x="2736850" y="3549650"/>
          <p14:tracePt t="66867" x="2724150" y="3549650"/>
          <p14:tracePt t="66878" x="2711450" y="3549650"/>
          <p14:tracePt t="66890" x="2686050" y="3556000"/>
          <p14:tracePt t="66904" x="2647950" y="3556000"/>
          <p14:tracePt t="66919" x="2578100" y="3568700"/>
          <p14:tracePt t="66935" x="2514600" y="3575050"/>
          <p14:tracePt t="66952" x="2457450" y="3581400"/>
          <p14:tracePt t="66970" x="2393950" y="3600450"/>
          <p14:tracePt t="66986" x="2324100" y="3619500"/>
          <p14:tracePt t="67005" x="2190750" y="3644900"/>
          <p14:tracePt t="67019" x="2114550" y="3657600"/>
          <p14:tracePt t="67036" x="2038350" y="3657600"/>
          <p14:tracePt t="67053" x="2006600" y="3657600"/>
          <p14:tracePt t="67070" x="2000250" y="3657600"/>
          <p14:tracePt t="67149" x="2006600" y="3651250"/>
          <p14:tracePt t="67157" x="2057400" y="3638550"/>
          <p14:tracePt t="67171" x="2089150" y="3632200"/>
          <p14:tracePt t="67187" x="2178050" y="3619500"/>
          <p14:tracePt t="67206" x="2336800" y="3594100"/>
          <p14:tracePt t="67220" x="2438400" y="3587750"/>
          <p14:tracePt t="67238" x="2527300" y="3575050"/>
          <p14:tracePt t="67253" x="2578100" y="3568700"/>
          <p14:tracePt t="67270" x="2597150" y="3562350"/>
          <p14:tracePt t="67326" x="2590800" y="3562350"/>
          <p14:tracePt t="67335" x="2584450" y="3568700"/>
          <p14:tracePt t="67346" x="2571750" y="3581400"/>
          <p14:tracePt t="67359" x="2546350" y="3587750"/>
          <p14:tracePt t="67370" x="2527300" y="3594100"/>
          <p14:tracePt t="67387" x="2508250" y="3600450"/>
          <p14:tracePt t="67405" x="2495550" y="3600450"/>
          <p14:tracePt t="67420" x="2482850" y="3600450"/>
          <p14:tracePt t="67525" x="2489200" y="3600450"/>
          <p14:tracePt t="67543" x="2495550" y="3600450"/>
          <p14:tracePt t="67571" x="2501900" y="3600450"/>
          <p14:tracePt t="67598" x="2508250" y="3600450"/>
          <p14:tracePt t="67631" x="2508250" y="3594100"/>
          <p14:tracePt t="68028" x="2514600" y="3587750"/>
          <p14:tracePt t="68260" x="2520950" y="3587750"/>
          <p14:tracePt t="68377" x="2527300" y="3587750"/>
          <p14:tracePt t="68469" x="2533650" y="3581400"/>
          <p14:tracePt t="68549" x="2540000" y="3581400"/>
          <p14:tracePt t="68889" x="2546350" y="3581400"/>
          <p14:tracePt t="68926" x="2552700" y="3581400"/>
          <p14:tracePt t="68931" x="2559050" y="3581400"/>
          <p14:tracePt t="68949" x="2565400" y="3581400"/>
          <p14:tracePt t="69016" x="2565400" y="3575050"/>
          <p14:tracePt t="69130" x="2546350" y="3587750"/>
          <p14:tracePt t="69142" x="2540000" y="3600450"/>
          <p14:tracePt t="69155" x="2520950" y="3619500"/>
          <p14:tracePt t="69171" x="2463800" y="3638550"/>
          <p14:tracePt t="69188" x="2393950" y="3663950"/>
          <p14:tracePt t="69203" x="2305050" y="3689350"/>
          <p14:tracePt t="69221" x="2209800" y="3714750"/>
          <p14:tracePt t="69237" x="2114550" y="3740150"/>
          <p14:tracePt t="69256" x="2006600" y="3771900"/>
          <p14:tracePt t="69271" x="1974850" y="3778250"/>
          <p14:tracePt t="69288" x="1955800" y="3778250"/>
          <p14:tracePt t="69357" x="1955800" y="3771900"/>
          <p14:tracePt t="69367" x="1974850" y="3759200"/>
          <p14:tracePt t="69377" x="1981200" y="3746500"/>
          <p14:tracePt t="69390" x="2019300" y="3727450"/>
          <p14:tracePt t="69405" x="2089150" y="3702050"/>
          <p14:tracePt t="69419" x="2184400" y="3689350"/>
          <p14:tracePt t="69437" x="2273300" y="3683000"/>
          <p14:tracePt t="69453" x="2355850" y="3683000"/>
          <p14:tracePt t="69470" x="2438400" y="3683000"/>
          <p14:tracePt t="69488" x="2482850" y="3683000"/>
          <p14:tracePt t="69559" x="2476500" y="3683000"/>
          <p14:tracePt t="69566" x="2470150" y="3683000"/>
          <p14:tracePt t="69578" x="2451100" y="3695700"/>
          <p14:tracePt t="69587" x="2432050" y="3702050"/>
          <p14:tracePt t="69605" x="2355850" y="3727450"/>
          <p14:tracePt t="69610" x="2305050" y="3740150"/>
          <p14:tracePt t="69619" x="2235200" y="3746500"/>
          <p14:tracePt t="69637" x="2063750" y="3765550"/>
          <p14:tracePt t="69654" x="1828800" y="3765550"/>
          <p14:tracePt t="69670" x="1746250" y="3759200"/>
          <p14:tracePt t="69687" x="1708150" y="3759200"/>
          <p14:tracePt t="69720" x="1714500" y="3746500"/>
          <p14:tracePt t="69736" x="1739900" y="3727450"/>
          <p14:tracePt t="69753" x="1797050" y="3702050"/>
          <p14:tracePt t="69771" x="1873250" y="3689350"/>
          <p14:tracePt t="69788" x="1949450" y="3689350"/>
          <p14:tracePt t="69806" x="2006600" y="3695700"/>
          <p14:tracePt t="69821" x="2012950" y="3695700"/>
          <p14:tracePt t="69865" x="2012950" y="3702050"/>
          <p14:tracePt t="69873" x="2006600" y="3708400"/>
          <p14:tracePt t="69888" x="1993900" y="3721100"/>
          <p14:tracePt t="69904" x="1974850" y="3733800"/>
          <p14:tracePt t="69922" x="1955800" y="3752850"/>
          <p14:tracePt t="69936" x="1943100" y="3752850"/>
          <p14:tracePt t="70008" x="1949450" y="3752850"/>
          <p14:tracePt t="70018" x="1962150" y="3746500"/>
          <p14:tracePt t="70027" x="2006600" y="3746500"/>
          <p14:tracePt t="70038" x="2025650" y="3746500"/>
          <p14:tracePt t="70054" x="2051050" y="3746500"/>
          <p14:tracePt t="70071" x="2057400" y="3746500"/>
          <p14:tracePt t="70163" x="2057400" y="3752850"/>
          <p14:tracePt t="70174" x="2051050" y="3759200"/>
          <p14:tracePt t="70187" x="2038350" y="3759200"/>
          <p14:tracePt t="70203" x="2032000" y="3765550"/>
          <p14:tracePt t="70219" x="2019300" y="3765550"/>
          <p14:tracePt t="70236" x="2012950" y="3765550"/>
          <p14:tracePt t="70360" x="2019300" y="3759200"/>
          <p14:tracePt t="70369" x="2025650" y="3752850"/>
          <p14:tracePt t="70377" x="2032000" y="3746500"/>
          <p14:tracePt t="70387" x="2032000" y="3740150"/>
          <p14:tracePt t="70405" x="2038350" y="3733800"/>
          <p14:tracePt t="70420" x="2044700" y="3727450"/>
          <p14:tracePt t="71131" x="2038350" y="3727450"/>
          <p14:tracePt t="71142" x="2019300" y="3727450"/>
          <p14:tracePt t="71154" x="1930400" y="3746500"/>
          <p14:tracePt t="71171" x="1816100" y="3765550"/>
          <p14:tracePt t="71186" x="1663700" y="3784600"/>
          <p14:tracePt t="71203" x="1492250" y="3810000"/>
          <p14:tracePt t="71220" x="1339850" y="3829050"/>
          <p14:tracePt t="71237" x="1327150" y="3829050"/>
          <p14:tracePt t="71270" x="1346200" y="3816350"/>
          <p14:tracePt t="71288" x="1422400" y="3778250"/>
          <p14:tracePt t="71305" x="1524000" y="3746500"/>
          <p14:tracePt t="71321" x="1695450" y="3708400"/>
          <p14:tracePt t="71338" x="1797050" y="3702050"/>
          <p14:tracePt t="71355" x="1892300" y="3702050"/>
          <p14:tracePt t="71369" x="1949450" y="3714750"/>
          <p14:tracePt t="71388" x="1962150" y="3721100"/>
          <p14:tracePt t="71428" x="1943100" y="3740150"/>
          <p14:tracePt t="71437" x="1936750" y="3746500"/>
          <p14:tracePt t="71453" x="1905000" y="3765550"/>
          <p14:tracePt t="71471" x="1866900" y="3790950"/>
          <p14:tracePt t="71486" x="1758950" y="3810000"/>
          <p14:tracePt t="71503" x="1695450" y="3816350"/>
          <p14:tracePt t="71521" x="1657350" y="3822700"/>
          <p14:tracePt t="71538" x="1638300" y="3822700"/>
          <p14:tracePt t="71596" x="1644650" y="3816350"/>
          <p14:tracePt t="71612" x="1663700" y="3797300"/>
          <p14:tracePt t="71622" x="1670050" y="3784600"/>
          <p14:tracePt t="71638" x="1701800" y="3765550"/>
          <p14:tracePt t="71653" x="1733550" y="3746500"/>
          <p14:tracePt t="71671" x="1765300" y="3733800"/>
          <p14:tracePt t="71685" x="1784350" y="3721100"/>
          <p14:tracePt t="71704" x="1797050" y="3714750"/>
          <p14:tracePt t="71772" x="1790700" y="3714750"/>
          <p14:tracePt t="71780" x="1778000" y="3721100"/>
          <p14:tracePt t="71790" x="1765300" y="3727450"/>
          <p14:tracePt t="71804" x="1733550" y="3746500"/>
          <p14:tracePt t="71820" x="1676400" y="3752850"/>
          <p14:tracePt t="71837" x="1625600" y="3759200"/>
          <p14:tracePt t="71854" x="1581150" y="3759200"/>
          <p14:tracePt t="71870" x="1543050" y="3759200"/>
          <p14:tracePt t="71887" x="1517650" y="3759200"/>
          <p14:tracePt t="71904" x="1498600" y="3752850"/>
          <p14:tracePt t="71920" x="1492250" y="3752850"/>
          <p14:tracePt t="71953" x="1485900" y="3752850"/>
          <p14:tracePt t="72025" x="1485900" y="3746500"/>
          <p14:tracePt t="72044" x="1479550" y="3746500"/>
          <p14:tracePt t="72059" x="1473200" y="3746500"/>
          <p14:tracePt t="72072" x="1466850" y="3746500"/>
          <p14:tracePt t="72079" x="1460500" y="3740150"/>
          <p14:tracePt t="72089" x="1454150" y="3740150"/>
          <p14:tracePt t="72105" x="1441450" y="3740150"/>
          <p14:tracePt t="72120" x="1428750" y="3733800"/>
          <p14:tracePt t="72136" x="1416050" y="3727450"/>
          <p14:tracePt t="72179" x="1416050" y="3721100"/>
          <p14:tracePt t="72195" x="1416050" y="3714750"/>
          <p14:tracePt t="72206" x="1416050" y="3708400"/>
          <p14:tracePt t="72220" x="1428750" y="3689350"/>
          <p14:tracePt t="72238" x="1460500" y="3670300"/>
          <p14:tracePt t="72255" x="1498600" y="3651250"/>
          <p14:tracePt t="72271" x="1562100" y="3644900"/>
          <p14:tracePt t="72288" x="1631950" y="3644900"/>
          <p14:tracePt t="72305" x="1720850" y="3638550"/>
          <p14:tracePt t="72321" x="1816100" y="3638550"/>
          <p14:tracePt t="72338" x="1879600" y="3638550"/>
          <p14:tracePt t="72356" x="1949450" y="3638550"/>
          <p14:tracePt t="72371" x="1981200" y="3638550"/>
          <p14:tracePt t="72387" x="2000250" y="3638550"/>
          <p14:tracePt t="72404" x="2012950" y="3638550"/>
          <p14:tracePt t="72420" x="2032000" y="3638550"/>
          <p14:tracePt t="72436" x="2044700" y="3638550"/>
          <p14:tracePt t="72454" x="2070100" y="3638550"/>
          <p14:tracePt t="72469" x="2095500" y="3638550"/>
          <p14:tracePt t="72486" x="2114550" y="3638550"/>
          <p14:tracePt t="72503" x="2146300" y="3632200"/>
          <p14:tracePt t="72522" x="2203450" y="3625850"/>
          <p14:tracePt t="72538" x="2266950" y="3619500"/>
          <p14:tracePt t="72555" x="2324100" y="3613150"/>
          <p14:tracePt t="72571" x="2432050" y="3606800"/>
          <p14:tracePt t="72588" x="2489200" y="3606800"/>
          <p14:tracePt t="72605" x="2546350" y="3606800"/>
          <p14:tracePt t="72612" x="2565400" y="3606800"/>
          <p14:tracePt t="72621" x="2584450" y="3606800"/>
          <p14:tracePt t="72638" x="2616200" y="3606800"/>
          <p14:tracePt t="72655" x="2667000" y="3606800"/>
          <p14:tracePt t="72672" x="2774950" y="3619500"/>
          <p14:tracePt t="72687" x="2844800" y="3632200"/>
          <p14:tracePt t="72704" x="2889250" y="3638550"/>
          <p14:tracePt t="72720" x="2901950" y="3644900"/>
          <p14:tracePt t="72736" x="2908300" y="3644900"/>
          <p14:tracePt t="72780" x="2908300" y="3651250"/>
          <p14:tracePt t="72795" x="2901950" y="3651250"/>
          <p14:tracePt t="72806" x="2889250" y="3657600"/>
          <p14:tracePt t="72822" x="2870200" y="3663950"/>
          <p14:tracePt t="72838" x="2851150" y="3676650"/>
          <p14:tracePt t="72855" x="2825750" y="3683000"/>
          <p14:tracePt t="72871" x="2787650" y="3683000"/>
          <p14:tracePt t="72888" x="2768600" y="3683000"/>
          <p14:tracePt t="72903" x="2762250" y="3683000"/>
          <p14:tracePt t="72922" x="2762250" y="3676650"/>
          <p14:tracePt t="72936" x="2755900" y="3663950"/>
          <p14:tracePt t="72953" x="2749550" y="3657600"/>
          <p14:tracePt t="72969" x="2749550" y="3651250"/>
          <p14:tracePt t="73011" x="2743200" y="3651250"/>
          <p14:tracePt t="73042" x="2736850" y="3651250"/>
          <p14:tracePt t="73060" x="2730500" y="3651250"/>
          <p14:tracePt t="73071" x="2724150" y="3651250"/>
          <p14:tracePt t="73088" x="2711450" y="3632200"/>
          <p14:tracePt t="73105" x="2686050" y="3606800"/>
          <p14:tracePt t="73111" x="2673350" y="3600450"/>
          <p14:tracePt t="73119" x="2660650" y="3587750"/>
          <p14:tracePt t="73136" x="2616200" y="3575050"/>
          <p14:tracePt t="73154" x="2533650" y="3562350"/>
          <p14:tracePt t="73170" x="2451100" y="3543300"/>
          <p14:tracePt t="73188" x="2343150" y="3511550"/>
          <p14:tracePt t="73204" x="2273300" y="3498850"/>
          <p14:tracePt t="73220" x="2203450" y="3479800"/>
          <p14:tracePt t="73236" x="2139950" y="3473450"/>
          <p14:tracePt t="73256" x="2076450" y="3473450"/>
          <p14:tracePt t="73270" x="2006600" y="3460750"/>
          <p14:tracePt t="73287" x="1936750" y="3460750"/>
          <p14:tracePt t="73304" x="1803400" y="3460750"/>
          <p14:tracePt t="73320" x="1720850" y="3467100"/>
          <p14:tracePt t="73337" x="1651000" y="3479800"/>
          <p14:tracePt t="73354" x="1612900" y="3492500"/>
          <p14:tracePt t="73370" x="1593850" y="3498850"/>
          <p14:tracePt t="73387" x="1587500" y="3505200"/>
          <p14:tracePt t="73420" x="1587500" y="3517900"/>
          <p14:tracePt t="73436" x="1581150" y="3524250"/>
          <p14:tracePt t="73454" x="1574800" y="3549650"/>
          <p14:tracePt t="73470" x="1568450" y="3556000"/>
          <p14:tracePt t="73486" x="1568450" y="3562350"/>
          <p14:tracePt t="73521" x="1568450" y="3568700"/>
          <p14:tracePt t="73615" x="1568450" y="3562350"/>
          <p14:tracePt t="73873" x="1574800" y="3562350"/>
          <p14:tracePt t="73877" x="1574800" y="3556000"/>
          <p14:tracePt t="73888" x="1581150" y="3556000"/>
          <p14:tracePt t="73903" x="1593850" y="3543300"/>
          <p14:tracePt t="73919" x="1612900" y="3524250"/>
          <p14:tracePt t="73936" x="1625600" y="3511550"/>
          <p14:tracePt t="73953" x="1651000" y="3498850"/>
          <p14:tracePt t="73969" x="1695450" y="3486150"/>
          <p14:tracePt t="73987" x="1765300" y="3486150"/>
          <p14:tracePt t="74003" x="1835150" y="3505200"/>
          <p14:tracePt t="74021" x="1892300" y="3530600"/>
          <p14:tracePt t="74038" x="1930400" y="3549650"/>
          <p14:tracePt t="74055" x="1949450" y="3568700"/>
          <p14:tracePt t="74072" x="1968500" y="3587750"/>
          <p14:tracePt t="74088" x="1993900" y="3613150"/>
          <p14:tracePt t="74105" x="2000250" y="3632200"/>
          <p14:tracePt t="74116" x="2006600" y="3638550"/>
          <p14:tracePt t="74126" x="2006600" y="3651250"/>
          <p14:tracePt t="74139" x="2006600" y="3657600"/>
          <p14:tracePt t="74154" x="2006600" y="3670300"/>
          <p14:tracePt t="74171" x="2000250" y="3689350"/>
          <p14:tracePt t="74187" x="1968500" y="3721100"/>
          <p14:tracePt t="74204" x="1955800" y="3733800"/>
          <p14:tracePt t="74220" x="1943100" y="3740150"/>
          <p14:tracePt t="74237" x="1936750" y="3740150"/>
          <p14:tracePt t="74253" x="1936750" y="3746500"/>
          <p14:tracePt t="74271" x="1930400" y="3746500"/>
          <p14:tracePt t="74287" x="1917700" y="3759200"/>
          <p14:tracePt t="74304" x="1905000" y="3765550"/>
          <p14:tracePt t="74320" x="1892300" y="3771900"/>
          <p14:tracePt t="74336" x="1879600" y="3778250"/>
          <p14:tracePt t="74354" x="1879600" y="3784600"/>
          <p14:tracePt t="74370" x="1873250" y="3790950"/>
          <p14:tracePt t="74387" x="1860550" y="3803650"/>
          <p14:tracePt t="74404" x="1835150" y="3829050"/>
          <p14:tracePt t="74422" x="1816100" y="3841750"/>
          <p14:tracePt t="74436" x="1797050" y="3854450"/>
          <p14:tracePt t="74454" x="1790700" y="3867150"/>
          <p14:tracePt t="74470" x="1784350" y="3873500"/>
          <p14:tracePt t="74487" x="1778000" y="3886200"/>
          <p14:tracePt t="74503" x="1765300" y="3898900"/>
          <p14:tracePt t="74522" x="1746250" y="3917950"/>
          <p14:tracePt t="74538" x="1727200" y="3937000"/>
          <p14:tracePt t="74555" x="1714500" y="3956050"/>
          <p14:tracePt t="74571" x="1714500" y="3968750"/>
          <p14:tracePt t="74606" x="1714500" y="3975100"/>
          <p14:tracePt t="74625" x="1714500" y="3981450"/>
          <p14:tracePt t="74639" x="1714500" y="3994150"/>
          <p14:tracePt t="74655" x="1714500" y="4000500"/>
          <p14:tracePt t="74670" x="1720850" y="4006850"/>
          <p14:tracePt t="74687" x="1727200" y="4013200"/>
          <p14:tracePt t="74707" x="1739900" y="4019550"/>
          <p14:tracePt t="74719" x="1746250" y="4019550"/>
          <p14:tracePt t="74737" x="1771650" y="4032250"/>
          <p14:tracePt t="74754" x="1790700" y="4044950"/>
          <p14:tracePt t="74771" x="1809750" y="4057650"/>
          <p14:tracePt t="74788" x="1828800" y="4064000"/>
          <p14:tracePt t="74804" x="1835150" y="4070350"/>
          <p14:tracePt t="74820" x="1847850" y="4076700"/>
          <p14:tracePt t="74837" x="1866900" y="4089400"/>
          <p14:tracePt t="74854" x="1892300" y="4095750"/>
          <p14:tracePt t="74870" x="1911350" y="4095750"/>
          <p14:tracePt t="74888" x="1917700" y="4095750"/>
          <p14:tracePt t="74979" x="1917700" y="4102100"/>
          <p14:tracePt t="74990" x="1924050" y="4102100"/>
          <p14:tracePt t="74997" x="1924050" y="4108450"/>
          <p14:tracePt t="75049" x="1930400" y="4108450"/>
          <p14:tracePt t="75059" x="1949450" y="4102100"/>
          <p14:tracePt t="75071" x="1962150" y="4089400"/>
          <p14:tracePt t="75088" x="1987550" y="4076700"/>
          <p14:tracePt t="75106" x="2025650" y="4044950"/>
          <p14:tracePt t="75120" x="2057400" y="4025900"/>
          <p14:tracePt t="75138" x="2089150" y="4013200"/>
          <p14:tracePt t="75153" x="2114550" y="4000500"/>
          <p14:tracePt t="75171" x="2139950" y="3987800"/>
          <p14:tracePt t="75186" x="2171700" y="3981450"/>
          <p14:tracePt t="75206" x="2216150" y="3975100"/>
          <p14:tracePt t="75219" x="2279650" y="3962400"/>
          <p14:tracePt t="75238" x="2349500" y="3962400"/>
          <p14:tracePt t="75253" x="2419350" y="3956050"/>
          <p14:tracePt t="75270" x="2489200" y="3956050"/>
          <p14:tracePt t="75288" x="2546350" y="3956050"/>
          <p14:tracePt t="75305" x="2616200" y="3956050"/>
          <p14:tracePt t="75321" x="2717800" y="3968750"/>
          <p14:tracePt t="75338" x="2787650" y="3975100"/>
          <p14:tracePt t="75355" x="2863850" y="3975100"/>
          <p14:tracePt t="75371" x="2946400" y="3975100"/>
          <p14:tracePt t="75387" x="3016250" y="3975100"/>
          <p14:tracePt t="75405" x="3098800" y="3975100"/>
          <p14:tracePt t="75420" x="3175000" y="3968750"/>
          <p14:tracePt t="75438" x="3289300" y="3962400"/>
          <p14:tracePt t="75453" x="3359150" y="3956050"/>
          <p14:tracePt t="75471" x="3429000" y="3949700"/>
          <p14:tracePt t="75487" x="3498850" y="3943350"/>
          <p14:tracePt t="75503" x="3549650" y="3943350"/>
          <p14:tracePt t="75521" x="3581400" y="3943350"/>
          <p14:tracePt t="75538" x="3619500" y="3943350"/>
          <p14:tracePt t="75555" x="3638550" y="3943350"/>
          <p14:tracePt t="75571" x="3657600" y="3943350"/>
          <p14:tracePt t="75586" x="3670300" y="3943350"/>
          <p14:tracePt t="75605" x="3683000" y="3943350"/>
          <p14:tracePt t="75616" x="3695700" y="3943350"/>
          <p14:tracePt t="75634" x="3702050" y="3943350"/>
          <p14:tracePt t="76128" x="3702050" y="3949700"/>
          <p14:tracePt t="76144" x="3695700" y="3956050"/>
          <p14:tracePt t="76158" x="3683000" y="3968750"/>
          <p14:tracePt t="76171" x="3670300" y="3975100"/>
          <p14:tracePt t="76188" x="3644900" y="3994150"/>
          <p14:tracePt t="76204" x="3568700" y="4025900"/>
          <p14:tracePt t="76220" x="3536950" y="4051300"/>
          <p14:tracePt t="76238" x="3517900" y="4057650"/>
          <p14:tracePt t="76252" x="3498850" y="4064000"/>
          <p14:tracePt t="76270" x="3460750" y="4064000"/>
          <p14:tracePt t="76287" x="3403600" y="4064000"/>
          <p14:tracePt t="76304" x="3219450" y="4057650"/>
          <p14:tracePt t="76320" x="3054350" y="4051300"/>
          <p14:tracePt t="76337" x="2927350" y="4038600"/>
          <p14:tracePt t="76355" x="2819400" y="4025900"/>
          <p14:tracePt t="76370" x="2762250" y="4025900"/>
          <p14:tracePt t="76387" x="2749550" y="4025900"/>
          <p14:tracePt t="76585" x="2743200" y="4025900"/>
          <p14:tracePt t="76616" x="2736850" y="4025900"/>
          <p14:tracePt t="76626" x="2730500" y="4025900"/>
          <p14:tracePt t="76646" x="2730500" y="4019550"/>
          <p14:tracePt t="76663" x="2724150" y="4013200"/>
          <p14:tracePt t="76678" x="2724150" y="4000500"/>
          <p14:tracePt t="76686" x="2724150" y="3994150"/>
          <p14:tracePt t="76706" x="2717800" y="3987800"/>
          <p14:tracePt t="76740" x="2717800" y="3981450"/>
          <p14:tracePt t="76752" x="2717800" y="3975100"/>
          <p14:tracePt t="76770" x="2717800" y="3968750"/>
          <p14:tracePt t="76787" x="2717800" y="3956050"/>
          <p14:tracePt t="76805" x="2724150" y="3956050"/>
          <p14:tracePt t="77175" x="2730500" y="3956050"/>
          <p14:tracePt t="77189" x="2736850" y="3956050"/>
          <p14:tracePt t="77199" x="2736850" y="3949700"/>
          <p14:tracePt t="77211" x="2743200" y="3949700"/>
          <p14:tracePt t="77219" x="2755900" y="3949700"/>
          <p14:tracePt t="77237" x="2781300" y="3949700"/>
          <p14:tracePt t="77253" x="2838450" y="3949700"/>
          <p14:tracePt t="77271" x="2914650" y="3949700"/>
          <p14:tracePt t="77289" x="3028950" y="3949700"/>
          <p14:tracePt t="77306" x="3238500" y="3949700"/>
          <p14:tracePt t="77321" x="3397250" y="3943350"/>
          <p14:tracePt t="77338" x="3549650" y="3937000"/>
          <p14:tracePt t="77355" x="3670300" y="3930650"/>
          <p14:tracePt t="77370" x="3778250" y="3930650"/>
          <p14:tracePt t="77388" x="3873500" y="3930650"/>
          <p14:tracePt t="77406" x="4025900" y="3937000"/>
          <p14:tracePt t="77422" x="4146550" y="3956050"/>
          <p14:tracePt t="77437" x="4286250" y="3968750"/>
          <p14:tracePt t="77454" x="4387850" y="3981450"/>
          <p14:tracePt t="77470" x="4489450" y="3987800"/>
          <p14:tracePt t="77487" x="4584700" y="3994150"/>
          <p14:tracePt t="77504" x="4699000" y="3987800"/>
          <p14:tracePt t="77522" x="4775200" y="3975100"/>
          <p14:tracePt t="77537" x="4845050" y="3962400"/>
          <p14:tracePt t="77555" x="4908550" y="3956050"/>
          <p14:tracePt t="77572" x="4940300" y="3949700"/>
          <p14:tracePt t="77587" x="4953000" y="3949700"/>
          <p14:tracePt t="77604" x="4965700" y="3949700"/>
          <p14:tracePt t="77619" x="4972050" y="3943350"/>
          <p14:tracePt t="77637" x="5003800" y="3943350"/>
          <p14:tracePt t="77655" x="5067300" y="3943350"/>
          <p14:tracePt t="77670" x="5187950" y="3943350"/>
          <p14:tracePt t="77688" x="5264150" y="3943350"/>
          <p14:tracePt t="77703" x="5327650" y="3943350"/>
          <p14:tracePt t="77720" x="5346700" y="3943350"/>
          <p14:tracePt t="77737" x="5359400" y="3943350"/>
          <p14:tracePt t="77753" x="5372100" y="3943350"/>
          <p14:tracePt t="77771" x="5378450" y="3943350"/>
          <p14:tracePt t="77787" x="5384800" y="3943350"/>
          <p14:tracePt t="77907" x="5384800" y="3937000"/>
          <p14:tracePt t="77919" x="5372100" y="3930650"/>
          <p14:tracePt t="77931" x="5359400" y="3930650"/>
          <p14:tracePt t="77943" x="5334000" y="3930650"/>
          <p14:tracePt t="77954" x="5314950" y="3930650"/>
          <p14:tracePt t="77970" x="5270500" y="3930650"/>
          <p14:tracePt t="77987" x="5219700" y="3930650"/>
          <p14:tracePt t="78004" x="5187950" y="3937000"/>
          <p14:tracePt t="78021" x="5162550" y="3943350"/>
          <p14:tracePt t="78038" x="5130800" y="3956050"/>
          <p14:tracePt t="78055" x="5086350" y="3962400"/>
          <p14:tracePt t="78071" x="5060950" y="3975100"/>
          <p14:tracePt t="78087" x="5054600" y="3975100"/>
          <p14:tracePt t="78116" x="5073650" y="3975100"/>
          <p14:tracePt t="78125" x="5092700" y="3968750"/>
          <p14:tracePt t="78138" x="5111750" y="3962400"/>
          <p14:tracePt t="78153" x="5156200" y="3949700"/>
          <p14:tracePt t="78172" x="5181600" y="3943350"/>
          <p14:tracePt t="78186" x="5200650" y="3937000"/>
          <p14:tracePt t="78206" x="5213350" y="3937000"/>
          <p14:tracePt t="78220" x="5226050" y="3937000"/>
          <p14:tracePt t="78238" x="5238750" y="3937000"/>
          <p14:tracePt t="78373" x="5245100" y="3937000"/>
          <p14:tracePt t="78390" x="5245100" y="3930650"/>
          <p14:tracePt t="78399" x="5264150" y="3930650"/>
          <p14:tracePt t="78410" x="5334000" y="3924300"/>
          <p14:tracePt t="78423" x="5403850" y="3917950"/>
          <p14:tracePt t="78438" x="5486400" y="3917950"/>
          <p14:tracePt t="78456" x="5556250" y="3917950"/>
          <p14:tracePt t="78471" x="5626100" y="3917950"/>
          <p14:tracePt t="78488" x="5689600" y="3917950"/>
          <p14:tracePt t="78505" x="5759450" y="3930650"/>
          <p14:tracePt t="78521" x="5797550" y="3930650"/>
          <p14:tracePt t="78539" x="5854700" y="3943350"/>
          <p14:tracePt t="78554" x="5886450" y="3943350"/>
          <p14:tracePt t="78572" x="5911850" y="3943350"/>
          <p14:tracePt t="78588" x="5937250" y="3956050"/>
          <p14:tracePt t="78603" x="5956300" y="3956050"/>
          <p14:tracePt t="78608" x="5962650" y="3962400"/>
          <p14:tracePt t="78620" x="5969000" y="3968750"/>
          <p14:tracePt t="78639" x="5994400" y="3981450"/>
          <p14:tracePt t="78654" x="6013450" y="3981450"/>
          <p14:tracePt t="78672" x="6032500" y="3981450"/>
          <p14:tracePt t="78686" x="6057900" y="3987800"/>
          <p14:tracePt t="78705" x="6096000" y="4000500"/>
          <p14:tracePt t="78720" x="6134100" y="4006850"/>
          <p14:tracePt t="78737" x="6242050" y="4019550"/>
          <p14:tracePt t="78754" x="6311900" y="4032250"/>
          <p14:tracePt t="78771" x="6381750" y="4038600"/>
          <p14:tracePt t="78788" x="6451600" y="4038600"/>
          <p14:tracePt t="78805" x="6515100" y="4044950"/>
          <p14:tracePt t="78822" x="6572250" y="4044950"/>
          <p14:tracePt t="78837" x="6642100" y="4051300"/>
          <p14:tracePt t="78854" x="6769100" y="4064000"/>
          <p14:tracePt t="78870" x="6870700" y="4076700"/>
          <p14:tracePt t="78887" x="6972300" y="4083050"/>
          <p14:tracePt t="78904" x="7042150" y="4089400"/>
          <p14:tracePt t="78920" x="7086600" y="4089400"/>
          <p14:tracePt t="78937" x="7118350" y="4089400"/>
          <p14:tracePt t="78956" x="7143750" y="4076700"/>
          <p14:tracePt t="78970" x="7150100" y="4070350"/>
          <p14:tracePt t="78987" x="7194550" y="4051300"/>
          <p14:tracePt t="79003" x="7226300" y="4044950"/>
          <p14:tracePt t="79021" x="7251700" y="4038600"/>
          <p14:tracePt t="79039" x="7270750" y="4032250"/>
          <p14:tracePt t="79091" x="7264400" y="4032250"/>
          <p14:tracePt t="79100" x="7251700" y="4038600"/>
          <p14:tracePt t="79117" x="7175500" y="4076700"/>
          <p14:tracePt t="79126" x="7112000" y="4089400"/>
          <p14:tracePt t="79138" x="7035800" y="4102100"/>
          <p14:tracePt t="79156" x="6584950" y="4152900"/>
          <p14:tracePt t="79172" x="6153150" y="4152900"/>
          <p14:tracePt t="79188" x="5683250" y="4152900"/>
          <p14:tracePt t="79205" x="5264150" y="4127500"/>
          <p14:tracePt t="79220" x="4927600" y="4121150"/>
          <p14:tracePt t="79237" x="4648200" y="4121150"/>
          <p14:tracePt t="79255" x="4438650" y="4121150"/>
          <p14:tracePt t="79271" x="4279900" y="4127500"/>
          <p14:tracePt t="79290" x="4076700" y="4152900"/>
          <p14:tracePt t="79305" x="3911600" y="4171950"/>
          <p14:tracePt t="79322" x="3727450" y="4178300"/>
          <p14:tracePt t="79337" x="3460750" y="4178300"/>
          <p14:tracePt t="79354" x="3175000" y="4152900"/>
          <p14:tracePt t="79371" x="2882900" y="4127500"/>
          <p14:tracePt t="79387" x="2540000" y="4114800"/>
          <p14:tracePt t="79405" x="2330450" y="4114800"/>
          <p14:tracePt t="79420" x="2216150" y="4121150"/>
          <p14:tracePt t="79438" x="2146300" y="4133850"/>
          <p14:tracePt t="79453" x="2089150" y="4140200"/>
          <p14:tracePt t="79470" x="2019300" y="4159250"/>
          <p14:tracePt t="79488" x="1905000" y="4178300"/>
          <p14:tracePt t="79503" x="1803400" y="4184650"/>
          <p14:tracePt t="79521" x="1689100" y="4191000"/>
          <p14:tracePt t="79538" x="1593850" y="4191000"/>
          <p14:tracePt t="79555" x="1524000" y="4191000"/>
          <p14:tracePt t="79572" x="1485900" y="4191000"/>
          <p14:tracePt t="79589" x="1460500" y="4191000"/>
          <p14:tracePt t="79663" x="1473200" y="4191000"/>
          <p14:tracePt t="79679" x="1479550" y="4191000"/>
          <p14:tracePt t="79690" x="1485900" y="4191000"/>
          <p14:tracePt t="79703" x="1498600" y="4191000"/>
          <p14:tracePt t="79721" x="1517650" y="4203700"/>
          <p14:tracePt t="79738" x="1555750" y="4222750"/>
          <p14:tracePt t="79756" x="1587500" y="4222750"/>
          <p14:tracePt t="79770" x="1625600" y="4229100"/>
          <p14:tracePt t="79788" x="1657350" y="4229100"/>
          <p14:tracePt t="79805" x="1682750" y="4229100"/>
          <p14:tracePt t="79822" x="1752600" y="4216400"/>
          <p14:tracePt t="79839" x="1892300" y="4178300"/>
          <p14:tracePt t="79856" x="2038350" y="4146550"/>
          <p14:tracePt t="79869" x="2209800" y="4121150"/>
          <p14:tracePt t="79887" x="2438400" y="4089400"/>
          <p14:tracePt t="79902" x="2762250" y="4057650"/>
          <p14:tracePt t="79919" x="3098800" y="4032250"/>
          <p14:tracePt t="79936" x="3486150" y="4006850"/>
          <p14:tracePt t="79954" x="4241800" y="3962400"/>
          <p14:tracePt t="79971" x="4762500" y="3930650"/>
          <p14:tracePt t="79987" x="5200650" y="3917950"/>
          <p14:tracePt t="80005" x="5530850" y="3911600"/>
          <p14:tracePt t="80020" x="5689600" y="3905250"/>
          <p14:tracePt t="80039" x="5873750" y="3892550"/>
          <p14:tracePt t="80055" x="5975350" y="3911600"/>
          <p14:tracePt t="80072" x="6076950" y="3930650"/>
          <p14:tracePt t="80087" x="6191250" y="3949700"/>
          <p14:tracePt t="80104" x="6299200" y="3968750"/>
          <p14:tracePt t="80107" x="6343650" y="3981450"/>
          <p14:tracePt t="80119" x="6381750" y="3987800"/>
          <p14:tracePt t="80137" x="6438900" y="3994150"/>
          <p14:tracePt t="80154" x="6470650" y="3987800"/>
          <p14:tracePt t="80170" x="6489700" y="3975100"/>
          <p14:tracePt t="80186" x="6527800" y="3962400"/>
          <p14:tracePt t="80203" x="6578600" y="3956050"/>
          <p14:tracePt t="80220" x="6654800" y="3943350"/>
          <p14:tracePt t="80237" x="6724650" y="3930650"/>
          <p14:tracePt t="80256" x="6781800" y="3924300"/>
          <p14:tracePt t="80272" x="6788150" y="3917950"/>
          <p14:tracePt t="80289" x="6794500" y="3917950"/>
          <p14:tracePt t="80303" x="6800850" y="3911600"/>
          <p14:tracePt t="80322" x="6813550" y="3911600"/>
          <p14:tracePt t="80336" x="6832600" y="3898900"/>
          <p14:tracePt t="80356" x="6864350" y="3886200"/>
          <p14:tracePt t="80371" x="6921500" y="3860800"/>
          <p14:tracePt t="80388" x="6953250" y="3841750"/>
          <p14:tracePt t="80403" x="6965950" y="3829050"/>
          <p14:tracePt t="80422" x="7010400" y="3816350"/>
          <p14:tracePt t="80436" x="7086600" y="3803650"/>
          <p14:tracePt t="80453" x="7181850" y="3797300"/>
          <p14:tracePt t="80470" x="7327900" y="3810000"/>
          <p14:tracePt t="80487" x="7391400" y="3829050"/>
          <p14:tracePt t="80505" x="7423150" y="3848100"/>
          <p14:tracePt t="80521" x="7442200" y="3860800"/>
          <p14:tracePt t="80539" x="7454900" y="3873500"/>
          <p14:tracePt t="80555" x="7467600" y="3892550"/>
          <p14:tracePt t="80572" x="7473950" y="3905250"/>
          <p14:tracePt t="80588" x="7467600" y="3924300"/>
          <p14:tracePt t="80603" x="7435850" y="3943350"/>
          <p14:tracePt t="80621" x="7353300" y="3968750"/>
          <p14:tracePt t="80637" x="7251700" y="3994150"/>
          <p14:tracePt t="80654" x="7118350" y="4025900"/>
          <p14:tracePt t="80670" x="6985000" y="4038600"/>
          <p14:tracePt t="80687" x="6699250" y="4057650"/>
          <p14:tracePt t="80703" x="6438900" y="4057650"/>
          <p14:tracePt t="80720" x="6127750" y="4038600"/>
          <p14:tracePt t="80737" x="5810250" y="4019550"/>
          <p14:tracePt t="80755" x="5448300" y="3981450"/>
          <p14:tracePt t="80772" x="5105400" y="3937000"/>
          <p14:tracePt t="80789" x="4641850" y="3898900"/>
          <p14:tracePt t="80805" x="4343400" y="3892550"/>
          <p14:tracePt t="80822" x="4044950" y="3892550"/>
          <p14:tracePt t="80838" x="3797300" y="3905250"/>
          <p14:tracePt t="80855" x="3562350" y="3930650"/>
          <p14:tracePt t="80870" x="3390900" y="3956050"/>
          <p14:tracePt t="80889" x="3162300" y="4000500"/>
          <p14:tracePt t="80905" x="2990850" y="4025900"/>
          <p14:tracePt t="80920" x="2819400" y="4057650"/>
          <p14:tracePt t="80937" x="2616200" y="4089400"/>
          <p14:tracePt t="80954" x="2451100" y="4121150"/>
          <p14:tracePt t="80970" x="2336800" y="4146550"/>
          <p14:tracePt t="80988" x="2254250" y="4191000"/>
          <p14:tracePt t="81004" x="2241550" y="4203700"/>
          <p14:tracePt t="81020" x="2216150" y="4222750"/>
          <p14:tracePt t="81037" x="2152650" y="4248150"/>
          <p14:tracePt t="81053" x="2038350" y="4260850"/>
          <p14:tracePt t="81071" x="1936750" y="4267200"/>
          <p14:tracePt t="81087" x="1879600" y="4267200"/>
          <p14:tracePt t="81214" x="1879600" y="4260850"/>
          <p14:tracePt t="81225" x="1885950" y="4260850"/>
          <p14:tracePt t="81236" x="1892300" y="4254500"/>
          <p14:tracePt t="81254" x="1898650" y="4241800"/>
          <p14:tracePt t="81293" x="1905000" y="4241800"/>
          <p14:tracePt t="81335" x="1911350" y="4241800"/>
          <p14:tracePt t="81343" x="1917700" y="4241800"/>
          <p14:tracePt t="81356" x="1917700" y="4235450"/>
          <p14:tracePt t="81372" x="1924050" y="4235450"/>
          <p14:tracePt t="81585" x="1930400" y="4235450"/>
          <p14:tracePt t="81656" x="1930400" y="4241800"/>
          <p14:tracePt t="81666" x="1930400" y="4248150"/>
          <p14:tracePt t="81675" x="1930400" y="4260850"/>
          <p14:tracePt t="81687" x="1930400" y="4267200"/>
          <p14:tracePt t="81704" x="1930400" y="4279900"/>
          <p14:tracePt t="81720" x="1930400" y="4286250"/>
          <p14:tracePt t="81736" x="1924050" y="4292600"/>
          <p14:tracePt t="81754" x="1917700" y="4305300"/>
          <p14:tracePt t="81772" x="1911350" y="4311650"/>
          <p14:tracePt t="81788" x="1911350" y="4318000"/>
          <p14:tracePt t="81958" x="1911350" y="4311650"/>
          <p14:tracePt t="81967" x="1917700" y="4305300"/>
          <p14:tracePt t="81981" x="1924050" y="4292600"/>
          <p14:tracePt t="82003" x="1930400" y="4279900"/>
          <p14:tracePt t="82022" x="1930400" y="4273550"/>
          <p14:tracePt t="82206" x="1936750" y="4273550"/>
          <p14:tracePt t="82236" x="1943100" y="4267200"/>
          <p14:tracePt t="82716" x="1949450" y="4267200"/>
          <p14:tracePt t="82854" x="1949450" y="4273550"/>
          <p14:tracePt t="82859" x="1955800" y="4273550"/>
          <p14:tracePt t="82941" x="1962150" y="4273550"/>
          <p14:tracePt t="82955" x="1974850" y="4273550"/>
          <p14:tracePt t="82970" x="1993900" y="4260850"/>
          <p14:tracePt t="82987" x="2006600" y="4241800"/>
          <p14:tracePt t="83003" x="2019300" y="4235450"/>
          <p14:tracePt t="83020" x="2025650" y="4229100"/>
          <p14:tracePt t="83037" x="2051050" y="4216400"/>
          <p14:tracePt t="83055" x="2063750" y="4216400"/>
          <p14:tracePt t="83072" x="2120900" y="4210050"/>
          <p14:tracePt t="83089" x="2159000" y="4210050"/>
          <p14:tracePt t="83103" x="2171700" y="4203700"/>
          <p14:tracePt t="83184" x="2171700" y="4210050"/>
          <p14:tracePt t="83198" x="2171700" y="4216400"/>
          <p14:tracePt t="83207" x="2178050" y="4216400"/>
          <p14:tracePt t="83262" x="2178050" y="4222750"/>
          <p14:tracePt t="83276" x="2178050" y="4229100"/>
          <p14:tracePt t="83298" x="2178050" y="4235450"/>
          <p14:tracePt t="83311" x="2178050" y="4241800"/>
          <p14:tracePt t="83341" x="2171700" y="4254500"/>
          <p14:tracePt t="83355" x="2165350" y="4260850"/>
          <p14:tracePt t="83372" x="2159000" y="4273550"/>
          <p14:tracePt t="83388" x="2139950" y="4279900"/>
          <p14:tracePt t="83405" x="2127250" y="4292600"/>
          <p14:tracePt t="83420" x="2120900" y="4298950"/>
          <p14:tracePt t="83438" x="2114550" y="4305300"/>
          <p14:tracePt t="83470" x="2108200" y="4318000"/>
          <p14:tracePt t="83488" x="2101850" y="4318000"/>
          <p14:tracePt t="83503" x="2101850" y="4324350"/>
          <p14:tracePt t="83521" x="2095500" y="4324350"/>
          <p14:tracePt t="83563" x="2089150" y="4324350"/>
          <p14:tracePt t="83576" x="2076450" y="4324350"/>
          <p14:tracePt t="83588" x="2057400" y="4324350"/>
          <p14:tracePt t="83603" x="2038350" y="4324350"/>
          <p14:tracePt t="83609" x="2032000" y="4324350"/>
          <p14:tracePt t="83621" x="2025650" y="4324350"/>
          <p14:tracePt t="83639" x="2012950" y="4324350"/>
          <p14:tracePt t="83694" x="2006600" y="4324350"/>
          <p14:tracePt t="83712" x="2000250" y="4324350"/>
          <p14:tracePt t="83727" x="1987550" y="4324350"/>
          <p14:tracePt t="83745" x="1981200" y="4324350"/>
          <p14:tracePt t="83831" x="1974850" y="4318000"/>
          <p14:tracePt t="84244" x="1974850" y="4311650"/>
          <p14:tracePt t="84253" x="1974850" y="4305300"/>
          <p14:tracePt t="84419" x="1974850" y="4298950"/>
          <p14:tracePt t="84439" x="1974850" y="4292600"/>
          <p14:tracePt t="84760" x="1968500" y="4292600"/>
          <p14:tracePt t="84893" x="1962150" y="4292600"/>
          <p14:tracePt t="84959" x="1962150" y="4279900"/>
          <p14:tracePt t="84970" x="1962150" y="4267200"/>
          <p14:tracePt t="84987" x="1962150" y="4248150"/>
          <p14:tracePt t="85003" x="1974850" y="4235450"/>
          <p14:tracePt t="85020" x="1987550" y="4222750"/>
          <p14:tracePt t="85037" x="2000250" y="4216400"/>
          <p14:tracePt t="85054" x="2000250" y="4210050"/>
          <p14:tracePt t="85070" x="2006600" y="4210050"/>
          <p14:tracePt t="85159" x="2012950" y="4210050"/>
          <p14:tracePt t="85171" x="2012950" y="4203700"/>
          <p14:tracePt t="85184" x="2019300" y="4203700"/>
          <p14:tracePt t="85195" x="2019300" y="4197350"/>
          <p14:tracePt t="85217" x="2019300" y="4191000"/>
          <p14:tracePt t="85766" x="2012950" y="4191000"/>
          <p14:tracePt t="85797" x="2006600" y="4191000"/>
          <p14:tracePt t="85824" x="2000250" y="4191000"/>
          <p14:tracePt t="85857" x="1993900" y="4191000"/>
          <p14:tracePt t="85872" x="1993900" y="4197350"/>
          <p14:tracePt t="85925" x="1987550" y="4197350"/>
          <p14:tracePt t="86568" x="1987550" y="4203700"/>
          <p14:tracePt t="86592" x="1987550" y="4210050"/>
          <p14:tracePt t="86602" x="1987550" y="4216400"/>
          <p14:tracePt t="86617" x="2000250" y="4222750"/>
          <p14:tracePt t="86628" x="2012950" y="4222750"/>
          <p14:tracePt t="86638" x="2025650" y="4229100"/>
          <p14:tracePt t="86654" x="2038350" y="4229100"/>
          <p14:tracePt t="86672" x="2057400" y="4235450"/>
          <p14:tracePt t="86686" x="2101850" y="4248150"/>
          <p14:tracePt t="86704" x="2146300" y="4267200"/>
          <p14:tracePt t="86720" x="2203450" y="4273550"/>
          <p14:tracePt t="86737" x="2286000" y="4292600"/>
          <p14:tracePt t="86753" x="2374900" y="4311650"/>
          <p14:tracePt t="86772" x="2457450" y="4318000"/>
          <p14:tracePt t="86788" x="2597150" y="4324350"/>
          <p14:tracePt t="86803" x="2673350" y="4324350"/>
          <p14:tracePt t="86820" x="2743200" y="4324350"/>
          <p14:tracePt t="86837" x="2813050" y="4311650"/>
          <p14:tracePt t="86855" x="2863850" y="4305300"/>
          <p14:tracePt t="86869" x="2889250" y="4298950"/>
          <p14:tracePt t="86888" x="2914650" y="4292600"/>
          <p14:tracePt t="86906" x="2927350" y="4292600"/>
          <p14:tracePt t="86920" x="2952750" y="4292600"/>
          <p14:tracePt t="86937" x="2978150" y="4292600"/>
          <p14:tracePt t="86954" x="3028950" y="4298950"/>
          <p14:tracePt t="86970" x="3086100" y="4311650"/>
          <p14:tracePt t="86988" x="3200400" y="4343400"/>
          <p14:tracePt t="87003" x="3270250" y="4349750"/>
          <p14:tracePt t="87019" x="3346450" y="4362450"/>
          <p14:tracePt t="87037" x="3416300" y="4362450"/>
          <p14:tracePt t="87054" x="3486150" y="4362450"/>
          <p14:tracePt t="87071" x="3549650" y="4362450"/>
          <p14:tracePt t="87088" x="3651250" y="4362450"/>
          <p14:tracePt t="87104" x="3708400" y="4362450"/>
          <p14:tracePt t="87121" x="3771900" y="4362450"/>
          <p14:tracePt t="87137" x="3829050" y="4362450"/>
          <p14:tracePt t="87153" x="3892550" y="4362450"/>
          <p14:tracePt t="87171" x="3962400" y="4362450"/>
          <p14:tracePt t="87187" x="4076700" y="4368800"/>
          <p14:tracePt t="87204" x="4140200" y="4375150"/>
          <p14:tracePt t="87220" x="4203700" y="4381500"/>
          <p14:tracePt t="87237" x="4260850" y="4387850"/>
          <p14:tracePt t="87254" x="4324350" y="4394200"/>
          <p14:tracePt t="87272" x="4356100" y="4394200"/>
          <p14:tracePt t="87288" x="4387850" y="4400550"/>
          <p14:tracePt t="87304" x="4406900" y="4400550"/>
          <p14:tracePt t="87321" x="4425950" y="4400550"/>
          <p14:tracePt t="87338" x="4445000" y="4394200"/>
          <p14:tracePt t="87355" x="4457700" y="4394200"/>
          <p14:tracePt t="87371" x="4483100" y="4394200"/>
          <p14:tracePt t="87387" x="4546600" y="4419600"/>
          <p14:tracePt t="87404" x="4616450" y="4445000"/>
          <p14:tracePt t="87420" x="4648200" y="4495800"/>
          <p14:tracePt t="87437" x="4641850" y="4559300"/>
          <p14:tracePt t="87647" x="4635500" y="4559300"/>
          <p14:tracePt t="87676" x="4635500" y="4552950"/>
          <p14:tracePt t="87683" x="4648200" y="4546600"/>
          <p14:tracePt t="87693" x="4654550" y="4546600"/>
          <p14:tracePt t="87704" x="4667250" y="4540250"/>
          <p14:tracePt t="87720" x="4718050" y="4508500"/>
          <p14:tracePt t="87738" x="4749800" y="4489450"/>
          <p14:tracePt t="87755" x="4800600" y="4470400"/>
          <p14:tracePt t="87770" x="4864100" y="4457700"/>
          <p14:tracePt t="87789" x="4953000" y="4451350"/>
          <p14:tracePt t="87805" x="5060950" y="4451350"/>
          <p14:tracePt t="87822" x="5295900" y="4451350"/>
          <p14:tracePt t="87838" x="5461000" y="4438650"/>
          <p14:tracePt t="87855" x="5588000" y="4425950"/>
          <p14:tracePt t="87870" x="5683250" y="4406900"/>
          <p14:tracePt t="87888" x="5746750" y="4400550"/>
          <p14:tracePt t="87903" x="5772150" y="4381500"/>
          <p14:tracePt t="87920" x="5803900" y="4362450"/>
          <p14:tracePt t="87937" x="5822950" y="4349750"/>
          <p14:tracePt t="87954" x="5848350" y="4337050"/>
          <p14:tracePt t="87970" x="5873750" y="4324350"/>
          <p14:tracePt t="87987" x="5899150" y="4318000"/>
          <p14:tracePt t="88003" x="5949950" y="4305300"/>
          <p14:tracePt t="88022" x="5981700" y="4305300"/>
          <p14:tracePt t="88037" x="6038850" y="4298950"/>
          <p14:tracePt t="88054" x="6089650" y="4298950"/>
          <p14:tracePt t="88071" x="6134100" y="4298950"/>
          <p14:tracePt t="88087" x="6178550" y="4298950"/>
          <p14:tracePt t="88104" x="6216650" y="4298950"/>
          <p14:tracePt t="88107" x="6229350" y="4298950"/>
          <p14:tracePt t="88120" x="6248400" y="4298950"/>
          <p14:tracePt t="88136" x="6280150" y="4298950"/>
          <p14:tracePt t="88153" x="6305550" y="4298950"/>
          <p14:tracePt t="88170" x="6330950" y="4298950"/>
          <p14:tracePt t="88187" x="6362700" y="4298950"/>
          <p14:tracePt t="88203" x="6394450" y="4298950"/>
          <p14:tracePt t="88220" x="6438900" y="4292600"/>
          <p14:tracePt t="88238" x="6546850" y="4279900"/>
          <p14:tracePt t="88253" x="6616700" y="4273550"/>
          <p14:tracePt t="88271" x="6686550" y="4267200"/>
          <p14:tracePt t="88288" x="6737350" y="4267200"/>
          <p14:tracePt t="88305" x="6807200" y="4267200"/>
          <p14:tracePt t="88321" x="6858000" y="4273550"/>
          <p14:tracePt t="88339" x="6927850" y="4286250"/>
          <p14:tracePt t="88354" x="6965950" y="4305300"/>
          <p14:tracePt t="88370" x="7016750" y="4311650"/>
          <p14:tracePt t="88386" x="7054850" y="4324350"/>
          <p14:tracePt t="88404" x="7118350" y="4343400"/>
          <p14:tracePt t="88420" x="7181850" y="4356100"/>
          <p14:tracePt t="88438" x="7239000" y="4375150"/>
          <p14:tracePt t="88454" x="7258050" y="4381500"/>
          <p14:tracePt t="88471" x="7264400" y="4387850"/>
          <p14:tracePt t="88639" x="7258050" y="4387850"/>
          <p14:tracePt t="88651" x="7258050" y="4394200"/>
          <p14:tracePt t="88659" x="7245350" y="4394200"/>
          <p14:tracePt t="88673" x="7232650" y="4400550"/>
          <p14:tracePt t="88688" x="7213600" y="4406900"/>
          <p14:tracePt t="88704" x="7175500" y="4419600"/>
          <p14:tracePt t="88720" x="7092950" y="4438650"/>
          <p14:tracePt t="88737" x="6946900" y="4464050"/>
          <p14:tracePt t="88754" x="6731000" y="4464050"/>
          <p14:tracePt t="88772" x="6483350" y="4464050"/>
          <p14:tracePt t="88789" x="6254750" y="4457700"/>
          <p14:tracePt t="88806" x="5854700" y="4425950"/>
          <p14:tracePt t="88822" x="5537200" y="4413250"/>
          <p14:tracePt t="88838" x="5245100" y="4413250"/>
          <p14:tracePt t="88855" x="4984750" y="4432300"/>
          <p14:tracePt t="88871" x="4692650" y="4470400"/>
          <p14:tracePt t="88887" x="4400550" y="4508500"/>
          <p14:tracePt t="88904" x="4108450" y="4521200"/>
          <p14:tracePt t="88920" x="3937000" y="4521200"/>
          <p14:tracePt t="88937" x="3797300" y="4521200"/>
          <p14:tracePt t="88953" x="3702050" y="4521200"/>
          <p14:tracePt t="88971" x="3632200" y="4514850"/>
          <p14:tracePt t="88987" x="3594100" y="4514850"/>
          <p14:tracePt t="89004" x="3581400" y="4514850"/>
          <p14:tracePt t="89022" x="3549650" y="4514850"/>
          <p14:tracePt t="89037" x="3505200" y="4521200"/>
          <p14:tracePt t="89054" x="3422650" y="4540250"/>
          <p14:tracePt t="89071" x="3321050" y="4552950"/>
          <p14:tracePt t="89087" x="3219450" y="4552950"/>
          <p14:tracePt t="89105" x="3136900" y="4552950"/>
          <p14:tracePt t="89106" x="3117850" y="4552950"/>
          <p14:tracePt t="89121" x="3111500" y="4552950"/>
          <p14:tracePt t="89171" x="3105150" y="4546600"/>
          <p14:tracePt t="89178" x="3105150" y="4540250"/>
          <p14:tracePt t="89195" x="3105150" y="4533900"/>
          <p14:tracePt t="89203" x="3105150" y="4527550"/>
          <p14:tracePt t="89221" x="3105150" y="4521200"/>
          <p14:tracePt t="89238" x="3105150" y="4514850"/>
          <p14:tracePt t="89255" x="3098800" y="4495800"/>
          <p14:tracePt t="89271" x="3098800" y="4476750"/>
          <p14:tracePt t="89288" x="3098800" y="4470400"/>
          <p14:tracePt t="89305" x="3098800" y="4464050"/>
          <p14:tracePt t="89322" x="3098800" y="4457700"/>
          <p14:tracePt t="89529" x="3105150" y="4451350"/>
          <p14:tracePt t="89565" x="3111500" y="4445000"/>
          <p14:tracePt t="89594" x="3117850" y="4445000"/>
          <p14:tracePt t="89607" x="3117850" y="4432300"/>
          <p14:tracePt t="89616" x="3124200" y="4432300"/>
          <p14:tracePt t="89626" x="3124200" y="4425950"/>
          <p14:tracePt t="89638" x="3136900" y="4419600"/>
          <p14:tracePt t="89656" x="3155950" y="4406900"/>
          <p14:tracePt t="89671" x="3175000" y="4394200"/>
          <p14:tracePt t="89687" x="3206750" y="4381500"/>
          <p14:tracePt t="89706" x="3225800" y="4368800"/>
          <p14:tracePt t="89720" x="3257550" y="4362450"/>
          <p14:tracePt t="89738" x="3346450" y="4349750"/>
          <p14:tracePt t="89756" x="3448050" y="4343400"/>
          <p14:tracePt t="89772" x="3549650" y="4337050"/>
          <p14:tracePt t="89788" x="3676650" y="4337050"/>
          <p14:tracePt t="89805" x="3778250" y="4337050"/>
          <p14:tracePt t="89822" x="3867150" y="4337050"/>
          <p14:tracePt t="89839" x="3937000" y="4337050"/>
          <p14:tracePt t="89856" x="3956050" y="4337050"/>
          <p14:tracePt t="89871" x="3962400" y="4337050"/>
          <p14:tracePt t="89889" x="3968750" y="4337050"/>
          <p14:tracePt t="89905" x="3975100" y="4337050"/>
          <p14:tracePt t="89921" x="3981450" y="4337050"/>
          <p14:tracePt t="89937" x="3994150" y="4337050"/>
          <p14:tracePt t="89954" x="4006850" y="4337050"/>
          <p14:tracePt t="89970" x="4013200" y="4337050"/>
          <p14:tracePt t="90048" x="4019550" y="4337050"/>
          <p14:tracePt t="90068" x="4025900" y="4337050"/>
          <p14:tracePt t="90077" x="4032250" y="4330700"/>
          <p14:tracePt t="90088" x="4051300" y="4330700"/>
          <p14:tracePt t="90106" x="4102100" y="4318000"/>
          <p14:tracePt t="90112" x="4146550" y="4311650"/>
          <p14:tracePt t="90121" x="4191000" y="4311650"/>
          <p14:tracePt t="90138" x="4305300" y="4298950"/>
          <p14:tracePt t="90155" x="4406900" y="4286250"/>
          <p14:tracePt t="90170" x="4527550" y="4279900"/>
          <p14:tracePt t="90187" x="4635500" y="4279900"/>
          <p14:tracePt t="90203" x="4775200" y="4279900"/>
          <p14:tracePt t="90221" x="4851400" y="4286250"/>
          <p14:tracePt t="90237" x="4902200" y="4292600"/>
          <p14:tracePt t="90254" x="4921250" y="4298950"/>
          <p14:tracePt t="90272" x="4940300" y="4305300"/>
          <p14:tracePt t="90289" x="4953000" y="4305300"/>
          <p14:tracePt t="90306" x="4972050" y="4305300"/>
          <p14:tracePt t="90322" x="4997450" y="4305300"/>
          <p14:tracePt t="90338" x="5060950" y="4305300"/>
          <p14:tracePt t="90355" x="5137150" y="4298950"/>
          <p14:tracePt t="90372" x="5238750" y="4298950"/>
          <p14:tracePt t="90388" x="5346700" y="4292600"/>
          <p14:tracePt t="90405" x="5448300" y="4286250"/>
          <p14:tracePt t="90422" x="5600700" y="4273550"/>
          <p14:tracePt t="90437" x="5702300" y="4267200"/>
          <p14:tracePt t="90454" x="5797550" y="4260850"/>
          <p14:tracePt t="90470" x="5886450" y="4260850"/>
          <p14:tracePt t="90487" x="5969000" y="4260850"/>
          <p14:tracePt t="90503" x="6045200" y="4254500"/>
          <p14:tracePt t="90522" x="6115050" y="4254500"/>
          <p14:tracePt t="90538" x="6203950" y="4248150"/>
          <p14:tracePt t="90556" x="6261100" y="4248150"/>
          <p14:tracePt t="90572" x="6318250" y="4241800"/>
          <p14:tracePt t="90588" x="6375400" y="4241800"/>
          <p14:tracePt t="90605" x="6445250" y="4241800"/>
          <p14:tracePt t="90612" x="6483350" y="4241800"/>
          <p14:tracePt t="90622" x="6559550" y="4248150"/>
          <p14:tracePt t="90638" x="6654800" y="4260850"/>
          <p14:tracePt t="90655" x="6737350" y="4273550"/>
          <p14:tracePt t="90672" x="6807200" y="4279900"/>
          <p14:tracePt t="90686" x="6838950" y="4279900"/>
          <p14:tracePt t="90704" x="6858000" y="4286250"/>
          <p14:tracePt t="90720" x="6870700" y="4286250"/>
          <p14:tracePt t="90738" x="6883400" y="4286250"/>
          <p14:tracePt t="90868" x="6908800" y="4305300"/>
          <p14:tracePt t="90887" x="6927850" y="4324350"/>
          <p14:tracePt t="90904" x="6940550" y="4343400"/>
          <p14:tracePt t="90921" x="6953250" y="4349750"/>
          <p14:tracePt t="90937" x="6959600" y="4356100"/>
          <p14:tracePt t="91444" x="6953250" y="4356100"/>
          <p14:tracePt t="91529" x="6953250" y="4362450"/>
          <p14:tracePt t="92187" x="6953250" y="4356100"/>
          <p14:tracePt t="92203" x="6953250" y="4349750"/>
          <p14:tracePt t="92214" x="6959600" y="4343400"/>
          <p14:tracePt t="92230" x="6965950" y="4337050"/>
          <p14:tracePt t="92250" x="6972300" y="4337050"/>
          <p14:tracePt t="92260" x="6972300" y="4330700"/>
          <p14:tracePt t="93156" x="6972300" y="4324350"/>
          <p14:tracePt t="93616" x="6959600" y="4324350"/>
          <p14:tracePt t="93625" x="6896100" y="4324350"/>
          <p14:tracePt t="93638" x="6813550" y="4324350"/>
          <p14:tracePt t="93654" x="6724650" y="4324350"/>
          <p14:tracePt t="93671" x="6623050" y="4324350"/>
          <p14:tracePt t="93687" x="6527800" y="4318000"/>
          <p14:tracePt t="93705" x="6432550" y="4305300"/>
          <p14:tracePt t="93720" x="6350000" y="4286250"/>
          <p14:tracePt t="93737" x="6261100" y="4267200"/>
          <p14:tracePt t="93756" x="6115050" y="4235450"/>
          <p14:tracePt t="93772" x="5956300" y="4203700"/>
          <p14:tracePt t="93788" x="5778500" y="4178300"/>
          <p14:tracePt t="93805" x="5607050" y="4159250"/>
          <p14:tracePt t="93822" x="5454650" y="4146550"/>
          <p14:tracePt t="93838" x="5327650" y="4159250"/>
          <p14:tracePt t="93856" x="5270500" y="4178300"/>
          <p14:tracePt t="93870" x="5245100" y="4191000"/>
          <p14:tracePt t="93888" x="5226050" y="4210050"/>
          <p14:tracePt t="93904" x="5207000" y="4229100"/>
          <p14:tracePt t="93921" x="5175250" y="4248150"/>
          <p14:tracePt t="93937" x="5099050" y="4273550"/>
          <p14:tracePt t="93954" x="5010150" y="4292600"/>
          <p14:tracePt t="93970" x="4870450" y="4324350"/>
          <p14:tracePt t="93987" x="4794250" y="4349750"/>
          <p14:tracePt t="94004" x="4718050" y="4368800"/>
          <p14:tracePt t="94022" x="4667250" y="4368800"/>
          <p14:tracePt t="94038" x="4603750" y="4381500"/>
          <p14:tracePt t="94056" x="4495800" y="4381500"/>
          <p14:tracePt t="94072" x="4425950" y="4375150"/>
          <p14:tracePt t="94088" x="4381500" y="4368800"/>
          <p14:tracePt t="94104" x="4362450" y="4356100"/>
          <p14:tracePt t="94109" x="4356100" y="4356100"/>
          <p14:tracePt t="94122" x="4349750" y="4356100"/>
          <p14:tracePt t="94234" x="4349750" y="4349750"/>
          <p14:tracePt t="94253" x="4349750" y="4343400"/>
          <p14:tracePt t="94480" x="4349750" y="4337050"/>
          <p14:tracePt t="94492" x="4349750" y="4330700"/>
          <p14:tracePt t="94504" x="4349750" y="4318000"/>
          <p14:tracePt t="94522" x="4343400" y="4298950"/>
          <p14:tracePt t="94539" x="4324350" y="4229100"/>
          <p14:tracePt t="94556" x="4298950" y="4152900"/>
          <p14:tracePt t="94572" x="4298950" y="4089400"/>
          <p14:tracePt t="94589" x="4298950" y="4019550"/>
          <p14:tracePt t="94605" x="4318000" y="3949700"/>
          <p14:tracePt t="94616" x="4343400" y="3892550"/>
          <p14:tracePt t="94625" x="4368800" y="3860800"/>
          <p14:tracePt t="94638" x="4394200" y="3835400"/>
          <p14:tracePt t="94654" x="4425950" y="3816350"/>
          <p14:tracePt t="94670" x="4457700" y="3797300"/>
          <p14:tracePt t="94687" x="4502150" y="3790950"/>
          <p14:tracePt t="94704" x="4540250" y="3784600"/>
          <p14:tracePt t="94720" x="4591050" y="3784600"/>
          <p14:tracePt t="94738" x="4692650" y="3790950"/>
          <p14:tracePt t="94754" x="4743450" y="3803650"/>
          <p14:tracePt t="94772" x="4762500" y="3810000"/>
          <p14:tracePt t="94788" x="4781550" y="3816350"/>
          <p14:tracePt t="94805" x="4800600" y="3835400"/>
          <p14:tracePt t="94822" x="4826000" y="3873500"/>
          <p14:tracePt t="94838" x="4864100" y="3975100"/>
          <p14:tracePt t="94856" x="4883150" y="4044950"/>
          <p14:tracePt t="94872" x="4902200" y="4102100"/>
          <p14:tracePt t="94887" x="4921250" y="4159250"/>
          <p14:tracePt t="94905" x="4921250" y="4191000"/>
          <p14:tracePt t="94921" x="4927600" y="4203700"/>
          <p14:tracePt t="94938" x="4933950" y="4222750"/>
          <p14:tracePt t="95017" x="4940300" y="4229100"/>
          <p14:tracePt t="95037" x="4946650" y="4235450"/>
          <p14:tracePt t="95046" x="4953000" y="4241800"/>
          <p14:tracePt t="95106" x="4959350" y="4241800"/>
          <p14:tracePt t="95124" x="4965700" y="4241800"/>
          <p14:tracePt t="95619" x="4978400" y="4241800"/>
          <p14:tracePt t="95641" x="4984750" y="4241800"/>
          <p14:tracePt t="95653" x="4997450" y="4241800"/>
          <p14:tracePt t="95665" x="5010150" y="4241800"/>
          <p14:tracePt t="95674" x="5016500" y="4241800"/>
          <p14:tracePt t="95687" x="5035550" y="4241800"/>
          <p14:tracePt t="95703" x="5060950" y="4241800"/>
          <p14:tracePt t="95722" x="5086350" y="4241800"/>
          <p14:tracePt t="95738" x="5118100" y="4241800"/>
          <p14:tracePt t="95754" x="5137150" y="4241800"/>
          <p14:tracePt t="95772" x="5156200" y="4241800"/>
          <p14:tracePt t="95805" x="5162550" y="4241800"/>
          <p14:tracePt t="95874" x="5156200" y="4241800"/>
          <p14:tracePt t="95882" x="5149850" y="4248150"/>
          <p14:tracePt t="95893" x="5118100" y="4248150"/>
          <p14:tracePt t="95904" x="5086350" y="4248150"/>
          <p14:tracePt t="95920" x="4965700" y="4235450"/>
          <p14:tracePt t="95939" x="4768850" y="4191000"/>
          <p14:tracePt t="95954" x="4660900" y="4165600"/>
          <p14:tracePt t="95970" x="4629150" y="4146550"/>
          <p14:tracePt t="96143" x="4629150" y="4152900"/>
          <p14:tracePt t="96151" x="4629150" y="4165600"/>
          <p14:tracePt t="96159" x="4629150" y="4171950"/>
          <p14:tracePt t="96172" x="4622800" y="4184650"/>
          <p14:tracePt t="96188" x="4622800" y="4191000"/>
          <p14:tracePt t="96204" x="4622800" y="4203700"/>
          <p14:tracePt t="96258" x="4616450" y="4203700"/>
          <p14:tracePt t="96267" x="4610100" y="4203700"/>
          <p14:tracePt t="96281" x="4603750" y="4203700"/>
          <p14:tracePt t="96297" x="4591050" y="4197350"/>
          <p14:tracePt t="96306" x="4572000" y="4191000"/>
          <p14:tracePt t="96321" x="4540250" y="4165600"/>
          <p14:tracePt t="96338" x="4514850" y="4146550"/>
          <p14:tracePt t="96354" x="4502150" y="4114800"/>
          <p14:tracePt t="96370" x="4495800" y="4089400"/>
          <p14:tracePt t="96388" x="4502150" y="4064000"/>
          <p14:tracePt t="96404" x="4508500" y="4064000"/>
          <p14:tracePt t="96475" x="4508500" y="4070350"/>
          <p14:tracePt t="96487" x="4508500" y="4083050"/>
          <p14:tracePt t="96504" x="4508500" y="4095750"/>
          <p14:tracePt t="96522" x="4508500" y="4102100"/>
          <p14:tracePt t="96537" x="4508500" y="4108450"/>
          <p14:tracePt t="96612" x="4502150" y="4114800"/>
          <p14:tracePt t="96622" x="4495800" y="4114800"/>
          <p14:tracePt t="96631" x="4489450" y="4114800"/>
          <p14:tracePt t="96640" x="4483100" y="4114800"/>
          <p14:tracePt t="96653" x="4464050" y="4095750"/>
          <p14:tracePt t="96670" x="4457700" y="4076700"/>
          <p14:tracePt t="96687" x="4451350" y="4057650"/>
          <p14:tracePt t="96703" x="4451350" y="4038600"/>
          <p14:tracePt t="96721" x="4451350" y="4019550"/>
          <p14:tracePt t="96738" x="4451350" y="4006850"/>
          <p14:tracePt t="96772" x="4451350" y="3987800"/>
          <p14:tracePt t="96789" x="4464050" y="3981450"/>
          <p14:tracePt t="96805" x="4470400" y="3968750"/>
          <p14:tracePt t="96820" x="4489450" y="3956050"/>
          <p14:tracePt t="96839" x="4508500" y="3937000"/>
          <p14:tracePt t="96855" x="4521200" y="3930650"/>
          <p14:tracePt t="96871" x="4540250" y="3924300"/>
          <p14:tracePt t="96886" x="4552950" y="3924300"/>
          <p14:tracePt t="96903" x="4565650" y="3917950"/>
          <p14:tracePt t="96920" x="4578350" y="3917950"/>
          <p14:tracePt t="96936" x="4622800" y="3917950"/>
          <p14:tracePt t="96953" x="4686300" y="3937000"/>
          <p14:tracePt t="96970" x="4756150" y="3962400"/>
          <p14:tracePt t="96986" x="4819650" y="4006850"/>
          <p14:tracePt t="97003" x="4838700" y="4051300"/>
          <p14:tracePt t="97021" x="4851400" y="4089400"/>
          <p14:tracePt t="97038" x="4851400" y="4127500"/>
          <p14:tracePt t="97054" x="4845050" y="4152900"/>
          <p14:tracePt t="97072" x="4826000" y="4171950"/>
          <p14:tracePt t="97087" x="4806950" y="4197350"/>
          <p14:tracePt t="97103" x="4787900" y="4210050"/>
          <p14:tracePt t="97120" x="4781550" y="4210050"/>
          <p14:tracePt t="97251" x="4787900" y="4210050"/>
          <p14:tracePt t="97262" x="4787900" y="4203700"/>
          <p14:tracePt t="97273" x="4794250" y="4197350"/>
          <p14:tracePt t="97289" x="4832350" y="4171950"/>
          <p14:tracePt t="97305" x="4870450" y="4152900"/>
          <p14:tracePt t="97321" x="4889500" y="4146550"/>
          <p14:tracePt t="97337" x="4902200" y="4146550"/>
          <p14:tracePt t="97372" x="4902200" y="4152900"/>
          <p14:tracePt t="97381" x="4895850" y="4159250"/>
          <p14:tracePt t="97388" x="4895850" y="4165600"/>
          <p14:tracePt t="97404" x="4895850" y="4178300"/>
          <p14:tracePt t="97421" x="4895850" y="4184650"/>
          <p14:tracePt t="97455" x="4889500" y="4184650"/>
          <p14:tracePt t="97579" x="4889500" y="4178300"/>
          <p14:tracePt t="97593" x="4889500" y="4171950"/>
          <p14:tracePt t="97603" x="4895850" y="4152900"/>
          <p14:tracePt t="97620" x="4902200" y="4140200"/>
          <p14:tracePt t="97638" x="4908550" y="4127500"/>
          <p14:tracePt t="97746" x="4902200" y="4133850"/>
          <p14:tracePt t="97756" x="4889500" y="4146550"/>
          <p14:tracePt t="97772" x="4857750" y="4152900"/>
          <p14:tracePt t="97788" x="4768850" y="4171950"/>
          <p14:tracePt t="97805" x="4591050" y="4184650"/>
          <p14:tracePt t="97821" x="4470400" y="4171950"/>
          <p14:tracePt t="97837" x="4362450" y="4152900"/>
          <p14:tracePt t="97855" x="4273550" y="4133850"/>
          <p14:tracePt t="97872" x="4210050" y="4114800"/>
          <p14:tracePt t="97887" x="4203700" y="4114800"/>
          <p14:tracePt t="97922" x="4203700" y="4108450"/>
          <p14:tracePt t="97931" x="4210050" y="4108450"/>
          <p14:tracePt t="97941" x="4222750" y="4102100"/>
          <p14:tracePt t="97954" x="4235450" y="4095750"/>
          <p14:tracePt t="97970" x="4267200" y="4089400"/>
          <p14:tracePt t="97988" x="4330700" y="4083050"/>
          <p14:tracePt t="98004" x="4400550" y="4083050"/>
          <p14:tracePt t="98021" x="4533900" y="4083050"/>
          <p14:tracePt t="98038" x="4616450" y="4089400"/>
          <p14:tracePt t="98055" x="4679950" y="4089400"/>
          <p14:tracePt t="98072" x="4730750" y="4095750"/>
          <p14:tracePt t="98088" x="4756150" y="4095750"/>
          <p14:tracePt t="98127" x="4749800" y="4102100"/>
          <p14:tracePt t="98137" x="4743450" y="4108450"/>
          <p14:tracePt t="98153" x="4724400" y="4114800"/>
          <p14:tracePt t="98170" x="4699000" y="4127500"/>
          <p14:tracePt t="98186" x="4629150" y="4133850"/>
          <p14:tracePt t="98203" x="4565650" y="4140200"/>
          <p14:tracePt t="98220" x="4559300" y="4140200"/>
          <p14:tracePt t="98258" x="4572000" y="4140200"/>
          <p14:tracePt t="98265" x="4578350" y="4140200"/>
          <p14:tracePt t="98275" x="4591050" y="4140200"/>
          <p14:tracePt t="98289" x="4648200" y="4133850"/>
          <p14:tracePt t="98306" x="4673600" y="4133850"/>
          <p14:tracePt t="98360" x="4660900" y="4146550"/>
          <p14:tracePt t="98369" x="4654550" y="4146550"/>
          <p14:tracePt t="98386" x="4641850" y="4152900"/>
          <p14:tracePt t="98403" x="4629150" y="4152900"/>
          <p14:tracePt t="98485" x="4635500" y="4152900"/>
          <p14:tracePt t="98793" x="4629150" y="4152900"/>
          <p14:tracePt t="98827" x="4622800" y="4152900"/>
          <p14:tracePt t="98837" x="4616450" y="4152900"/>
          <p14:tracePt t="98845" x="4610100" y="4152900"/>
          <p14:tracePt t="98856" x="4603750" y="4152900"/>
          <p14:tracePt t="98871" x="4559300" y="4152900"/>
          <p14:tracePt t="98888" x="4464050" y="4146550"/>
          <p14:tracePt t="98904" x="4394200" y="4140200"/>
          <p14:tracePt t="98921" x="4349750" y="4133850"/>
          <p14:tracePt t="98937" x="4324350" y="4127500"/>
          <p14:tracePt t="98954" x="4305300" y="4121150"/>
          <p14:tracePt t="99059" x="4311650" y="4121150"/>
          <p14:tracePt t="99068" x="4324350" y="4114800"/>
          <p14:tracePt t="99076" x="4330700" y="4108450"/>
          <p14:tracePt t="99087" x="4337050" y="4108450"/>
          <p14:tracePt t="99103" x="4356100" y="4102100"/>
          <p14:tracePt t="99120" x="4368800" y="4102100"/>
          <p14:tracePt t="99136" x="4394200" y="4102100"/>
          <p14:tracePt t="99153" x="4419600" y="4095750"/>
          <p14:tracePt t="99170" x="4445000" y="4095750"/>
          <p14:tracePt t="99187" x="4476750" y="4095750"/>
          <p14:tracePt t="99204" x="4508500" y="4095750"/>
          <p14:tracePt t="99220" x="4572000" y="4095750"/>
          <p14:tracePt t="99238" x="4610100" y="4102100"/>
          <p14:tracePt t="99254" x="4635500" y="4108450"/>
          <p14:tracePt t="99272" x="4660900" y="4108450"/>
          <p14:tracePt t="99288" x="4673600" y="4114800"/>
          <p14:tracePt t="99306" x="4679950" y="4114800"/>
          <p14:tracePt t="99413" x="4673600" y="4121150"/>
          <p14:tracePt t="99424" x="4641850" y="4133850"/>
          <p14:tracePt t="99437" x="4597400" y="4133850"/>
          <p14:tracePt t="99454" x="4502150" y="4133850"/>
          <p14:tracePt t="99470" x="4400550" y="4133850"/>
          <p14:tracePt t="99488" x="4254500" y="4133850"/>
          <p14:tracePt t="99506" x="4203700" y="4127500"/>
          <p14:tracePt t="99522" x="4191000" y="4127500"/>
          <p14:tracePt t="99603" x="4197350" y="4127500"/>
          <p14:tracePt t="99612" x="4197350" y="4121150"/>
          <p14:tracePt t="99622" x="4216400" y="4121150"/>
          <p14:tracePt t="99638" x="4241800" y="4108450"/>
          <p14:tracePt t="99654" x="4298950" y="4108450"/>
          <p14:tracePt t="99671" x="4368800" y="4108450"/>
          <p14:tracePt t="99687" x="4438650" y="4114800"/>
          <p14:tracePt t="99706" x="4514850" y="4121150"/>
          <p14:tracePt t="99720" x="4572000" y="4133850"/>
          <p14:tracePt t="99738" x="4603750" y="4133850"/>
          <p14:tracePt t="99857" x="4603750" y="4140200"/>
          <p14:tracePt t="99874" x="4597400" y="4146550"/>
          <p14:tracePt t="99884" x="4591050" y="4152900"/>
          <p14:tracePt t="99892" x="4578350" y="4159250"/>
          <p14:tracePt t="99904" x="4565650" y="4159250"/>
          <p14:tracePt t="99920" x="4470400" y="4171950"/>
          <p14:tracePt t="99937" x="4381500" y="4171950"/>
          <p14:tracePt t="99954" x="4298950" y="4165600"/>
          <p14:tracePt t="99971" x="4235450" y="4152900"/>
          <p14:tracePt t="99988" x="4216400" y="4152900"/>
          <p14:tracePt t="100088" x="4216400" y="4146550"/>
          <p14:tracePt t="100110" x="4235450" y="4140200"/>
          <p14:tracePt t="100118" x="4248150" y="4133850"/>
          <p14:tracePt t="100127" x="4267200" y="4127500"/>
          <p14:tracePt t="100138" x="4337050" y="4121150"/>
          <p14:tracePt t="100153" x="4406900" y="4114800"/>
          <p14:tracePt t="100170" x="4464050" y="4114800"/>
          <p14:tracePt t="100187" x="4476750" y="4114800"/>
          <p14:tracePt t="100204" x="4483100" y="4114800"/>
          <p14:tracePt t="100296" x="4476750" y="4114800"/>
          <p14:tracePt t="100308" x="4464050" y="4121150"/>
          <p14:tracePt t="100321" x="4457700" y="4121150"/>
          <p14:tracePt t="100338" x="4432300" y="4127500"/>
          <p14:tracePt t="100356" x="4394200" y="4133850"/>
          <p14:tracePt t="100370" x="4375150" y="4133850"/>
          <p14:tracePt t="100405" x="4368800" y="4133850"/>
          <p14:tracePt t="100483" x="4381500" y="4133850"/>
          <p14:tracePt t="100493" x="4387850" y="4133850"/>
          <p14:tracePt t="100504" x="4406900" y="4127500"/>
          <p14:tracePt t="100522" x="4451350" y="4121150"/>
          <p14:tracePt t="100539" x="4483100" y="4121150"/>
          <p14:tracePt t="100555" x="4508500" y="4121150"/>
          <p14:tracePt t="100571" x="4527550" y="4121150"/>
          <p14:tracePt t="100589" x="4540250" y="4121150"/>
          <p14:tracePt t="100641" x="4546600" y="4114800"/>
          <p14:tracePt t="100733" x="4546600" y="4121150"/>
          <p14:tracePt t="100743" x="4533900" y="4127500"/>
          <p14:tracePt t="100754" x="4527550" y="4127500"/>
          <p14:tracePt t="100772" x="4508500" y="4140200"/>
          <p14:tracePt t="100788" x="4476750" y="4146550"/>
          <p14:tracePt t="100901" x="4483100" y="4140200"/>
          <p14:tracePt t="100910" x="4489450" y="4140200"/>
          <p14:tracePt t="100924" x="4508500" y="4127500"/>
          <p14:tracePt t="100938" x="4527550" y="4108450"/>
          <p14:tracePt t="100954" x="4565650" y="4089400"/>
          <p14:tracePt t="100971" x="4622800" y="4083050"/>
          <p14:tracePt t="100987" x="4692650" y="4070350"/>
          <p14:tracePt t="101004" x="4756150" y="4064000"/>
          <p14:tracePt t="101022" x="4813300" y="4051300"/>
          <p14:tracePt t="101039" x="4870450" y="4044950"/>
          <p14:tracePt t="101055" x="4876800" y="4044950"/>
          <p14:tracePt t="101070" x="4883150" y="4044950"/>
          <p14:tracePt t="101150" x="4876800" y="4044950"/>
          <p14:tracePt t="101156" x="4864100" y="4044950"/>
          <p14:tracePt t="101172" x="4832350" y="4070350"/>
          <p14:tracePt t="101188" x="4743450" y="4089400"/>
          <p14:tracePt t="101203" x="4622800" y="4095750"/>
          <p14:tracePt t="101220" x="4470400" y="4095750"/>
          <p14:tracePt t="101237" x="4362450" y="4089400"/>
          <p14:tracePt t="101254" x="4298950" y="4083050"/>
          <p14:tracePt t="101271" x="4286250" y="4076700"/>
          <p14:tracePt t="101324" x="4286250" y="4070350"/>
          <p14:tracePt t="101347" x="4292600" y="4070350"/>
          <p14:tracePt t="101362" x="4305300" y="4064000"/>
          <p14:tracePt t="101370" x="4318000" y="4057650"/>
          <p14:tracePt t="101387" x="4330700" y="4057650"/>
          <p14:tracePt t="101404" x="4356100" y="4044950"/>
          <p14:tracePt t="101420" x="4375150" y="4044950"/>
          <p14:tracePt t="101438" x="4394200" y="4044950"/>
          <p14:tracePt t="101656" x="4387850" y="4044950"/>
          <p14:tracePt t="101671" x="4381500" y="4051300"/>
          <p14:tracePt t="101735" x="4381500" y="4057650"/>
          <p14:tracePt t="101758" x="4381500" y="4064000"/>
          <p14:tracePt t="101767" x="4387850" y="4064000"/>
          <p14:tracePt t="101779" x="4400550" y="4083050"/>
          <p14:tracePt t="101789" x="4400550" y="4089400"/>
          <p14:tracePt t="101806" x="4406900" y="4095750"/>
          <p14:tracePt t="101820" x="4413250" y="4095750"/>
          <p14:tracePt t="101837" x="4419600" y="4095750"/>
          <p14:tracePt t="101986" x="4425950" y="4095750"/>
          <p14:tracePt t="102259" x="4432300" y="4095750"/>
          <p14:tracePt t="102457" x="4438650" y="4089400"/>
          <p14:tracePt t="103068" x="4445000" y="4095750"/>
          <p14:tracePt t="103077" x="4451350" y="4102100"/>
          <p14:tracePt t="103087" x="4451350" y="4108450"/>
          <p14:tracePt t="103110" x="4451350" y="4114800"/>
          <p14:tracePt t="103780" x="4451350" y="4108450"/>
          <p14:tracePt t="105766" x="4457700" y="4114800"/>
          <p14:tracePt t="105793" x="4457700" y="4121150"/>
          <p14:tracePt t="105877" x="4464050" y="4121150"/>
          <p14:tracePt t="106685" x="4470400" y="4121150"/>
          <p14:tracePt t="107942" x="4470400" y="4114800"/>
          <p14:tracePt t="107950" x="4476750" y="4114800"/>
          <p14:tracePt t="107969" x="4476750" y="4108450"/>
          <p14:tracePt t="107979" x="4476750" y="4102100"/>
          <p14:tracePt t="107990" x="4483100" y="4102100"/>
          <p14:tracePt t="108006" x="4489450" y="4102100"/>
          <p14:tracePt t="108022" x="4495800" y="4095750"/>
          <p14:tracePt t="108174" x="4495800" y="4102100"/>
          <p14:tracePt t="108449" x="4495800" y="4095750"/>
          <p14:tracePt t="109145" x="4502150" y="4095750"/>
          <p14:tracePt t="109155" x="4502150" y="4089400"/>
          <p14:tracePt t="110674" x="4502150" y="4083050"/>
          <p14:tracePt t="110699" x="4502150" y="4070350"/>
          <p14:tracePt t="110711" x="4495800" y="4070350"/>
          <p14:tracePt t="111068" x="4495800" y="4083050"/>
          <p14:tracePt t="111076" x="4489450" y="4089400"/>
          <p14:tracePt t="111089" x="4483100" y="4108450"/>
          <p14:tracePt t="111104" x="4483100" y="4121150"/>
          <p14:tracePt t="111123" x="4483100" y="4140200"/>
          <p14:tracePt t="111138" x="4483100" y="4152900"/>
          <p14:tracePt t="111156" x="4483100" y="4159250"/>
          <p14:tracePt t="111173" x="4483100" y="4171950"/>
          <p14:tracePt t="111187" x="4483100" y="4191000"/>
          <p14:tracePt t="111205" x="4483100" y="4197350"/>
          <p14:tracePt t="111341" x="4483100" y="4191000"/>
          <p14:tracePt t="111480" x="4489450" y="4191000"/>
          <p14:tracePt t="111600" x="4495800" y="4184650"/>
          <p14:tracePt t="111651" x="4495800" y="4178300"/>
          <p14:tracePt t="112410" x="4495800" y="4171950"/>
          <p14:tracePt t="112449" x="4495800" y="4165600"/>
          <p14:tracePt t="112504" x="4495800" y="4159250"/>
          <p14:tracePt t="112513" x="4495800" y="4152900"/>
          <p14:tracePt t="112529" x="4495800" y="4146550"/>
          <p14:tracePt t="112545" x="4495800" y="4140200"/>
          <p14:tracePt t="112561" x="4495800" y="4133850"/>
          <p14:tracePt t="112570" x="4502150" y="4127500"/>
          <p14:tracePt t="112589" x="4508500" y="4121150"/>
          <p14:tracePt t="112605" x="4521200" y="4108450"/>
          <p14:tracePt t="112612" x="4527550" y="4102100"/>
          <p14:tracePt t="112620" x="4527550" y="4095750"/>
          <p14:tracePt t="112639" x="4527550" y="4089400"/>
          <p14:tracePt t="112656" x="4533900" y="4089400"/>
          <p14:tracePt t="112672" x="4540250" y="4083050"/>
          <p14:tracePt t="112850" x="4533900" y="4083050"/>
          <p14:tracePt t="113186" x="4527550" y="4083050"/>
          <p14:tracePt t="113276" x="4521200" y="4083050"/>
          <p14:tracePt t="113528" x="4521200" y="4089400"/>
          <p14:tracePt t="113533" x="4514850" y="4089400"/>
          <p14:tracePt t="113545" x="4514850" y="4095750"/>
          <p14:tracePt t="113934" x="4508500" y="4095750"/>
          <p14:tracePt t="113959" x="4502150" y="4095750"/>
          <p14:tracePt t="115013" x="4508500" y="4095750"/>
          <p14:tracePt t="115025" x="4508500" y="4089400"/>
          <p14:tracePt t="115033" x="4514850" y="4089400"/>
          <p14:tracePt t="115045" x="4527550" y="4083050"/>
          <p14:tracePt t="115058" x="4533900" y="4083050"/>
          <p14:tracePt t="115087" x="4546600" y="4076700"/>
          <p14:tracePt t="115104" x="4559300" y="4076700"/>
          <p14:tracePt t="115120" x="4578350" y="4064000"/>
          <p14:tracePt t="115138" x="4584700" y="4064000"/>
          <p14:tracePt t="115155" x="4591050" y="4064000"/>
          <p14:tracePt t="115170" x="4597400" y="4064000"/>
          <p14:tracePt t="115187" x="4603750" y="4064000"/>
          <p14:tracePt t="115220" x="4610100" y="4057650"/>
          <p14:tracePt t="115237" x="4629150" y="4057650"/>
          <p14:tracePt t="115257" x="4641850" y="4057650"/>
          <p14:tracePt t="115271" x="4648200" y="4057650"/>
          <p14:tracePt t="115490" x="4641850" y="4057650"/>
          <p14:tracePt t="115498" x="4635500" y="4057650"/>
          <p14:tracePt t="115512" x="4629150" y="4057650"/>
          <p14:tracePt t="115523" x="4629150" y="4064000"/>
          <p14:tracePt t="115539" x="4622800" y="4070350"/>
          <p14:tracePt t="115554" x="4610100" y="4076700"/>
          <p14:tracePt t="115573" x="4603750" y="4089400"/>
          <p14:tracePt t="115588" x="4597400" y="4095750"/>
          <p14:tracePt t="115604" x="4584700" y="4108450"/>
          <p14:tracePt t="115610" x="4578350" y="4108450"/>
          <p14:tracePt t="115624" x="4572000" y="4114800"/>
          <p14:tracePt t="115638" x="4552950" y="4121150"/>
          <p14:tracePt t="115656" x="4546600" y="4127500"/>
          <p14:tracePt t="115673" x="4540250" y="4133850"/>
          <p14:tracePt t="115687" x="4533900" y="4133850"/>
          <p14:tracePt t="115704" x="4527550" y="4140200"/>
          <p14:tracePt t="115721" x="4521200" y="4140200"/>
          <p14:tracePt t="115737" x="4508500" y="4140200"/>
          <p14:tracePt t="115757" x="4495800" y="4146550"/>
          <p14:tracePt t="115772" x="4483100" y="4146550"/>
          <p14:tracePt t="115787" x="4470400" y="4152900"/>
          <p14:tracePt t="115804" x="4457700" y="4159250"/>
          <p14:tracePt t="115821" x="4445000" y="4159250"/>
          <p14:tracePt t="115837" x="4438650" y="4159250"/>
          <p14:tracePt t="116032" x="4438650" y="4152900"/>
          <p14:tracePt t="116046" x="4451350" y="4140200"/>
          <p14:tracePt t="116073" x="4457700" y="4133850"/>
          <p14:tracePt t="116087" x="4464050" y="4127500"/>
          <p14:tracePt t="116104" x="4470400" y="4127500"/>
          <p14:tracePt t="116121" x="4476750" y="4121150"/>
          <p14:tracePt t="116151" x="4483100" y="4121150"/>
          <p14:tracePt t="116172" x="4489450" y="4121150"/>
          <p14:tracePt t="116365" x="4483100" y="4121150"/>
          <p14:tracePt t="116374" x="4476750" y="4121150"/>
          <p14:tracePt t="116387" x="4470400" y="4121150"/>
          <p14:tracePt t="116405" x="4464050" y="4121150"/>
          <p14:tracePt t="116457" x="4464050" y="4127500"/>
          <p14:tracePt t="116581" x="4470400" y="4127500"/>
          <p14:tracePt t="116591" x="4483100" y="4127500"/>
          <p14:tracePt t="116606" x="4489450" y="4127500"/>
          <p14:tracePt t="116610" x="4495800" y="4121150"/>
          <p14:tracePt t="116622" x="4514850" y="4114800"/>
          <p14:tracePt t="116639" x="4533900" y="4114800"/>
          <p14:tracePt t="116654" x="4552950" y="4114800"/>
          <p14:tracePt t="116673" x="4572000" y="4121150"/>
          <p14:tracePt t="116688" x="4584700" y="4121150"/>
          <p14:tracePt t="116706" x="4591050" y="4121150"/>
          <p14:tracePt t="116839" x="4591050" y="4127500"/>
          <p14:tracePt t="116847" x="4584700" y="4127500"/>
          <p14:tracePt t="116861" x="4578350" y="4127500"/>
          <p14:tracePt t="117099" x="4584700" y="4127500"/>
          <p14:tracePt t="117249" x="4584700" y="4133850"/>
          <p14:tracePt t="117262" x="4578350" y="4140200"/>
          <p14:tracePt t="117272" x="4572000" y="4140200"/>
          <p14:tracePt t="117313" x="4565650" y="4140200"/>
          <p14:tracePt t="117329" x="4559300" y="4140200"/>
          <p14:tracePt t="117342" x="4552950" y="4140200"/>
          <p14:tracePt t="117356" x="4540250" y="4146550"/>
          <p14:tracePt t="117370" x="4521200" y="4152900"/>
          <p14:tracePt t="117389" x="4502150" y="4152900"/>
          <p14:tracePt t="117421" x="4495800" y="4152900"/>
          <p14:tracePt t="117602" x="4489450" y="4152900"/>
          <p14:tracePt t="120408" x="4483100" y="4159250"/>
          <p14:tracePt t="120423" x="4470400" y="4159250"/>
          <p14:tracePt t="120436" x="4464050" y="4165600"/>
          <p14:tracePt t="120445" x="4457700" y="4165600"/>
          <p14:tracePt t="120471" x="4445000" y="4171950"/>
          <p14:tracePt t="120487" x="4438650" y="4178300"/>
          <p14:tracePt t="121266" x="4445000" y="4178300"/>
          <p14:tracePt t="121302" x="4451350" y="4178300"/>
          <p14:tracePt t="121315" x="4457700" y="4171950"/>
          <p14:tracePt t="121332" x="4464050" y="4171950"/>
          <p14:tracePt t="121347" x="4470400" y="4165600"/>
          <p14:tracePt t="121360" x="4476750" y="4165600"/>
          <p14:tracePt t="121459" x="4476750" y="4171950"/>
          <p14:tracePt t="121470" x="4476750" y="4184650"/>
          <p14:tracePt t="121480" x="4476750" y="4191000"/>
          <p14:tracePt t="121488" x="4470400" y="4191000"/>
          <p14:tracePt t="121506" x="4464050" y="4203700"/>
          <p14:tracePt t="121522" x="4457700" y="4210050"/>
          <p14:tracePt t="121539" x="4451350" y="4210050"/>
          <p14:tracePt t="121556" x="4445000" y="4216400"/>
          <p14:tracePt t="121571" x="4425950" y="4229100"/>
          <p14:tracePt t="121588" x="4419600" y="4235450"/>
          <p14:tracePt t="121605" x="4419600" y="4248150"/>
          <p14:tracePt t="121609" x="4413250" y="4254500"/>
          <p14:tracePt t="121621" x="4413250" y="4267200"/>
          <p14:tracePt t="121637" x="4413250" y="4279900"/>
          <p14:tracePt t="121655" x="4413250" y="4298950"/>
          <p14:tracePt t="121673" x="4413250" y="4318000"/>
          <p14:tracePt t="121707" x="4432300" y="4318000"/>
          <p14:tracePt t="121721" x="4464050" y="4311650"/>
          <p14:tracePt t="121738" x="4521200" y="4311650"/>
          <p14:tracePt t="121756" x="4616450" y="4311650"/>
          <p14:tracePt t="121773" x="4749800" y="4337050"/>
          <p14:tracePt t="121789" x="4838700" y="4362450"/>
          <p14:tracePt t="121804" x="4921250" y="4387850"/>
          <p14:tracePt t="121823" x="4991100" y="4400550"/>
          <p14:tracePt t="121838" x="5041900" y="4400550"/>
          <p14:tracePt t="121857" x="5099050" y="4381500"/>
          <p14:tracePt t="121872" x="5124450" y="4362450"/>
          <p14:tracePt t="121889" x="5137150" y="4349750"/>
          <p14:tracePt t="121904" x="5143500" y="4330700"/>
          <p14:tracePt t="121921" x="5143500" y="4311650"/>
          <p14:tracePt t="121938" x="5143500" y="4305300"/>
          <p14:tracePt t="121955" x="5137150" y="4305300"/>
          <p14:tracePt t="121971" x="5124450" y="4305300"/>
          <p14:tracePt t="121989" x="5111750" y="4318000"/>
          <p14:tracePt t="122006" x="5086350" y="4337050"/>
          <p14:tracePt t="122023" x="5060950" y="4362450"/>
          <p14:tracePt t="122039" x="5054600" y="4368800"/>
          <p14:tracePt t="122054" x="5054600" y="4375150"/>
          <p14:tracePt t="122077" x="5060950" y="4375150"/>
          <p14:tracePt t="122089" x="5080000" y="4375150"/>
          <p14:tracePt t="122107" x="5099050" y="4381500"/>
          <p14:tracePt t="122116" x="5105400" y="4381500"/>
          <p14:tracePt t="122123" x="5111750" y="4381500"/>
          <p14:tracePt t="122138" x="5149850" y="4381500"/>
          <p14:tracePt t="122155" x="5207000" y="4381500"/>
          <p14:tracePt t="122172" x="5321300" y="4356100"/>
          <p14:tracePt t="122187" x="5391150" y="4337050"/>
          <p14:tracePt t="122205" x="5461000" y="4318000"/>
          <p14:tracePt t="122222" x="5511800" y="4292600"/>
          <p14:tracePt t="122237" x="5537200" y="4279900"/>
          <p14:tracePt t="122256" x="5556250" y="4273550"/>
          <p14:tracePt t="122272" x="5568950" y="4267200"/>
          <p14:tracePt t="122327" x="5568950" y="4273550"/>
          <p14:tracePt t="122339" x="5568950" y="4286250"/>
          <p14:tracePt t="122356" x="5568950" y="4305300"/>
          <p14:tracePt t="122371" x="5588000" y="4318000"/>
          <p14:tracePt t="122388" x="5626100" y="4330700"/>
          <p14:tracePt t="122409" x="5708650" y="4337050"/>
          <p14:tracePt t="122426" x="5861050" y="4337050"/>
          <p14:tracePt t="122437" x="5994400" y="4337050"/>
          <p14:tracePt t="122454" x="6146800" y="4330700"/>
          <p14:tracePt t="122471" x="6267450" y="4311650"/>
          <p14:tracePt t="122488" x="6369050" y="4286250"/>
          <p14:tracePt t="122506" x="6451600" y="4260850"/>
          <p14:tracePt t="122522" x="6508750" y="4241800"/>
          <p14:tracePt t="122539" x="6540500" y="4222750"/>
          <p14:tracePt t="122556" x="6553200" y="4216400"/>
          <p14:tracePt t="122573" x="6553200" y="4210050"/>
          <p14:tracePt t="122626" x="6559550" y="4210050"/>
          <p14:tracePt t="122638" x="6565900" y="4210050"/>
          <p14:tracePt t="122647" x="6584950" y="4222750"/>
          <p14:tracePt t="122658" x="6642100" y="4229100"/>
          <p14:tracePt t="122672" x="6680200" y="4235450"/>
          <p14:tracePt t="122688" x="6756400" y="4248150"/>
          <p14:tracePt t="122705" x="6870700" y="4260850"/>
          <p14:tracePt t="122720" x="6915150" y="4260850"/>
          <p14:tracePt t="122738" x="6934200" y="4260850"/>
          <p14:tracePt t="122756" x="6946900" y="4260850"/>
          <p14:tracePt t="122772" x="6959600" y="4254500"/>
          <p14:tracePt t="122789" x="6965950" y="4241800"/>
          <p14:tracePt t="122806" x="6972300" y="4235450"/>
          <p14:tracePt t="122823" x="6978650" y="4235450"/>
          <p14:tracePt t="122909" x="6985000" y="4235450"/>
          <p14:tracePt t="122919" x="6997700" y="4235450"/>
          <p14:tracePt t="122929" x="7004050" y="4241800"/>
          <p14:tracePt t="122938" x="7010400" y="4241800"/>
          <p14:tracePt t="122955" x="7029450" y="4241800"/>
          <p14:tracePt t="122972" x="7035800" y="4241800"/>
          <p14:tracePt t="122988" x="7048500" y="4241800"/>
          <p14:tracePt t="123006" x="7054850" y="4235450"/>
          <p14:tracePt t="124090" x="7048500" y="4235450"/>
          <p14:tracePt t="124101" x="7042150" y="4235450"/>
          <p14:tracePt t="124115" x="7035800" y="4241800"/>
          <p14:tracePt t="124129" x="7023100" y="4241800"/>
          <p14:tracePt t="124144" x="7004050" y="4241800"/>
          <p14:tracePt t="124158" x="6991350" y="4235450"/>
          <p14:tracePt t="124173" x="6978650" y="4235450"/>
          <p14:tracePt t="124189" x="6959600" y="4235450"/>
          <p14:tracePt t="124206" x="6946900" y="4235450"/>
          <p14:tracePt t="124222" x="6921500" y="4235450"/>
          <p14:tracePt t="124238" x="6883400" y="4241800"/>
          <p14:tracePt t="124256" x="6788150" y="4254500"/>
          <p14:tracePt t="124274" x="6521450" y="4298950"/>
          <p14:tracePt t="124289" x="6146800" y="4343400"/>
          <p14:tracePt t="124305" x="5657850" y="4375150"/>
          <p14:tracePt t="124322" x="5219700" y="4387850"/>
          <p14:tracePt t="124340" x="4737100" y="4387850"/>
          <p14:tracePt t="124356" x="4216400" y="4381500"/>
          <p14:tracePt t="124372" x="3441700" y="4381500"/>
          <p14:tracePt t="124388" x="3200400" y="4387850"/>
          <p14:tracePt t="124404" x="2514600" y="4438650"/>
          <p14:tracePt t="124421" x="2133600" y="4483100"/>
          <p14:tracePt t="124438" x="1797050" y="4552950"/>
          <p14:tracePt t="124455" x="1428750" y="4629150"/>
          <p14:tracePt t="124472" x="1276350" y="4660900"/>
          <p14:tracePt t="124488" x="1212850" y="4686300"/>
          <p14:tracePt t="124504" x="1085850" y="4800600"/>
          <p14:tracePt t="124522" x="1041400" y="4883150"/>
          <p14:tracePt t="124539" x="1035050" y="4946650"/>
          <p14:tracePt t="124556" x="1047750" y="5003800"/>
          <p14:tracePt t="124573" x="1079500" y="5035550"/>
          <p14:tracePt t="124587" x="1092200" y="5048250"/>
          <p14:tracePt t="124605" x="1123950" y="5054600"/>
          <p14:tracePt t="124611" x="1130300" y="5054600"/>
          <p14:tracePt t="124622" x="1143000" y="5060950"/>
          <p14:tracePt t="124638" x="1155700" y="5060950"/>
          <p14:tracePt t="124654" x="1162050" y="5067300"/>
          <p14:tracePt t="124672" x="1168400" y="5073650"/>
          <p14:tracePt t="124688" x="1187450" y="5092700"/>
          <p14:tracePt t="124705" x="1238250" y="5111750"/>
          <p14:tracePt t="124721" x="1314450" y="5137150"/>
          <p14:tracePt t="124737" x="1416050" y="5156200"/>
          <p14:tracePt t="124754" x="1492250" y="5162550"/>
          <p14:tracePt t="124773" x="1517650" y="5156200"/>
          <p14:tracePt t="124789" x="1517650" y="5149850"/>
          <p14:tracePt t="124807" x="1517650" y="5143500"/>
          <p14:tracePt t="124822" x="1517650" y="5137150"/>
          <p14:tracePt t="124884" x="1504950" y="5137150"/>
          <p14:tracePt t="124897" x="1460500" y="5124450"/>
          <p14:tracePt t="124909" x="1422400" y="5111750"/>
          <p14:tracePt t="124922" x="1390650" y="5105400"/>
          <p14:tracePt t="124938" x="1377950" y="5092700"/>
          <p14:tracePt t="124954" x="1365250" y="5092700"/>
          <p14:tracePt t="124972" x="1365250" y="5086350"/>
          <p14:tracePt t="124988" x="1358900" y="5080000"/>
          <p14:tracePt t="125006" x="1358900" y="5073650"/>
          <p14:tracePt t="125023" x="1358900" y="5067300"/>
          <p14:tracePt t="125039" x="1358900" y="5054600"/>
          <p14:tracePt t="125054" x="1365250" y="5029200"/>
          <p14:tracePt t="125073" x="1384300" y="5010150"/>
          <p14:tracePt t="125087" x="1409700" y="4991100"/>
          <p14:tracePt t="125103" x="1447800" y="4972050"/>
          <p14:tracePt t="125120" x="1524000" y="4946650"/>
          <p14:tracePt t="125138" x="1593850" y="4921250"/>
          <p14:tracePt t="125154" x="1739900" y="4883150"/>
          <p14:tracePt t="125171" x="1803400" y="4876800"/>
          <p14:tracePt t="125188" x="1828800" y="4870450"/>
          <p14:tracePt t="125204" x="1835150" y="4870450"/>
          <p14:tracePt t="125245" x="1841500" y="4870450"/>
          <p14:tracePt t="125259" x="1841500" y="4864100"/>
          <p14:tracePt t="125272" x="1854200" y="4864100"/>
          <p14:tracePt t="125289" x="1873250" y="4857750"/>
          <p14:tracePt t="125305" x="1885950" y="4857750"/>
          <p14:tracePt t="125397" x="1873250" y="4857750"/>
          <p14:tracePt t="125414" x="1866900" y="4857750"/>
          <p14:tracePt t="125426" x="1847850" y="4857750"/>
          <p14:tracePt t="125438" x="1841500" y="4864100"/>
          <p14:tracePt t="125456" x="1822450" y="4864100"/>
          <p14:tracePt t="125471" x="1816100" y="4870450"/>
          <p14:tracePt t="125487" x="1803400" y="4870450"/>
          <p14:tracePt t="125577" x="1809750" y="4870450"/>
          <p14:tracePt t="125586" x="1816100" y="4864100"/>
          <p14:tracePt t="125595" x="1822450" y="4857750"/>
          <p14:tracePt t="125608" x="1866900" y="4845050"/>
          <p14:tracePt t="125623" x="1917700" y="4832350"/>
          <p14:tracePt t="125638" x="1974850" y="4826000"/>
          <p14:tracePt t="125655" x="2006600" y="4819650"/>
          <p14:tracePt t="125671" x="2025650" y="4813300"/>
          <p14:tracePt t="125775" x="2012950" y="4813300"/>
          <p14:tracePt t="125784" x="2000250" y="4819650"/>
          <p14:tracePt t="125796" x="1981200" y="4819650"/>
          <p14:tracePt t="125805" x="1974850" y="4819650"/>
          <p14:tracePt t="125823" x="1955800" y="4819650"/>
          <p14:tracePt t="125837" x="1949450" y="4819650"/>
          <p14:tracePt t="125947" x="1955800" y="4813300"/>
          <p14:tracePt t="125956" x="1962150" y="4813300"/>
          <p14:tracePt t="125965" x="1968500" y="4806950"/>
          <p14:tracePt t="125972" x="1974850" y="4800600"/>
          <p14:tracePt t="126157" x="1968500" y="4800600"/>
          <p14:tracePt t="126268" x="1962150" y="4800600"/>
          <p14:tracePt t="126393" x="1962150" y="4806950"/>
          <p14:tracePt t="126417" x="1962150" y="4813300"/>
          <p14:tracePt t="126425" x="1962150" y="4826000"/>
          <p14:tracePt t="126438" x="1962150" y="4832350"/>
          <p14:tracePt t="126454" x="1962150" y="4889500"/>
          <p14:tracePt t="126471" x="1943100" y="4946650"/>
          <p14:tracePt t="126488" x="1936750" y="4991100"/>
          <p14:tracePt t="126506" x="1917700" y="5029200"/>
          <p14:tracePt t="126524" x="1905000" y="5060950"/>
          <p14:tracePt t="126539" x="1892300" y="5086350"/>
          <p14:tracePt t="126554" x="1873250" y="5111750"/>
          <p14:tracePt t="126573" x="1854200" y="5130800"/>
          <p14:tracePt t="126588" x="1835150" y="5137150"/>
          <p14:tracePt t="126604" x="1828800" y="5143500"/>
          <p14:tracePt t="126610" x="1822450" y="5143500"/>
          <p14:tracePt t="126631" x="1816100" y="5143500"/>
          <p14:tracePt t="126641" x="1816100" y="5149850"/>
          <p14:tracePt t="126688" x="1822450" y="5143500"/>
          <p14:tracePt t="126703" x="1841500" y="5124450"/>
          <p14:tracePt t="126709" x="1854200" y="5118100"/>
          <p14:tracePt t="126720" x="1860550" y="5105400"/>
          <p14:tracePt t="126737" x="1885950" y="5092700"/>
          <p14:tracePt t="126755" x="1898650" y="5086350"/>
          <p14:tracePt t="126770" x="1987550" y="5080000"/>
          <p14:tracePt t="126788" x="2063750" y="5080000"/>
          <p14:tracePt t="126805" x="2159000" y="5073650"/>
          <p14:tracePt t="126822" x="2247900" y="5060950"/>
          <p14:tracePt t="126838" x="2349500" y="5048250"/>
          <p14:tracePt t="126855" x="2419350" y="5041900"/>
          <p14:tracePt t="126872" x="2489200" y="5041900"/>
          <p14:tracePt t="126888" x="2533650" y="5041900"/>
          <p14:tracePt t="126904" x="2584450" y="5041900"/>
          <p14:tracePt t="126921" x="2647950" y="5041900"/>
          <p14:tracePt t="126937" x="2711450" y="5048250"/>
          <p14:tracePt t="126955" x="2768600" y="5048250"/>
          <p14:tracePt t="126971" x="2832100" y="5054600"/>
          <p14:tracePt t="126988" x="2857500" y="5054600"/>
          <p14:tracePt t="127005" x="2876550" y="5054600"/>
          <p14:tracePt t="127022" x="2921000" y="5054600"/>
          <p14:tracePt t="127038" x="2978150" y="5060950"/>
          <p14:tracePt t="127055" x="3048000" y="5067300"/>
          <p14:tracePt t="127073" x="3162300" y="5073650"/>
          <p14:tracePt t="127089" x="3238500" y="5080000"/>
          <p14:tracePt t="127105" x="3321050" y="5080000"/>
          <p14:tracePt t="127123" x="3384550" y="5080000"/>
          <p14:tracePt t="127138" x="3454400" y="5086350"/>
          <p14:tracePt t="127154" x="3530600" y="5092700"/>
          <p14:tracePt t="127172" x="3651250" y="5118100"/>
          <p14:tracePt t="127188" x="3759200" y="5143500"/>
          <p14:tracePt t="127204" x="3835400" y="5162550"/>
          <p14:tracePt t="127221" x="3911600" y="5181600"/>
          <p14:tracePt t="127237" x="3975100" y="5194300"/>
          <p14:tracePt t="127255" x="4038600" y="5207000"/>
          <p14:tracePt t="127272" x="4140200" y="5238750"/>
          <p14:tracePt t="127288" x="4216400" y="5257800"/>
          <p14:tracePt t="127305" x="4324350" y="5289550"/>
          <p14:tracePt t="127322" x="4413250" y="5321300"/>
          <p14:tracePt t="127338" x="4470400" y="5340350"/>
          <p14:tracePt t="127355" x="4489450" y="5378450"/>
          <p14:tracePt t="127372" x="4470400" y="5422900"/>
          <p14:tracePt t="127389" x="4464050" y="5429250"/>
          <p14:tracePt t="127441" x="4451350" y="5422900"/>
          <p14:tracePt t="127450" x="4451350" y="5416550"/>
          <p14:tracePt t="127459" x="4438650" y="5410200"/>
          <p14:tracePt t="127471" x="4419600" y="5397500"/>
          <p14:tracePt t="127488" x="4394200" y="5384800"/>
          <p14:tracePt t="127506" x="4368800" y="5365750"/>
          <p14:tracePt t="127523" x="4318000" y="5321300"/>
          <p14:tracePt t="127539" x="4229100" y="5270500"/>
          <p14:tracePt t="127556" x="4203700" y="5270500"/>
          <p14:tracePt t="127601" x="4203700" y="5264150"/>
          <p14:tracePt t="127616" x="4203700" y="5257800"/>
          <p14:tracePt t="127623" x="4203700" y="5251450"/>
          <p14:tracePt t="127638" x="4203700" y="5238750"/>
          <p14:tracePt t="127655" x="4216400" y="5226050"/>
          <p14:tracePt t="127671" x="4235450" y="5207000"/>
          <p14:tracePt t="127688" x="4273550" y="5187950"/>
          <p14:tracePt t="127704" x="4337050" y="5168900"/>
          <p14:tracePt t="127721" x="4406900" y="5143500"/>
          <p14:tracePt t="127738" x="4470400" y="5118100"/>
          <p14:tracePt t="127756" x="4521200" y="5105400"/>
          <p14:tracePt t="127772" x="4597400" y="5099050"/>
          <p14:tracePt t="127787" x="4679950" y="5086350"/>
          <p14:tracePt t="127804" x="4743450" y="5073650"/>
          <p14:tracePt t="127820" x="4768850" y="5073650"/>
          <p14:tracePt t="127840" x="4787900" y="5054600"/>
          <p14:tracePt t="127854" x="4794250" y="5054600"/>
          <p14:tracePt t="127872" x="4806950" y="5041900"/>
          <p14:tracePt t="127889" x="4826000" y="5035550"/>
          <p14:tracePt t="127905" x="4845050" y="5022850"/>
          <p14:tracePt t="127921" x="4895850" y="5010150"/>
          <p14:tracePt t="127939" x="4965700" y="5010150"/>
          <p14:tracePt t="127957" x="5092700" y="5003800"/>
          <p14:tracePt t="127971" x="5168900" y="5003800"/>
          <p14:tracePt t="127988" x="5257800" y="5022850"/>
          <p14:tracePt t="128006" x="5340350" y="5035550"/>
          <p14:tracePt t="128023" x="5416550" y="5054600"/>
          <p14:tracePt t="128038" x="5524500" y="5073650"/>
          <p14:tracePt t="128056" x="5626100" y="5099050"/>
          <p14:tracePt t="128072" x="5791200" y="5130800"/>
          <p14:tracePt t="128089" x="5899150" y="5149850"/>
          <p14:tracePt t="128107" x="5994400" y="5168900"/>
          <p14:tracePt t="128116" x="6070600" y="5181600"/>
          <p14:tracePt t="128138" x="6146800" y="5194300"/>
          <p14:tracePt t="128154" x="6210300" y="5207000"/>
          <p14:tracePt t="128171" x="6305550" y="5226050"/>
          <p14:tracePt t="128187" x="6369050" y="5226050"/>
          <p14:tracePt t="128205" x="6426200" y="5238750"/>
          <p14:tracePt t="128221" x="6470650" y="5245100"/>
          <p14:tracePt t="128237" x="6502400" y="5251450"/>
          <p14:tracePt t="128257" x="6527800" y="5251450"/>
          <p14:tracePt t="128273" x="6540500" y="5251450"/>
          <p14:tracePt t="128306" x="6546850" y="5251450"/>
          <p14:tracePt t="128324" x="6565900" y="5251450"/>
          <p14:tracePt t="128338" x="6604000" y="5251450"/>
          <p14:tracePt t="128356" x="6661150" y="5251450"/>
          <p14:tracePt t="128371" x="6718300" y="5251450"/>
          <p14:tracePt t="128389" x="6769100" y="5257800"/>
          <p14:tracePt t="128405" x="6794500" y="5264150"/>
          <p14:tracePt t="128423" x="6851650" y="5264150"/>
          <p14:tracePt t="128438" x="6889750" y="5264150"/>
          <p14:tracePt t="128454" x="6927850" y="5257800"/>
          <p14:tracePt t="128471" x="6972300" y="5257800"/>
          <p14:tracePt t="128488" x="7016750" y="5251450"/>
          <p14:tracePt t="128506" x="7073900" y="5238750"/>
          <p14:tracePt t="128523" x="7156450" y="5219700"/>
          <p14:tracePt t="128539" x="7200900" y="5200650"/>
          <p14:tracePt t="128555" x="7239000" y="5194300"/>
          <p14:tracePt t="128571" x="7277100" y="5187950"/>
          <p14:tracePt t="128588" x="7315200" y="5175250"/>
          <p14:tracePt t="128606" x="7366000" y="5168900"/>
          <p14:tracePt t="128622" x="7391400" y="5162550"/>
          <p14:tracePt t="128638" x="7416800" y="5156200"/>
          <p14:tracePt t="128654" x="7454900" y="5156200"/>
          <p14:tracePt t="128671" x="7524750" y="5149850"/>
          <p14:tracePt t="128688" x="7594600" y="5149850"/>
          <p14:tracePt t="128706" x="7696200" y="5149850"/>
          <p14:tracePt t="128722" x="7740650" y="5149850"/>
          <p14:tracePt t="128738" x="7766050" y="5149850"/>
          <p14:tracePt t="128757" x="7772400" y="5143500"/>
          <p14:tracePt t="128773" x="7785100" y="5143500"/>
          <p14:tracePt t="128856" x="7791450" y="5143500"/>
          <p14:tracePt t="128870" x="7797800" y="5143500"/>
          <p14:tracePt t="128885" x="7797800" y="5137150"/>
          <p14:tracePt t="128893" x="7797800" y="5130800"/>
          <p14:tracePt t="128904" x="7797800" y="5118100"/>
          <p14:tracePt t="128991" x="7797800" y="5111750"/>
          <p14:tracePt t="128999" x="7759700" y="5105400"/>
          <p14:tracePt t="129009" x="7721600" y="5092700"/>
          <p14:tracePt t="129022" x="7632700" y="5086350"/>
          <p14:tracePt t="129039" x="7543800" y="5086350"/>
          <p14:tracePt t="129054" x="7353300" y="5099050"/>
          <p14:tracePt t="129073" x="7086600" y="5099050"/>
          <p14:tracePt t="129088" x="6572250" y="5099050"/>
          <p14:tracePt t="129106" x="6153150" y="5092700"/>
          <p14:tracePt t="129120" x="5803900" y="5086350"/>
          <p14:tracePt t="129131" x="5664200" y="5086350"/>
          <p14:tracePt t="129144" x="5448300" y="5086350"/>
          <p14:tracePt t="129155" x="5334000" y="5086350"/>
          <p14:tracePt t="129173" x="5124450" y="5086350"/>
          <p14:tracePt t="129188" x="4883150" y="5086350"/>
          <p14:tracePt t="129205" x="4356100" y="5067300"/>
          <p14:tracePt t="129220" x="3987800" y="5041900"/>
          <p14:tracePt t="129238" x="3625850" y="5016500"/>
          <p14:tracePt t="129254" x="3276600" y="4997450"/>
          <p14:tracePt t="129272" x="2990850" y="5010150"/>
          <p14:tracePt t="129290" x="2774950" y="5035550"/>
          <p14:tracePt t="129304" x="2584450" y="5080000"/>
          <p14:tracePt t="129322" x="2508250" y="5105400"/>
          <p14:tracePt t="129338" x="2438400" y="5130800"/>
          <p14:tracePt t="129354" x="2362200" y="5149850"/>
          <p14:tracePt t="129371" x="2292350" y="5175250"/>
          <p14:tracePt t="129388" x="2209800" y="5200650"/>
          <p14:tracePt t="129406" x="2089150" y="5238750"/>
          <p14:tracePt t="129421" x="2012950" y="5264150"/>
          <p14:tracePt t="129438" x="1936750" y="5289550"/>
          <p14:tracePt t="129455" x="1873250" y="5314950"/>
          <p14:tracePt t="129471" x="1803400" y="5334000"/>
          <p14:tracePt t="129488" x="1752600" y="5346700"/>
          <p14:tracePt t="129506" x="1720850" y="5359400"/>
          <p14:tracePt t="129523" x="1714500" y="5359400"/>
          <p14:tracePt t="129539" x="1708150" y="5365750"/>
          <p14:tracePt t="129555" x="1695450" y="5365750"/>
          <p14:tracePt t="129572" x="1689100" y="5365750"/>
          <p14:tracePt t="129588" x="1663700" y="5365750"/>
          <p14:tracePt t="129604" x="1619250" y="5365750"/>
          <p14:tracePt t="129610" x="1587500" y="5365750"/>
          <p14:tracePt t="129622" x="1574800" y="5365750"/>
          <p14:tracePt t="129639" x="1562100" y="5365750"/>
          <p14:tracePt t="129674" x="1562100" y="5359400"/>
          <p14:tracePt t="129683" x="1562100" y="5353050"/>
          <p14:tracePt t="129691" x="1568450" y="5346700"/>
          <p14:tracePt t="129704" x="1587500" y="5334000"/>
          <p14:tracePt t="129721" x="1606550" y="5314950"/>
          <p14:tracePt t="129739" x="1631950" y="5295900"/>
          <p14:tracePt t="129757" x="1727200" y="5257800"/>
          <p14:tracePt t="129773" x="1822450" y="5245100"/>
          <p14:tracePt t="129788" x="1917700" y="5245100"/>
          <p14:tracePt t="129804" x="2019300" y="5245100"/>
          <p14:tracePt t="129821" x="2120900" y="5245100"/>
          <p14:tracePt t="129839" x="2216150" y="5245100"/>
          <p14:tracePt t="129856" x="2336800" y="5245100"/>
          <p14:tracePt t="129872" x="2406650" y="5245100"/>
          <p14:tracePt t="129888" x="2476500" y="5257800"/>
          <p14:tracePt t="129904" x="2565400" y="5264150"/>
          <p14:tracePt t="129922" x="2647950" y="5270500"/>
          <p14:tracePt t="129938" x="2730500" y="5283200"/>
          <p14:tracePt t="129956" x="2851150" y="5295900"/>
          <p14:tracePt t="129972" x="2927350" y="5295900"/>
          <p14:tracePt t="129987" x="2984500" y="5295900"/>
          <p14:tracePt t="130006" x="3003550" y="5295900"/>
          <p14:tracePt t="130023" x="3009900" y="5295900"/>
          <p14:tracePt t="130087" x="3003550" y="5295900"/>
          <p14:tracePt t="130094" x="2990850" y="5302250"/>
          <p14:tracePt t="130108" x="2921000" y="5308600"/>
          <p14:tracePt t="130122" x="2794000" y="5314950"/>
          <p14:tracePt t="130138" x="2654300" y="5302250"/>
          <p14:tracePt t="130154" x="2520950" y="5283200"/>
          <p14:tracePt t="130172" x="2419350" y="5276850"/>
          <p14:tracePt t="130188" x="2349500" y="5264150"/>
          <p14:tracePt t="130204" x="2317750" y="5264150"/>
          <p14:tracePt t="130222" x="2305050" y="5264150"/>
          <p14:tracePt t="130237" x="2292350" y="5264150"/>
          <p14:tracePt t="130256" x="2286000" y="5264150"/>
          <p14:tracePt t="130372" x="2298700" y="5257800"/>
          <p14:tracePt t="130381" x="2305050" y="5251450"/>
          <p14:tracePt t="130389" x="2311400" y="5251450"/>
          <p14:tracePt t="130404" x="2336800" y="5232400"/>
          <p14:tracePt t="130421" x="2355850" y="5226050"/>
          <p14:tracePt t="130438" x="2381250" y="5226050"/>
          <p14:tracePt t="130483" x="2374900" y="5226050"/>
          <p14:tracePt t="130493" x="2368550" y="5226050"/>
          <p14:tracePt t="130507" x="2349500" y="5238750"/>
          <p14:tracePt t="130523" x="2311400" y="5257800"/>
          <p14:tracePt t="130539" x="2241550" y="5264150"/>
          <p14:tracePt t="130555" x="2171700" y="5264150"/>
          <p14:tracePt t="130573" x="2120900" y="5264150"/>
          <p14:tracePt t="130587" x="2089150" y="5264150"/>
          <p14:tracePt t="130604" x="2089150" y="5257800"/>
          <p14:tracePt t="130633" x="2095500" y="5251450"/>
          <p14:tracePt t="130639" x="2101850" y="5245100"/>
          <p14:tracePt t="130654" x="2127250" y="5226050"/>
          <p14:tracePt t="130671" x="2190750" y="5200650"/>
          <p14:tracePt t="130687" x="2266950" y="5181600"/>
          <p14:tracePt t="130704" x="2336800" y="5181600"/>
          <p14:tracePt t="130721" x="2374900" y="5181600"/>
          <p14:tracePt t="130738" x="2381250" y="5181600"/>
          <p14:tracePt t="130762" x="2374900" y="5181600"/>
          <p14:tracePt t="130772" x="2362200" y="5194300"/>
          <p14:tracePt t="130789" x="2330450" y="5213350"/>
          <p14:tracePt t="130805" x="2273300" y="5232400"/>
          <p14:tracePt t="130821" x="2197100" y="5251450"/>
          <p14:tracePt t="130838" x="2152650" y="5257800"/>
          <p14:tracePt t="130854" x="2139950" y="5257800"/>
          <p14:tracePt t="130902" x="2152650" y="5251450"/>
          <p14:tracePt t="130913" x="2159000" y="5245100"/>
          <p14:tracePt t="130922" x="2178050" y="5238750"/>
          <p14:tracePt t="130938" x="2197100" y="5226050"/>
          <p14:tracePt t="130956" x="2235200" y="5219700"/>
          <p14:tracePt t="130972" x="2273300" y="5207000"/>
          <p14:tracePt t="130987" x="2292350" y="5207000"/>
          <p14:tracePt t="131027" x="2273300" y="5219700"/>
          <p14:tracePt t="131040" x="2260600" y="5226050"/>
          <p14:tracePt t="131055" x="2222500" y="5226050"/>
          <p14:tracePt t="131073" x="2165350" y="5232400"/>
          <p14:tracePt t="131089" x="2133600" y="5226050"/>
          <p14:tracePt t="131106" x="2108200" y="5200650"/>
          <p14:tracePt t="131123" x="2095500" y="5181600"/>
          <p14:tracePt t="131138" x="2082800" y="5168900"/>
          <p14:tracePt t="131155" x="2070100" y="5149850"/>
          <p14:tracePt t="131171" x="2070100" y="5137150"/>
          <p14:tracePt t="131188" x="2070100" y="5124450"/>
          <p14:tracePt t="131206" x="2070100" y="5099050"/>
          <p14:tracePt t="131221" x="2070100" y="5080000"/>
          <p14:tracePt t="131237" x="2057400" y="5060950"/>
          <p14:tracePt t="131255" x="2038350" y="5041900"/>
          <p14:tracePt t="131273" x="2025650" y="5029200"/>
          <p14:tracePt t="131290" x="2006600" y="5010150"/>
          <p14:tracePt t="131305" x="1987550" y="4991100"/>
          <p14:tracePt t="131323" x="1898650" y="4959350"/>
          <p14:tracePt t="131339" x="1809750" y="4933950"/>
          <p14:tracePt t="131355" x="1714500" y="4914900"/>
          <p14:tracePt t="131371" x="1612900" y="4902200"/>
          <p14:tracePt t="131388" x="1511300" y="4889500"/>
          <p14:tracePt t="131406" x="1371600" y="4883150"/>
          <p14:tracePt t="131423" x="1320800" y="4883150"/>
          <p14:tracePt t="131439" x="1308100" y="4883150"/>
          <p14:tracePt t="131472" x="1320800" y="4883150"/>
          <p14:tracePt t="131488" x="1346200" y="4870450"/>
          <p14:tracePt t="131507" x="1403350" y="4845050"/>
          <p14:tracePt t="131523" x="1473200" y="4832350"/>
          <p14:tracePt t="131539" x="1536700" y="4826000"/>
          <p14:tracePt t="131556" x="1562100" y="4826000"/>
          <p14:tracePt t="131589" x="1555750" y="4832350"/>
          <p14:tracePt t="131604" x="1536700" y="4851400"/>
          <p14:tracePt t="131610" x="1511300" y="4857750"/>
          <p14:tracePt t="131622" x="1454150" y="4883150"/>
          <p14:tracePt t="131638" x="1384300" y="4895850"/>
          <p14:tracePt t="131655" x="1346200" y="4895850"/>
          <p14:tracePt t="131671" x="1327150" y="4895850"/>
          <p14:tracePt t="131688" x="1333500" y="4895850"/>
          <p14:tracePt t="131705" x="1358900" y="4876800"/>
          <p14:tracePt t="131721" x="1397000" y="4857750"/>
          <p14:tracePt t="131738" x="1447800" y="4845050"/>
          <p14:tracePt t="131757" x="1485900" y="4845050"/>
          <p14:tracePt t="131772" x="1492250" y="4845050"/>
          <p14:tracePt t="131803" x="1479550" y="4857750"/>
          <p14:tracePt t="131812" x="1473200" y="4864100"/>
          <p14:tracePt t="131824" x="1466850" y="4870450"/>
          <p14:tracePt t="131838" x="1454150" y="4889500"/>
          <p14:tracePt t="131856" x="1454150" y="4895850"/>
          <p14:tracePt t="131871" x="1466850" y="4902200"/>
          <p14:tracePt t="131888" x="1485900" y="4902200"/>
          <p14:tracePt t="131905" x="1498600" y="4902200"/>
          <p14:tracePt t="131922" x="1517650" y="4902200"/>
          <p14:tracePt t="131938" x="1536700" y="4908550"/>
          <p14:tracePt t="131955" x="1549400" y="4914900"/>
          <p14:tracePt t="132011" x="1555750" y="4914900"/>
          <p14:tracePt t="132019" x="1574800" y="4914900"/>
          <p14:tracePt t="132030" x="1593850" y="4914900"/>
          <p14:tracePt t="132039" x="1606550" y="4921250"/>
          <p14:tracePt t="132057" x="1631950" y="4921250"/>
          <p14:tracePt t="132140" x="1638300" y="4921250"/>
          <p14:tracePt t="132148" x="1644650" y="4921250"/>
          <p14:tracePt t="132156" x="1651000" y="4921250"/>
          <p14:tracePt t="132171" x="1657350" y="4921250"/>
          <p14:tracePt t="132229" x="1663700" y="4921250"/>
          <p14:tracePt t="132237" x="1682750" y="4921250"/>
          <p14:tracePt t="132247" x="1727200" y="4921250"/>
          <p14:tracePt t="132256" x="1778000" y="4927600"/>
          <p14:tracePt t="132272" x="1892300" y="4933950"/>
          <p14:tracePt t="132290" x="2006600" y="4953000"/>
          <p14:tracePt t="132306" x="2146300" y="4984750"/>
          <p14:tracePt t="132323" x="2184400" y="5003800"/>
          <p14:tracePt t="132338" x="2197100" y="5016500"/>
          <p14:tracePt t="132355" x="2203450" y="5022850"/>
          <p14:tracePt t="132371" x="2209800" y="5035550"/>
          <p14:tracePt t="132389" x="2209800" y="5041900"/>
          <p14:tracePt t="132406" x="2241550" y="5067300"/>
          <p14:tracePt t="132422" x="2273300" y="5080000"/>
          <p14:tracePt t="132438" x="2298700" y="5092700"/>
          <p14:tracePt t="132455" x="2311400" y="5111750"/>
          <p14:tracePt t="132471" x="2324100" y="5124450"/>
          <p14:tracePt t="132488" x="2330450" y="5130800"/>
          <p14:tracePt t="132507" x="2343150" y="5130800"/>
          <p14:tracePt t="132523" x="2349500" y="5137150"/>
          <p14:tracePt t="132539" x="2362200" y="5137150"/>
          <p14:tracePt t="132555" x="2374900" y="5137150"/>
          <p14:tracePt t="132573" x="2387600" y="5137150"/>
          <p14:tracePt t="132588" x="2400300" y="5137150"/>
          <p14:tracePt t="132606" x="2432050" y="5130800"/>
          <p14:tracePt t="132622" x="2463800" y="5124450"/>
          <p14:tracePt t="132638" x="2495550" y="5118100"/>
          <p14:tracePt t="132654" x="2508250" y="5118100"/>
          <p14:tracePt t="132671" x="2527300" y="5118100"/>
          <p14:tracePt t="132688" x="2540000" y="5118100"/>
          <p14:tracePt t="132706" x="2565400" y="5118100"/>
          <p14:tracePt t="132722" x="2571750" y="5118100"/>
          <p14:tracePt t="132737" x="2584450" y="5118100"/>
          <p14:tracePt t="132756" x="2590800" y="5118100"/>
          <p14:tracePt t="133091" x="2584450" y="5118100"/>
          <p14:tracePt t="133159" x="2578100" y="5118100"/>
          <p14:tracePt t="133401" x="2590800" y="5118100"/>
          <p14:tracePt t="133413" x="2654300" y="5118100"/>
          <p14:tracePt t="133421" x="2686050" y="5118100"/>
          <p14:tracePt t="133437" x="2755900" y="5124450"/>
          <p14:tracePt t="133454" x="2838450" y="5137150"/>
          <p14:tracePt t="133471" x="2927350" y="5149850"/>
          <p14:tracePt t="133487" x="2997200" y="5168900"/>
          <p14:tracePt t="133505" x="3035300" y="5175250"/>
          <p14:tracePt t="133523" x="3079750" y="5187950"/>
          <p14:tracePt t="133540" x="3092450" y="5194300"/>
          <p14:tracePt t="133675" x="3098800" y="5194300"/>
          <p14:tracePt t="133687" x="3105150" y="5194300"/>
          <p14:tracePt t="133700" x="3124200" y="5194300"/>
          <p14:tracePt t="133709" x="3130550" y="5194300"/>
          <p14:tracePt t="133721" x="3187700" y="5168900"/>
          <p14:tracePt t="133738" x="3289300" y="5143500"/>
          <p14:tracePt t="133757" x="3511550" y="5118100"/>
          <p14:tracePt t="133774" x="3676650" y="5092700"/>
          <p14:tracePt t="133790" x="3822700" y="5080000"/>
          <p14:tracePt t="133807" x="3956050" y="5080000"/>
          <p14:tracePt t="133823" x="4057650" y="5092700"/>
          <p14:tracePt t="133838" x="4121150" y="5118100"/>
          <p14:tracePt t="133855" x="4152900" y="5143500"/>
          <p14:tracePt t="133872" x="4159250" y="5162550"/>
          <p14:tracePt t="133888" x="4159250" y="5175250"/>
          <p14:tracePt t="133905" x="4159250" y="5200650"/>
          <p14:tracePt t="133921" x="4159250" y="5213350"/>
          <p14:tracePt t="133956" x="4171950" y="5213350"/>
          <p14:tracePt t="133971" x="4178300" y="5213350"/>
          <p14:tracePt t="133988" x="4203700" y="5207000"/>
          <p14:tracePt t="134006" x="4229100" y="5187950"/>
          <p14:tracePt t="134023" x="4292600" y="5162550"/>
          <p14:tracePt t="134040" x="4375150" y="5137150"/>
          <p14:tracePt t="134056" x="4476750" y="5111750"/>
          <p14:tracePt t="134073" x="4660900" y="5073650"/>
          <p14:tracePt t="134090" x="4768850" y="5067300"/>
          <p14:tracePt t="134104" x="4895850" y="5067300"/>
          <p14:tracePt t="134110" x="4984750" y="5073650"/>
          <p14:tracePt t="134121" x="5067300" y="5080000"/>
          <p14:tracePt t="134138" x="5232400" y="5105400"/>
          <p14:tracePt t="134155" x="5378450" y="5143500"/>
          <p14:tracePt t="134171" x="5473700" y="5168900"/>
          <p14:tracePt t="134188" x="5505450" y="5187950"/>
          <p14:tracePt t="134241" x="5518150" y="5175250"/>
          <p14:tracePt t="134248" x="5549900" y="5162550"/>
          <p14:tracePt t="134257" x="5588000" y="5137150"/>
          <p14:tracePt t="134273" x="5702300" y="5067300"/>
          <p14:tracePt t="134290" x="5842000" y="5003800"/>
          <p14:tracePt t="134306" x="5975350" y="4959350"/>
          <p14:tracePt t="134323" x="6057900" y="4933950"/>
          <p14:tracePt t="134339" x="6096000" y="4933950"/>
          <p14:tracePt t="134372" x="6102350" y="4940300"/>
          <p14:tracePt t="134389" x="6127750" y="4965700"/>
          <p14:tracePt t="134405" x="6178550" y="4984750"/>
          <p14:tracePt t="134421" x="6261100" y="4997450"/>
          <p14:tracePt t="134438" x="6350000" y="5003800"/>
          <p14:tracePt t="134455" x="6432550" y="4997450"/>
          <p14:tracePt t="134471" x="6470650" y="4984750"/>
          <p14:tracePt t="134488" x="6502400" y="4959350"/>
          <p14:tracePt t="134507" x="6527800" y="4953000"/>
          <p14:tracePt t="134523" x="6553200" y="4946650"/>
          <p14:tracePt t="134540" x="6584950" y="4946650"/>
          <p14:tracePt t="134557" x="6635750" y="4972050"/>
          <p14:tracePt t="134573" x="6692900" y="4984750"/>
          <p14:tracePt t="134590" x="6756400" y="4997450"/>
          <p14:tracePt t="134607" x="6819900" y="5003800"/>
          <p14:tracePt t="134613" x="6832600" y="5010150"/>
          <p14:tracePt t="134621" x="6838950" y="5010150"/>
          <p14:tracePt t="134638" x="6845300" y="5010150"/>
          <p14:tracePt t="134655" x="6851650" y="5010150"/>
          <p14:tracePt t="134671" x="6877050" y="5010150"/>
          <p14:tracePt t="134689" x="6927850" y="5016500"/>
          <p14:tracePt t="134705" x="7029450" y="5022850"/>
          <p14:tracePt t="134722" x="7118350" y="5022850"/>
          <p14:tracePt t="134739" x="7213600" y="5035550"/>
          <p14:tracePt t="134756" x="7270750" y="5041900"/>
          <p14:tracePt t="134773" x="7308850" y="5041900"/>
          <p14:tracePt t="134789" x="7321550" y="5054600"/>
          <p14:tracePt t="134806" x="7340600" y="5054600"/>
          <p14:tracePt t="134990" x="7340600" y="5048250"/>
          <p14:tracePt t="134997" x="7308850" y="5041900"/>
          <p14:tracePt t="135007" x="7277100" y="5029200"/>
          <p14:tracePt t="135023" x="7200900" y="4997450"/>
          <p14:tracePt t="135039" x="7099300" y="4959350"/>
          <p14:tracePt t="135056" x="6991350" y="4883150"/>
          <p14:tracePt t="135072" x="6775450" y="4743450"/>
          <p14:tracePt t="135089" x="6508750" y="4591050"/>
          <p14:tracePt t="135104" x="6165850" y="4387850"/>
          <p14:tracePt t="135110" x="6038850" y="4337050"/>
          <p14:tracePt t="135122" x="5905500" y="4267200"/>
          <p14:tracePt t="135139" x="5727700" y="4140200"/>
          <p14:tracePt t="135156" x="5518150" y="3994150"/>
          <p14:tracePt t="135172" x="5422900" y="3924300"/>
          <p14:tracePt t="135188" x="5340350" y="3892550"/>
          <p14:tracePt t="135205" x="5302250" y="3879850"/>
          <p14:tracePt t="135221" x="5289550" y="3873500"/>
          <p14:tracePt t="135239" x="5270500" y="3867150"/>
          <p14:tracePt t="135257" x="5251450" y="3867150"/>
          <p14:tracePt t="135273" x="5245100" y="3867150"/>
          <p14:tracePt t="135399" x="5238750" y="3867150"/>
          <p14:tracePt t="135408" x="5232400" y="3873500"/>
          <p14:tracePt t="135421" x="5213350" y="3898900"/>
          <p14:tracePt t="135438" x="5194300" y="3937000"/>
          <p14:tracePt t="135455" x="5187950" y="3956050"/>
          <p14:tracePt t="135472" x="5200650" y="3994150"/>
          <p14:tracePt t="135488" x="5219700" y="4025900"/>
          <p14:tracePt t="135506" x="5232400" y="4057650"/>
          <p14:tracePt t="135523" x="5219700" y="4114800"/>
          <p14:tracePt t="135539" x="5124450" y="4140200"/>
          <p14:tracePt t="135555" x="5041900" y="4152900"/>
          <p14:tracePt t="135708" x="5016500" y="4152900"/>
          <p14:tracePt t="135719" x="4775200" y="4140200"/>
          <p14:tracePt t="135730" x="4610100" y="4121150"/>
          <p14:tracePt t="135740" x="4533900" y="4108450"/>
          <p14:tracePt t="135757" x="4432300" y="4095750"/>
          <p14:tracePt t="135773" x="4387850" y="4083050"/>
          <p14:tracePt t="135790" x="4375150" y="4070350"/>
          <p14:tracePt t="135807" x="4381500" y="4051300"/>
          <p14:tracePt t="135823" x="4387850" y="4038600"/>
          <p14:tracePt t="135863" x="4387850" y="4044950"/>
          <p14:tracePt t="135871" x="4387850" y="4051300"/>
          <p14:tracePt t="135888" x="4387850" y="4083050"/>
          <p14:tracePt t="135904" x="4368800" y="4140200"/>
          <p14:tracePt t="135921" x="4349750" y="4203700"/>
          <p14:tracePt t="135937" x="4324350" y="4273550"/>
          <p14:tracePt t="135954" x="4292600" y="4349750"/>
          <p14:tracePt t="135971" x="4254500" y="4425950"/>
          <p14:tracePt t="135989" x="4229100" y="4489450"/>
          <p14:tracePt t="136006" x="4178300" y="4546600"/>
          <p14:tracePt t="136023" x="4121150" y="4597400"/>
          <p14:tracePt t="136039" x="4038600" y="4654550"/>
          <p14:tracePt t="136054" x="3924300" y="4730750"/>
          <p14:tracePt t="136074" x="3778250" y="4794250"/>
          <p14:tracePt t="136090" x="3651250" y="4838700"/>
          <p14:tracePt t="136106" x="3492500" y="4876800"/>
          <p14:tracePt t="136123" x="3416300" y="4902200"/>
          <p14:tracePt t="136138" x="3397250" y="4908550"/>
          <p14:tracePt t="136157" x="3384550" y="4914900"/>
          <p14:tracePt t="136171" x="3371850" y="4914900"/>
          <p14:tracePt t="136189" x="3365500" y="4914900"/>
          <p14:tracePt t="136206" x="3333750" y="4921250"/>
          <p14:tracePt t="136221" x="3276600" y="4927600"/>
          <p14:tracePt t="136238" x="3213100" y="4940300"/>
          <p14:tracePt t="136256" x="3181350" y="4959350"/>
          <p14:tracePt t="136273" x="3117850" y="4978400"/>
          <p14:tracePt t="136289" x="3028950" y="5010150"/>
          <p14:tracePt t="136306" x="2863850" y="5099050"/>
          <p14:tracePt t="136324" x="2711450" y="5181600"/>
          <p14:tracePt t="136338" x="2520950" y="5270500"/>
          <p14:tracePt t="136356" x="2432050" y="5289550"/>
          <p14:tracePt t="136371" x="2374900" y="5289550"/>
          <p14:tracePt t="136390" x="2311400" y="5289550"/>
          <p14:tracePt t="136406" x="2203450" y="5257800"/>
          <p14:tracePt t="136424" x="2127250" y="5213350"/>
          <p14:tracePt t="136438" x="2057400" y="5156200"/>
          <p14:tracePt t="136455" x="2006600" y="5099050"/>
          <p14:tracePt t="136471" x="1981200" y="5067300"/>
          <p14:tracePt t="136487" x="1962150" y="5041900"/>
          <p14:tracePt t="136507" x="1930400" y="5016500"/>
          <p14:tracePt t="136523" x="1917700" y="5003800"/>
          <p14:tracePt t="136539" x="1898650" y="5003800"/>
          <p14:tracePt t="136557" x="1879600" y="4997450"/>
          <p14:tracePt t="136573" x="1835150" y="4997450"/>
          <p14:tracePt t="136589" x="1771650" y="5003800"/>
          <p14:tracePt t="136605" x="1689100" y="5022850"/>
          <p14:tracePt t="136610" x="1644650" y="5029200"/>
          <p14:tracePt t="136623" x="1574800" y="5041900"/>
          <p14:tracePt t="136638" x="1504950" y="5054600"/>
          <p14:tracePt t="136656" x="1447800" y="5054600"/>
          <p14:tracePt t="136673" x="1441450" y="5054600"/>
          <p14:tracePt t="136688" x="1435100" y="5054600"/>
          <p14:tracePt t="136717" x="1447800" y="5048250"/>
          <p14:tracePt t="136732" x="1479550" y="5022850"/>
          <p14:tracePt t="136741" x="1517650" y="5010150"/>
          <p14:tracePt t="136756" x="1606550" y="4978400"/>
          <p14:tracePt t="136773" x="1708150" y="4946650"/>
          <p14:tracePt t="136788" x="1778000" y="4921250"/>
          <p14:tracePt t="136807" x="1835150" y="4895850"/>
          <p14:tracePt t="136822" x="1860550" y="4876800"/>
          <p14:tracePt t="136900" x="1866900" y="4876800"/>
          <p14:tracePt t="136965" x="1873250" y="4876800"/>
          <p14:tracePt t="136980" x="1873250" y="4883150"/>
          <p14:tracePt t="136987" x="1873250" y="4889500"/>
          <p14:tracePt t="137005" x="1873250" y="4895850"/>
          <p14:tracePt t="137066" x="1873250" y="4889500"/>
          <p14:tracePt t="137073" x="1873250" y="4883150"/>
          <p14:tracePt t="137149" x="1873250" y="4876800"/>
          <p14:tracePt t="138160" x="1879600" y="4864100"/>
          <p14:tracePt t="138172" x="1905000" y="4851400"/>
          <p14:tracePt t="138188" x="1968500" y="4813300"/>
          <p14:tracePt t="138204" x="2127250" y="4756150"/>
          <p14:tracePt t="138222" x="2667000" y="4654550"/>
          <p14:tracePt t="138238" x="3276600" y="4546600"/>
          <p14:tracePt t="138256" x="3937000" y="4483100"/>
          <p14:tracePt t="138273" x="4533900" y="4432300"/>
          <p14:tracePt t="138290" x="4978400" y="4394200"/>
          <p14:tracePt t="138307" x="5257800" y="4356100"/>
          <p14:tracePt t="138323" x="5416550" y="4324350"/>
          <p14:tracePt t="138339" x="5607050" y="4292600"/>
          <p14:tracePt t="138356" x="5664200" y="4279900"/>
          <p14:tracePt t="138373" x="5689600" y="4279900"/>
          <p14:tracePt t="142619" x="5638800" y="4267200"/>
          <p14:tracePt t="142628" x="5518150" y="4254500"/>
          <p14:tracePt t="142640" x="5181600" y="4267200"/>
          <p14:tracePt t="142657" x="4699000" y="4419600"/>
          <p14:tracePt t="142673" x="4210050" y="4610100"/>
          <p14:tracePt t="142689" x="3854450" y="4743450"/>
          <p14:tracePt t="142704" x="3644900" y="4845050"/>
          <p14:tracePt t="142722" x="3517900" y="4908550"/>
          <p14:tracePt t="142739" x="3352800" y="5029200"/>
          <p14:tracePt t="142757" x="3238500" y="5143500"/>
          <p14:tracePt t="142773" x="3143250" y="5251450"/>
          <p14:tracePt t="142790" x="3041650" y="5365750"/>
          <p14:tracePt t="142807" x="2946400" y="5473700"/>
          <p14:tracePt t="142823" x="2876550" y="5575300"/>
          <p14:tracePt t="142840" x="2819400" y="5651500"/>
          <p14:tracePt t="142857" x="2787650" y="5715000"/>
          <p14:tracePt t="142873" x="2768600" y="5727700"/>
          <p14:tracePt t="142890" x="2749550" y="5740400"/>
          <p14:tracePt t="142923" x="2736850" y="5740400"/>
          <p14:tracePt t="142939" x="2724150" y="5734050"/>
          <p14:tracePt t="142956" x="2667000" y="5702300"/>
          <p14:tracePt t="142972" x="2590800" y="5657850"/>
          <p14:tracePt t="142988" x="2514600" y="5613400"/>
          <p14:tracePt t="143006" x="2444750" y="5575300"/>
          <p14:tracePt t="143023" x="2419350" y="5549900"/>
          <p14:tracePt t="143040" x="2406650" y="5524500"/>
          <p14:tracePt t="143056" x="2393950" y="5499100"/>
          <p14:tracePt t="143073" x="2362200" y="5461000"/>
          <p14:tracePt t="143089" x="2343150" y="5435600"/>
          <p14:tracePt t="143107" x="2305050" y="5416550"/>
          <p14:tracePt t="143113" x="2286000" y="5403850"/>
          <p14:tracePt t="143121" x="2273300" y="5397500"/>
          <p14:tracePt t="143139" x="2241550" y="5384800"/>
          <p14:tracePt t="143156" x="2228850" y="5384800"/>
          <p14:tracePt t="143264" x="2228850" y="5378450"/>
          <p14:tracePt t="143277" x="2222500" y="5359400"/>
          <p14:tracePt t="143289" x="2216150" y="5353050"/>
          <p14:tracePt t="143306" x="2216150" y="5340350"/>
          <p14:tracePt t="143323" x="2209800" y="5340350"/>
          <p14:tracePt t="143387" x="2209800" y="5334000"/>
          <p14:tracePt t="143763" x="2216150" y="5327650"/>
          <p14:tracePt t="143772" x="2228850" y="5314950"/>
          <p14:tracePt t="143789" x="2247900" y="5295900"/>
          <p14:tracePt t="143807" x="2292350" y="5270500"/>
          <p14:tracePt t="143823" x="2317750" y="5257800"/>
          <p14:tracePt t="143838" x="2330450" y="5245100"/>
          <p14:tracePt t="143857" x="2349500" y="5245100"/>
          <p14:tracePt t="143874" x="2387600" y="5232400"/>
          <p14:tracePt t="143890" x="2406650" y="5232400"/>
          <p14:tracePt t="143906" x="2476500" y="5232400"/>
          <p14:tracePt t="143924" x="2508250" y="5232400"/>
          <p14:tracePt t="143938" x="2527300" y="5232400"/>
          <p14:tracePt t="144095" x="2520950" y="5232400"/>
          <p14:tracePt t="144110" x="2520950" y="5238750"/>
          <p14:tracePt t="145743" x="2533650" y="5232400"/>
          <p14:tracePt t="145751" x="2540000" y="5226050"/>
          <p14:tracePt t="145760" x="2546350" y="5226050"/>
          <p14:tracePt t="145774" x="2559050" y="5219700"/>
          <p14:tracePt t="145790" x="2565400" y="5213350"/>
          <p14:tracePt t="145966" x="2533650" y="5219700"/>
          <p14:tracePt t="145977" x="2501900" y="5232400"/>
          <p14:tracePt t="145991" x="2419350" y="5251450"/>
          <p14:tracePt t="146007" x="2317750" y="5264150"/>
          <p14:tracePt t="146023" x="2222500" y="5276850"/>
          <p14:tracePt t="146040" x="2146300" y="5295900"/>
          <p14:tracePt t="146054" x="2057400" y="5327650"/>
          <p14:tracePt t="146073" x="1993900" y="5353050"/>
          <p14:tracePt t="146089" x="1930400" y="5384800"/>
          <p14:tracePt t="146107" x="1866900" y="5403850"/>
          <p14:tracePt t="146117" x="1797050" y="5429250"/>
          <p14:tracePt t="146139" x="1739900" y="5467350"/>
          <p14:tracePt t="146157" x="1676400" y="5511800"/>
          <p14:tracePt t="146171" x="1657350" y="5530850"/>
          <p14:tracePt t="146188" x="1651000" y="5543550"/>
          <p14:tracePt t="146205" x="1644650" y="5562600"/>
          <p14:tracePt t="146223" x="1631950" y="5581650"/>
          <p14:tracePt t="146239" x="1625600" y="5600700"/>
          <p14:tracePt t="146257" x="1612900" y="5626100"/>
          <p14:tracePt t="146273" x="1612900" y="5632450"/>
          <p14:tracePt t="146290" x="1612900" y="5638800"/>
          <p14:tracePt t="146315" x="1619250" y="5638800"/>
          <p14:tracePt t="146325" x="1638300" y="5638800"/>
          <p14:tracePt t="146340" x="1689100" y="5632450"/>
          <p14:tracePt t="146355" x="1771650" y="5619750"/>
          <p14:tracePt t="146373" x="1860550" y="5619750"/>
          <p14:tracePt t="146388" x="1936750" y="5619750"/>
          <p14:tracePt t="146407" x="2051050" y="5613400"/>
          <p14:tracePt t="146421" x="2120900" y="5600700"/>
          <p14:tracePt t="146438" x="2197100" y="5575300"/>
          <p14:tracePt t="146455" x="2298700" y="5549900"/>
          <p14:tracePt t="146471" x="2413000" y="5524500"/>
          <p14:tracePt t="146489" x="2520950" y="5505450"/>
          <p14:tracePt t="146507" x="2654300" y="5480050"/>
          <p14:tracePt t="146523" x="2724150" y="5467350"/>
          <p14:tracePt t="146540" x="2743200" y="5461000"/>
          <p14:tracePt t="146555" x="2755900" y="5461000"/>
          <p14:tracePt t="146574" x="2755900" y="5454650"/>
          <p14:tracePt t="146813" x="2749550" y="5454650"/>
          <p14:tracePt t="146825" x="2743200" y="5454650"/>
          <p14:tracePt t="146856" x="2736850" y="5454650"/>
          <p14:tracePt t="146859" x="2730500" y="5448300"/>
          <p14:tracePt t="146872" x="2705100" y="5435600"/>
          <p14:tracePt t="146888" x="2686050" y="5416550"/>
          <p14:tracePt t="146905" x="2647950" y="5397500"/>
          <p14:tracePt t="146922" x="2609850" y="5378450"/>
          <p14:tracePt t="146938" x="2578100" y="5378450"/>
          <p14:tracePt t="146955" x="2559050" y="5384800"/>
          <p14:tracePt t="146972" x="2527300" y="5397500"/>
          <p14:tracePt t="146989" x="2514600" y="5397500"/>
          <p14:tracePt t="147007" x="2501900" y="5397500"/>
          <p14:tracePt t="147023" x="2482850" y="5397500"/>
          <p14:tracePt t="147039" x="2470150" y="5403850"/>
          <p14:tracePt t="147057" x="2463800" y="5403850"/>
          <p14:tracePt t="147073" x="2457450" y="5410200"/>
          <p14:tracePt t="147089" x="2451100" y="5410200"/>
          <p14:tracePt t="147109" x="2444750" y="5410200"/>
          <p14:tracePt t="147126" x="2432050" y="5410200"/>
          <p14:tracePt t="147139" x="2432050" y="5416550"/>
          <p14:tracePt t="147172" x="2425700" y="5416550"/>
        </p14:tracePtLst>
      </p14:laserTraceLst>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p:txBody>
          <a:bodyPr/>
          <a:lstStyle/>
          <a:p>
            <a:r>
              <a:rPr lang="en-US" dirty="0"/>
              <a:t>Internetworking Terms</a:t>
            </a:r>
          </a:p>
        </p:txBody>
      </p:sp>
      <p:sp>
        <p:nvSpPr>
          <p:cNvPr id="277507" name="Rectangle 3"/>
          <p:cNvSpPr>
            <a:spLocks noGrp="1" noChangeArrowheads="1"/>
          </p:cNvSpPr>
          <p:nvPr>
            <p:ph idx="1"/>
          </p:nvPr>
        </p:nvSpPr>
        <p:spPr/>
        <p:txBody>
          <a:bodyPr/>
          <a:lstStyle/>
          <a:p>
            <a:pPr>
              <a:lnSpc>
                <a:spcPct val="90000"/>
              </a:lnSpc>
            </a:pPr>
            <a:r>
              <a:rPr lang="en-US" sz="2800" dirty="0"/>
              <a:t>Communication network – facility that provides a data transfer service among devices attached to the network</a:t>
            </a:r>
          </a:p>
          <a:p>
            <a:pPr>
              <a:lnSpc>
                <a:spcPct val="90000"/>
              </a:lnSpc>
            </a:pPr>
            <a:r>
              <a:rPr lang="en-US" sz="2800" dirty="0"/>
              <a:t>Internet – collection of communication networks, interconnected by bridges/routers</a:t>
            </a:r>
          </a:p>
          <a:p>
            <a:pPr>
              <a:lnSpc>
                <a:spcPct val="90000"/>
              </a:lnSpc>
            </a:pPr>
            <a:r>
              <a:rPr lang="en-US" sz="2800" dirty="0"/>
              <a:t>Intranet – internet used by an organization for internal purposes</a:t>
            </a:r>
          </a:p>
          <a:p>
            <a:pPr lvl="1">
              <a:lnSpc>
                <a:spcPct val="90000"/>
              </a:lnSpc>
            </a:pPr>
            <a:r>
              <a:rPr lang="en-US" sz="2400" dirty="0"/>
              <a:t>Provides key Internet applications</a:t>
            </a:r>
          </a:p>
          <a:p>
            <a:pPr lvl="1">
              <a:lnSpc>
                <a:spcPct val="90000"/>
              </a:lnSpc>
            </a:pPr>
            <a:r>
              <a:rPr lang="en-US" sz="2400" dirty="0"/>
              <a:t>Can exist as an isolated, self-contained internet</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25</a:t>
            </a:fld>
            <a:endParaRPr lang="en-US" sz="1200" dirty="0">
              <a:latin typeface="Times New Roman"/>
              <a:cs typeface="Times New Roman"/>
            </a:endParaRPr>
          </a:p>
        </p:txBody>
      </p:sp>
    </p:spTree>
    <p:extLst>
      <p:ext uri="{BB962C8B-B14F-4D97-AF65-F5344CB8AC3E}">
        <p14:creationId xmlns="" xmlns:p14="http://schemas.microsoft.com/office/powerpoint/2010/main" val="3246929224"/>
      </p:ext>
    </p:extLst>
  </p:cSld>
  <p:clrMapOvr>
    <a:masterClrMapping/>
  </p:clrMapOvr>
  <mc:AlternateContent xmlns:mc="http://schemas.openxmlformats.org/markup-compatibility/2006">
    <mc:Choice xmlns="" xmlns:p14="http://schemas.microsoft.com/office/powerpoint/2010/main" Requires="p14">
      <p:transition spd="slow" p14:dur="2000" advTm="109533"/>
    </mc:Choice>
    <mc:Fallback>
      <p:transition spd="slow" advTm="109533"/>
    </mc:Fallback>
  </mc:AlternateContent>
  <p:extLst>
    <p:ext uri="{3A86A75C-4F4B-4683-9AE1-C65F6400EC91}">
      <p14:laserTraceLst xmlns="" xmlns:p14="http://schemas.microsoft.com/office/powerpoint/2010/main">
        <p14:tracePtLst>
          <p14:tracePt t="4432" x="2482850" y="5378450"/>
          <p14:tracePt t="4442" x="2838450" y="5073650"/>
          <p14:tracePt t="4452" x="2952750" y="4933950"/>
          <p14:tracePt t="4466" x="3092450" y="4610100"/>
          <p14:tracePt t="4481" x="3168650" y="4413250"/>
          <p14:tracePt t="4496" x="3435350" y="3790950"/>
          <p14:tracePt t="4515" x="3676650" y="3257550"/>
          <p14:tracePt t="4534" x="3962400" y="2717800"/>
          <p14:tracePt t="4552" x="4356100" y="2114550"/>
          <p14:tracePt t="4573" x="4540250" y="1892300"/>
          <p14:tracePt t="4590" x="4673600" y="1771650"/>
          <p14:tracePt t="4803" x="4673600" y="1765300"/>
          <p14:tracePt t="4813" x="4654550" y="1733550"/>
          <p14:tracePt t="4829" x="4635500" y="1708150"/>
          <p14:tracePt t="4848" x="4629150" y="1695450"/>
          <p14:tracePt t="4865" x="4622800" y="1689100"/>
          <p14:tracePt t="4931" x="4622800" y="1682750"/>
          <p14:tracePt t="4944" x="4616450" y="1682750"/>
          <p14:tracePt t="4950" x="4616450" y="1676400"/>
          <p14:tracePt t="5326" x="4616450" y="1670050"/>
          <p14:tracePt t="5340" x="4597400" y="1625600"/>
          <p14:tracePt t="5349" x="4540250" y="1498600"/>
          <p14:tracePt t="5365" x="4514850" y="1377950"/>
          <p14:tracePt t="5381" x="4514850" y="1244600"/>
          <p14:tracePt t="5398" x="4591050" y="1073150"/>
          <p14:tracePt t="5414" x="4768850" y="869950"/>
          <p14:tracePt t="5431" x="5022850" y="717550"/>
          <p14:tracePt t="5446" x="5422900" y="577850"/>
          <p14:tracePt t="5464" x="5905500" y="508000"/>
          <p14:tracePt t="5479" x="6540500" y="514350"/>
          <p14:tracePt t="5496" x="6864350" y="539750"/>
          <p14:tracePt t="5512" x="7080250" y="571500"/>
          <p14:tracePt t="5529" x="7150100" y="596900"/>
          <p14:tracePt t="5546" x="7150100" y="603250"/>
          <p14:tracePt t="5564" x="7092950" y="622300"/>
          <p14:tracePt t="5581" x="6896100" y="679450"/>
          <p14:tracePt t="5598" x="6578600" y="717550"/>
          <p14:tracePt t="5614" x="6057900" y="736600"/>
          <p14:tracePt t="5630" x="5429250" y="774700"/>
          <p14:tracePt t="5649" x="4724400" y="774700"/>
          <p14:tracePt t="5665" x="4083050" y="812800"/>
          <p14:tracePt t="5681" x="3606800" y="844550"/>
          <p14:tracePt t="5698" x="3257550" y="895350"/>
          <p14:tracePt t="5702" x="3200400" y="908050"/>
          <p14:tracePt t="5712" x="3162300" y="920750"/>
          <p14:tracePt t="5732" x="3130550" y="933450"/>
          <p14:tracePt t="5746" x="3130550" y="946150"/>
          <p14:tracePt t="5764" x="3130550" y="984250"/>
          <p14:tracePt t="5780" x="3136900" y="1047750"/>
          <p14:tracePt t="5796" x="3143250" y="1174750"/>
          <p14:tracePt t="5812" x="3143250" y="1270000"/>
          <p14:tracePt t="5831" x="3143250" y="1365250"/>
          <p14:tracePt t="5848" x="3136900" y="1435100"/>
          <p14:tracePt t="5865" x="3136900" y="1479550"/>
          <p14:tracePt t="5881" x="3136900" y="1498600"/>
          <p14:tracePt t="5898" x="3130550" y="1530350"/>
          <p14:tracePt t="5915" x="3117850" y="1555750"/>
          <p14:tracePt t="5931" x="3098800" y="1574800"/>
          <p14:tracePt t="5948" x="3073400" y="1593850"/>
          <p14:tracePt t="5963" x="3022600" y="1612900"/>
          <p14:tracePt t="5981" x="2914650" y="1651000"/>
          <p14:tracePt t="5998" x="2851150" y="1670050"/>
          <p14:tracePt t="6013" x="2774950" y="1695450"/>
          <p14:tracePt t="6030" x="2692400" y="1733550"/>
          <p14:tracePt t="6047" x="2603500" y="1771650"/>
          <p14:tracePt t="6063" x="2495550" y="1809750"/>
          <p14:tracePt t="6080" x="2387600" y="1841500"/>
          <p14:tracePt t="6098" x="2266950" y="1879600"/>
          <p14:tracePt t="6114" x="2216150" y="1898650"/>
          <p14:tracePt t="6131" x="2171700" y="1924050"/>
          <p14:tracePt t="6148" x="2139950" y="1943100"/>
          <p14:tracePt t="6165" x="2101850" y="1962150"/>
          <p14:tracePt t="6181" x="2044700" y="1987550"/>
          <p14:tracePt t="6199" x="1930400" y="2051050"/>
          <p14:tracePt t="6208" x="1892300" y="2070100"/>
          <p14:tracePt t="6217" x="1854200" y="2089150"/>
          <p14:tracePt t="6229" x="1765300" y="2120900"/>
          <p14:tracePt t="6247" x="1695450" y="2146300"/>
          <p14:tracePt t="6263" x="1663700" y="2159000"/>
          <p14:tracePt t="6280" x="1651000" y="2159000"/>
          <p14:tracePt t="6298" x="1638300" y="2165350"/>
          <p14:tracePt t="6313" x="1593850" y="2171700"/>
          <p14:tracePt t="6330" x="1524000" y="2171700"/>
          <p14:tracePt t="6348" x="1460500" y="2171700"/>
          <p14:tracePt t="6365" x="1428750" y="2171700"/>
          <p14:tracePt t="6381" x="1416050" y="2159000"/>
          <p14:tracePt t="6399" x="1409700" y="2146300"/>
          <p14:tracePt t="6415" x="1409700" y="2133600"/>
          <p14:tracePt t="6431" x="1409700" y="2114550"/>
          <p14:tracePt t="6448" x="1409700" y="2095500"/>
          <p14:tracePt t="6465" x="1409700" y="2089150"/>
          <p14:tracePt t="6479" x="1416050" y="2063750"/>
          <p14:tracePt t="6497" x="1416050" y="2038350"/>
          <p14:tracePt t="6512" x="1422400" y="2019300"/>
          <p14:tracePt t="6529" x="1428750" y="2000250"/>
          <p14:tracePt t="6546" x="1428750" y="1981200"/>
          <p14:tracePt t="6562" x="1435100" y="1968500"/>
          <p14:tracePt t="6579" x="1441450" y="1968500"/>
          <p14:tracePt t="6598" x="1441450" y="1962150"/>
          <p14:tracePt t="6614" x="1441450" y="1955800"/>
          <p14:tracePt t="6631" x="1447800" y="1955800"/>
          <p14:tracePt t="6665" x="1454150" y="1955800"/>
          <p14:tracePt t="6679" x="1473200" y="1955800"/>
          <p14:tracePt t="6697" x="1498600" y="1943100"/>
          <p14:tracePt t="6701" x="1530350" y="1930400"/>
          <p14:tracePt t="6715" x="1619250" y="1911350"/>
          <p14:tracePt t="6729" x="1695450" y="1905000"/>
          <p14:tracePt t="6745" x="1765300" y="1892300"/>
          <p14:tracePt t="6762" x="1835150" y="1885950"/>
          <p14:tracePt t="6780" x="1898650" y="1885950"/>
          <p14:tracePt t="6795" x="1974850" y="1879600"/>
          <p14:tracePt t="6812" x="2076450" y="1866900"/>
          <p14:tracePt t="6829" x="2298700" y="1828800"/>
          <p14:tracePt t="6847" x="2482850" y="1803400"/>
          <p14:tracePt t="6865" x="2641600" y="1797050"/>
          <p14:tracePt t="6881" x="2762250" y="1784350"/>
          <p14:tracePt t="6898" x="2844800" y="1784350"/>
          <p14:tracePt t="6913" x="2914650" y="1778000"/>
          <p14:tracePt t="6929" x="3028950" y="1778000"/>
          <p14:tracePt t="6947" x="3124200" y="1771650"/>
          <p14:tracePt t="6962" x="3225800" y="1771650"/>
          <p14:tracePt t="6979" x="3327400" y="1771650"/>
          <p14:tracePt t="6996" x="3429000" y="1765300"/>
          <p14:tracePt t="7012" x="3517900" y="1758950"/>
          <p14:tracePt t="7029" x="3587750" y="1758950"/>
          <p14:tracePt t="7046" x="3651250" y="1746250"/>
          <p14:tracePt t="7063" x="3695700" y="1746250"/>
          <p14:tracePt t="7081" x="3740150" y="1746250"/>
          <p14:tracePt t="7098" x="3790950" y="1746250"/>
          <p14:tracePt t="7114" x="3816350" y="1752600"/>
          <p14:tracePt t="7130" x="3829050" y="1758950"/>
          <p14:tracePt t="7233" x="3835400" y="1758950"/>
          <p14:tracePt t="7266" x="3835400" y="1765300"/>
          <p14:tracePt t="7291" x="3835400" y="1778000"/>
          <p14:tracePt t="7324" x="3835400" y="1784350"/>
          <p14:tracePt t="7344" x="3835400" y="1790700"/>
          <p14:tracePt t="7357" x="3835400" y="1797050"/>
          <p14:tracePt t="7370" x="3835400" y="1803400"/>
          <p14:tracePt t="7381" x="3829050" y="1816100"/>
          <p14:tracePt t="7399" x="3822700" y="1835150"/>
          <p14:tracePt t="7415" x="3822700" y="1841500"/>
          <p14:tracePt t="7431" x="3829050" y="1847850"/>
          <p14:tracePt t="7446" x="3848100" y="1860550"/>
          <p14:tracePt t="7463" x="3867150" y="1860550"/>
          <p14:tracePt t="7481" x="3911600" y="1866900"/>
          <p14:tracePt t="7497" x="3917950" y="1866900"/>
          <p14:tracePt t="7567" x="3917950" y="1873250"/>
          <p14:tracePt t="7589" x="3917950" y="1879600"/>
          <p14:tracePt t="7608" x="3917950" y="1885950"/>
          <p14:tracePt t="7630" x="3917950" y="1892300"/>
          <p14:tracePt t="7644" x="3917950" y="1898650"/>
          <p14:tracePt t="7696" x="3924300" y="1898650"/>
          <p14:tracePt t="7706" x="3930650" y="1898650"/>
          <p14:tracePt t="7776" x="3924300" y="1898650"/>
          <p14:tracePt t="7787" x="3924300" y="1892300"/>
          <p14:tracePt t="7796" x="3917950" y="1892300"/>
          <p14:tracePt t="7818" x="3911600" y="1892300"/>
          <p14:tracePt t="7833" x="3898900" y="1892300"/>
          <p14:tracePt t="7847" x="3886200" y="1898650"/>
          <p14:tracePt t="7865" x="3835400" y="1917700"/>
          <p14:tracePt t="7880" x="3752850" y="1930400"/>
          <p14:tracePt t="7898" x="3606800" y="1949450"/>
          <p14:tracePt t="7914" x="3505200" y="1955800"/>
          <p14:tracePt t="7931" x="3409950" y="1962150"/>
          <p14:tracePt t="7948" x="3340100" y="1968500"/>
          <p14:tracePt t="7965" x="3270250" y="1981200"/>
          <p14:tracePt t="7979" x="3181350" y="1993900"/>
          <p14:tracePt t="7996" x="3079750" y="2006600"/>
          <p14:tracePt t="8012" x="2940050" y="2019300"/>
          <p14:tracePt t="8029" x="2838450" y="2019300"/>
          <p14:tracePt t="8046" x="2736850" y="2019300"/>
          <p14:tracePt t="8062" x="2660650" y="2019300"/>
          <p14:tracePt t="8079" x="2597150" y="2019300"/>
          <p14:tracePt t="8098" x="2546350" y="2019300"/>
          <p14:tracePt t="8114" x="2463800" y="2012950"/>
          <p14:tracePt t="8131" x="2406650" y="2012950"/>
          <p14:tracePt t="8148" x="2374900" y="2006600"/>
          <p14:tracePt t="8165" x="2336800" y="2006600"/>
          <p14:tracePt t="8181" x="2298700" y="2006600"/>
          <p14:tracePt t="8196" x="2286000" y="2006600"/>
          <p14:tracePt t="8266" x="2292350" y="2006600"/>
          <p14:tracePt t="8280" x="2298700" y="2000250"/>
          <p14:tracePt t="8301" x="2311400" y="1993900"/>
          <p14:tracePt t="8314" x="2317750" y="1987550"/>
          <p14:tracePt t="8330" x="2336800" y="1981200"/>
          <p14:tracePt t="8348" x="2362200" y="1974850"/>
          <p14:tracePt t="8365" x="2438400" y="1962150"/>
          <p14:tracePt t="8381" x="2559050" y="1936750"/>
          <p14:tracePt t="8398" x="2654300" y="1917700"/>
          <p14:tracePt t="8413" x="2762250" y="1911350"/>
          <p14:tracePt t="8431" x="2844800" y="1905000"/>
          <p14:tracePt t="8448" x="2908300" y="1905000"/>
          <p14:tracePt t="8465" x="2927350" y="1905000"/>
          <p14:tracePt t="8479" x="2946400" y="1905000"/>
          <p14:tracePt t="8497" x="2971800" y="1905000"/>
          <p14:tracePt t="8513" x="2984500" y="1905000"/>
          <p14:tracePt t="8529" x="3003550" y="1905000"/>
          <p14:tracePt t="8546" x="3022600" y="1898650"/>
          <p14:tracePt t="8562" x="3035300" y="1898650"/>
          <p14:tracePt t="8579" x="3048000" y="1892300"/>
          <p14:tracePt t="8763" x="3048000" y="1885950"/>
          <p14:tracePt t="8800" x="3054350" y="1879600"/>
          <p14:tracePt t="8949" x="3060700" y="1873250"/>
          <p14:tracePt t="8960" x="3067050" y="1866900"/>
          <p14:tracePt t="8968" x="3073400" y="1860550"/>
          <p14:tracePt t="9307" x="3073400" y="1854200"/>
          <p14:tracePt t="9316" x="3086100" y="1847850"/>
          <p14:tracePt t="9329" x="3105150" y="1828800"/>
          <p14:tracePt t="9348" x="3124200" y="1809750"/>
          <p14:tracePt t="9364" x="3194050" y="1778000"/>
          <p14:tracePt t="9381" x="3270250" y="1746250"/>
          <p14:tracePt t="9398" x="3340100" y="1720850"/>
          <p14:tracePt t="9413" x="3422650" y="1695450"/>
          <p14:tracePt t="9431" x="3505200" y="1670050"/>
          <p14:tracePt t="9446" x="3581400" y="1651000"/>
          <p14:tracePt t="9463" x="3651250" y="1625600"/>
          <p14:tracePt t="9480" x="3778250" y="1581150"/>
          <p14:tracePt t="9497" x="3873500" y="1549400"/>
          <p14:tracePt t="9512" x="3949700" y="1524000"/>
          <p14:tracePt t="9530" x="3975100" y="1504950"/>
          <p14:tracePt t="9546" x="3981450" y="1498600"/>
          <p14:tracePt t="9563" x="3987800" y="1498600"/>
          <p14:tracePt t="9580" x="3987800" y="1492250"/>
          <p14:tracePt t="9616" x="3994150" y="1492250"/>
          <p14:tracePt t="9631" x="4000500" y="1492250"/>
          <p14:tracePt t="9648" x="4140200" y="1517650"/>
          <p14:tracePt t="9663" x="4241800" y="1555750"/>
          <p14:tracePt t="9681" x="4279900" y="1587500"/>
          <p14:tracePt t="9698" x="4292600" y="1600200"/>
          <p14:tracePt t="9704" x="4305300" y="1600200"/>
          <p14:tracePt t="9719" x="4324350" y="1619250"/>
          <p14:tracePt t="9730" x="4330700" y="1625600"/>
          <p14:tracePt t="9746" x="4387850" y="1657350"/>
          <p14:tracePt t="9763" x="4451350" y="1670050"/>
          <p14:tracePt t="9779" x="4521200" y="1689100"/>
          <p14:tracePt t="9797" x="4610100" y="1714500"/>
          <p14:tracePt t="9812" x="4686300" y="1739900"/>
          <p14:tracePt t="9830" x="4749800" y="1765300"/>
          <p14:tracePt t="9848" x="4813300" y="1797050"/>
          <p14:tracePt t="9865" x="4838700" y="1816100"/>
          <p14:tracePt t="9881" x="4857750" y="1828800"/>
          <p14:tracePt t="9898" x="4870450" y="1847850"/>
          <p14:tracePt t="9915" x="4908550" y="1866900"/>
          <p14:tracePt t="9931" x="5010150" y="1905000"/>
          <p14:tracePt t="9947" x="5080000" y="1924050"/>
          <p14:tracePt t="9963" x="5187950" y="1949450"/>
          <p14:tracePt t="9980" x="5283200" y="1974850"/>
          <p14:tracePt t="9996" x="5365750" y="1993900"/>
          <p14:tracePt t="10013" x="5435600" y="2012950"/>
          <p14:tracePt t="10029" x="5461000" y="2019300"/>
          <p14:tracePt t="10046" x="5467350" y="2019300"/>
          <p14:tracePt t="10137" x="5467350" y="2012950"/>
          <p14:tracePt t="10231" x="5461000" y="2006600"/>
          <p14:tracePt t="10251" x="5454650" y="2006600"/>
          <p14:tracePt t="10261" x="5448300" y="2006600"/>
          <p14:tracePt t="10275" x="5429250" y="2006600"/>
          <p14:tracePt t="10287" x="5416550" y="2012950"/>
          <p14:tracePt t="10302" x="5397500" y="2012950"/>
          <p14:tracePt t="10313" x="5391150" y="2019300"/>
          <p14:tracePt t="10332" x="5372100" y="2032000"/>
          <p14:tracePt t="10349" x="5346700" y="2051050"/>
          <p14:tracePt t="10381" x="5340350" y="2051050"/>
          <p14:tracePt t="10493" x="5346700" y="2051050"/>
          <p14:tracePt t="10503" x="5353050" y="2044700"/>
          <p14:tracePt t="10513" x="5353050" y="2025650"/>
          <p14:tracePt t="10531" x="5359400" y="2012950"/>
          <p14:tracePt t="10546" x="5365750" y="1993900"/>
          <p14:tracePt t="10563" x="5365750" y="1981200"/>
          <p14:tracePt t="10580" x="5365750" y="1968500"/>
          <p14:tracePt t="10598" x="5372100" y="1962150"/>
          <p14:tracePt t="10614" x="5378450" y="1955800"/>
          <p14:tracePt t="10697" x="5372100" y="1955800"/>
          <p14:tracePt t="10710" x="5365750" y="1962150"/>
          <p14:tracePt t="10718" x="5359400" y="1962150"/>
          <p14:tracePt t="10809" x="5365750" y="1962150"/>
          <p14:tracePt t="10820" x="5378450" y="1962150"/>
          <p14:tracePt t="10831" x="5384800" y="1962150"/>
          <p14:tracePt t="10848" x="5403850" y="1962150"/>
          <p14:tracePt t="10865" x="5422900" y="1955800"/>
          <p14:tracePt t="10881" x="5435600" y="1943100"/>
          <p14:tracePt t="10898" x="5448300" y="1936750"/>
          <p14:tracePt t="10915" x="5448300" y="1930400"/>
          <p14:tracePt t="11003" x="5435600" y="1930400"/>
          <p14:tracePt t="11014" x="5429250" y="1943100"/>
          <p14:tracePt t="11030" x="5410200" y="1955800"/>
          <p14:tracePt t="11046" x="5410200" y="1962150"/>
          <p14:tracePt t="11076" x="5410200" y="1968500"/>
          <p14:tracePt t="11102" x="5416550" y="1968500"/>
          <p14:tracePt t="11112" x="5422900" y="1968500"/>
          <p14:tracePt t="11139" x="5429250" y="1968500"/>
          <p14:tracePt t="11154" x="5435600" y="1968500"/>
          <p14:tracePt t="11167" x="5448300" y="1962150"/>
          <p14:tracePt t="11181" x="5461000" y="1955800"/>
          <p14:tracePt t="11197" x="5486400" y="1943100"/>
          <p14:tracePt t="11203" x="5492750" y="1943100"/>
          <p14:tracePt t="11214" x="5499100" y="1943100"/>
          <p14:tracePt t="11231" x="5511800" y="1943100"/>
          <p14:tracePt t="11247" x="5518150" y="1943100"/>
          <p14:tracePt t="11263" x="5524500" y="1943100"/>
          <p14:tracePt t="11287" x="5530850" y="1943100"/>
          <p14:tracePt t="11327" x="5537200" y="1943100"/>
          <p14:tracePt t="11341" x="5537200" y="1936750"/>
          <p14:tracePt t="11402" x="5530850" y="1936750"/>
          <p14:tracePt t="11414" x="5524500" y="1943100"/>
          <p14:tracePt t="11429" x="5518150" y="1943100"/>
          <p14:tracePt t="11447" x="5518150" y="1949450"/>
          <p14:tracePt t="11575" x="5518150" y="1955800"/>
          <p14:tracePt t="11586" x="5530850" y="1968500"/>
          <p14:tracePt t="11597" x="5537200" y="1974850"/>
          <p14:tracePt t="11613" x="5556250" y="1987550"/>
          <p14:tracePt t="11629" x="5575300" y="2006600"/>
          <p14:tracePt t="11647" x="5664200" y="2006600"/>
          <p14:tracePt t="11663" x="5765800" y="2006600"/>
          <p14:tracePt t="11680" x="5848350" y="2006600"/>
          <p14:tracePt t="11697" x="5937250" y="2006600"/>
          <p14:tracePt t="11700" x="5988050" y="2012950"/>
          <p14:tracePt t="11712" x="6032500" y="2012950"/>
          <p14:tracePt t="11730" x="6108700" y="2019300"/>
          <p14:tracePt t="11747" x="6210300" y="2025650"/>
          <p14:tracePt t="11762" x="6280150" y="2032000"/>
          <p14:tracePt t="11780" x="6350000" y="2038350"/>
          <p14:tracePt t="11796" x="6464300" y="2044700"/>
          <p14:tracePt t="11813" x="6610350" y="2070100"/>
          <p14:tracePt t="11829" x="6775450" y="2082800"/>
          <p14:tracePt t="11848" x="6972300" y="2095500"/>
          <p14:tracePt t="11865" x="7067550" y="2095500"/>
          <p14:tracePt t="11880" x="7143750" y="2095500"/>
          <p14:tracePt t="11897" x="7194550" y="2095500"/>
          <p14:tracePt t="11912" x="7226300" y="2095500"/>
          <p14:tracePt t="11930" x="7258050" y="2089150"/>
          <p14:tracePt t="11946" x="7283450" y="2082800"/>
          <p14:tracePt t="11964" x="7296150" y="2076450"/>
          <p14:tracePt t="12014" x="7270750" y="2082800"/>
          <p14:tracePt t="12036" x="7023100" y="2146300"/>
          <p14:tracePt t="12046" x="6858000" y="2165350"/>
          <p14:tracePt t="12063" x="6134100" y="2228850"/>
          <p14:tracePt t="12080" x="5486400" y="2279650"/>
          <p14:tracePt t="12098" x="4826000" y="2317750"/>
          <p14:tracePt t="12114" x="4286250" y="2362200"/>
          <p14:tracePt t="12130" x="3905250" y="2400300"/>
          <p14:tracePt t="12148" x="3581400" y="2438400"/>
          <p14:tracePt t="12163" x="3333750" y="2476500"/>
          <p14:tracePt t="12181" x="3111500" y="2514600"/>
          <p14:tracePt t="12196" x="3009900" y="2527300"/>
          <p14:tracePt t="12214" x="2908300" y="2540000"/>
          <p14:tracePt t="12230" x="2800350" y="2546350"/>
          <p14:tracePt t="12248" x="2698750" y="2546350"/>
          <p14:tracePt t="12262" x="2597150" y="2546350"/>
          <p14:tracePt t="12281" x="2419350" y="2533650"/>
          <p14:tracePt t="12296" x="2260600" y="2533650"/>
          <p14:tracePt t="12312" x="2101850" y="2533650"/>
          <p14:tracePt t="12329" x="1987550" y="2527300"/>
          <p14:tracePt t="12346" x="1949450" y="2520950"/>
          <p14:tracePt t="12365" x="1936750" y="2520950"/>
          <p14:tracePt t="12483" x="1936750" y="2514600"/>
          <p14:tracePt t="12495" x="1930400" y="2514600"/>
          <p14:tracePt t="12508" x="1917700" y="2501900"/>
          <p14:tracePt t="12517" x="1911350" y="2501900"/>
          <p14:tracePt t="12531" x="1911350" y="2495550"/>
          <p14:tracePt t="12547" x="1911350" y="2476500"/>
          <p14:tracePt t="12563" x="1911350" y="2463800"/>
          <p14:tracePt t="12581" x="1911350" y="2444750"/>
          <p14:tracePt t="12597" x="1930400" y="2425700"/>
          <p14:tracePt t="12615" x="1962150" y="2406650"/>
          <p14:tracePt t="12631" x="2019300" y="2381250"/>
          <p14:tracePt t="12649" x="2108200" y="2355850"/>
          <p14:tracePt t="12665" x="2139950" y="2355850"/>
          <p14:tracePt t="12681" x="2159000" y="2355850"/>
          <p14:tracePt t="12697" x="2165350" y="2349500"/>
          <p14:tracePt t="12724" x="2171700" y="2349500"/>
          <p14:tracePt t="12733" x="2184400" y="2349500"/>
          <p14:tracePt t="12747" x="2228850" y="2349500"/>
          <p14:tracePt t="12764" x="2298700" y="2355850"/>
          <p14:tracePt t="12780" x="2374900" y="2374900"/>
          <p14:tracePt t="12799" x="2419350" y="2387600"/>
          <p14:tracePt t="12813" x="2444750" y="2387600"/>
          <p14:tracePt t="12831" x="2457450" y="2393950"/>
          <p14:tracePt t="12867" x="2463800" y="2393950"/>
          <p14:tracePt t="12885" x="2482850" y="2393950"/>
          <p14:tracePt t="12896" x="2489200" y="2400300"/>
          <p14:tracePt t="12913" x="2508250" y="2400300"/>
          <p14:tracePt t="12930" x="2520950" y="2400300"/>
          <p14:tracePt t="12947" x="2540000" y="2400300"/>
          <p14:tracePt t="12964" x="2546350" y="2400300"/>
          <p14:tracePt t="12979" x="2552700" y="2400300"/>
          <p14:tracePt t="12998" x="2584450" y="2393950"/>
          <p14:tracePt t="13014" x="2609850" y="2387600"/>
          <p14:tracePt t="13030" x="2660650" y="2381250"/>
          <p14:tracePt t="13047" x="2705100" y="2374900"/>
          <p14:tracePt t="13063" x="2768600" y="2368550"/>
          <p14:tracePt t="13081" x="2832100" y="2362200"/>
          <p14:tracePt t="13098" x="2940050" y="2355850"/>
          <p14:tracePt t="13114" x="2997200" y="2355850"/>
          <p14:tracePt t="13130" x="3067050" y="2355850"/>
          <p14:tracePt t="13147" x="3136900" y="2355850"/>
          <p14:tracePt t="13163" x="3155950" y="2355850"/>
          <p14:tracePt t="13180" x="3162300" y="2355850"/>
          <p14:tracePt t="13301" x="3162300" y="2349500"/>
          <p14:tracePt t="13505" x="3168650" y="2343150"/>
          <p14:tracePt t="13512" x="3175000" y="2343150"/>
          <p14:tracePt t="13526" x="3187700" y="2336800"/>
          <p14:tracePt t="13529" x="3213100" y="2330450"/>
          <p14:tracePt t="13547" x="3282950" y="2311400"/>
          <p14:tracePt t="13562" x="3390900" y="2292350"/>
          <p14:tracePt t="13579" x="3594100" y="2254250"/>
          <p14:tracePt t="13597" x="3765550" y="2241550"/>
          <p14:tracePt t="13613" x="3924300" y="2235200"/>
          <p14:tracePt t="13630" x="4083050" y="2235200"/>
          <p14:tracePt t="13647" x="4216400" y="2235200"/>
          <p14:tracePt t="13663" x="4311650" y="2235200"/>
          <p14:tracePt t="13680" x="4381500" y="2241550"/>
          <p14:tracePt t="13697" x="4425950" y="2241550"/>
          <p14:tracePt t="13713" x="4438650" y="2241550"/>
          <p14:tracePt t="13892" x="4445000" y="2241550"/>
          <p14:tracePt t="13904" x="4521200" y="2241550"/>
          <p14:tracePt t="13915" x="4572000" y="2241550"/>
          <p14:tracePt t="13931" x="4724400" y="2247900"/>
          <p14:tracePt t="13947" x="4883150" y="2260600"/>
          <p14:tracePt t="13965" x="5054600" y="2292350"/>
          <p14:tracePt t="13981" x="5276850" y="2311400"/>
          <p14:tracePt t="13997" x="5372100" y="2317750"/>
          <p14:tracePt t="14015" x="5435600" y="2324100"/>
          <p14:tracePt t="14030" x="5467350" y="2324100"/>
          <p14:tracePt t="14048" x="5480050" y="2330450"/>
          <p14:tracePt t="14063" x="5492750" y="2330450"/>
          <p14:tracePt t="14081" x="5499100" y="2330450"/>
          <p14:tracePt t="14097" x="5505450" y="2330450"/>
          <p14:tracePt t="14114" x="5518150" y="2330450"/>
          <p14:tracePt t="14130" x="5530850" y="2336800"/>
          <p14:tracePt t="14148" x="5537200" y="2336800"/>
          <p14:tracePt t="14631" x="5543550" y="2336800"/>
          <p14:tracePt t="14638" x="5556250" y="2330450"/>
          <p14:tracePt t="14649" x="5562600" y="2324100"/>
          <p14:tracePt t="14663" x="5588000" y="2317750"/>
          <p14:tracePt t="14680" x="5645150" y="2305050"/>
          <p14:tracePt t="14697" x="5740400" y="2305050"/>
          <p14:tracePt t="14703" x="5810250" y="2305050"/>
          <p14:tracePt t="14715" x="5975350" y="2305050"/>
          <p14:tracePt t="14730" x="6184900" y="2330450"/>
          <p14:tracePt t="14746" x="6375400" y="2343150"/>
          <p14:tracePt t="14763" x="6502400" y="2343150"/>
          <p14:tracePt t="14780" x="6578600" y="2343150"/>
          <p14:tracePt t="14796" x="6604000" y="2349500"/>
          <p14:tracePt t="14814" x="6616700" y="2349500"/>
          <p14:tracePt t="14831" x="6642100" y="2349500"/>
          <p14:tracePt t="14847" x="6661150" y="2349500"/>
          <p14:tracePt t="14863" x="6680200" y="2349500"/>
          <p14:tracePt t="14880" x="6692900" y="2349500"/>
          <p14:tracePt t="14896" x="6699250" y="2349500"/>
          <p14:tracePt t="15076" x="6705600" y="2343150"/>
          <p14:tracePt t="15089" x="6769100" y="2343150"/>
          <p14:tracePt t="15098" x="6800850" y="2343150"/>
          <p14:tracePt t="15114" x="6896100" y="2343150"/>
          <p14:tracePt t="15130" x="7016750" y="2343150"/>
          <p14:tracePt t="15146" x="7156450" y="2336800"/>
          <p14:tracePt t="15165" x="7327900" y="2324100"/>
          <p14:tracePt t="15180" x="7473950" y="2317750"/>
          <p14:tracePt t="15197" x="7626350" y="2305050"/>
          <p14:tracePt t="15213" x="7689850" y="2298700"/>
          <p14:tracePt t="15230" x="7721600" y="2292350"/>
          <p14:tracePt t="15263" x="7727950" y="2292350"/>
          <p14:tracePt t="15281" x="7734300" y="2292350"/>
          <p14:tracePt t="15298" x="7753350" y="2292350"/>
          <p14:tracePt t="15314" x="7759700" y="2292350"/>
          <p14:tracePt t="15418" x="7734300" y="2305050"/>
          <p14:tracePt t="15426" x="7715250" y="2317750"/>
          <p14:tracePt t="15437" x="7677150" y="2330450"/>
          <p14:tracePt t="15449" x="7550150" y="2355850"/>
          <p14:tracePt t="15465" x="7308850" y="2387600"/>
          <p14:tracePt t="15479" x="6927850" y="2432050"/>
          <p14:tracePt t="15498" x="6350000" y="2476500"/>
          <p14:tracePt t="15515" x="5708650" y="2514600"/>
          <p14:tracePt t="15530" x="5048250" y="2540000"/>
          <p14:tracePt t="15548" x="4362450" y="2540000"/>
          <p14:tracePt t="15563" x="4064000" y="2540000"/>
          <p14:tracePt t="15582" x="3810000" y="2552700"/>
          <p14:tracePt t="15598" x="3575050" y="2578100"/>
          <p14:tracePt t="15613" x="3359150" y="2609850"/>
          <p14:tracePt t="15631" x="3181350" y="2628900"/>
          <p14:tracePt t="15649" x="2946400" y="2673350"/>
          <p14:tracePt t="15663" x="2794000" y="2698750"/>
          <p14:tracePt t="15681" x="2641600" y="2724150"/>
          <p14:tracePt t="15696" x="2527300" y="2736850"/>
          <p14:tracePt t="15702" x="2476500" y="2743200"/>
          <p14:tracePt t="15716" x="2444750" y="2749550"/>
          <p14:tracePt t="15729" x="2368550" y="2774950"/>
          <p14:tracePt t="15748" x="2241550" y="2806700"/>
          <p14:tracePt t="15763" x="2146300" y="2832100"/>
          <p14:tracePt t="15781" x="2070100" y="2838450"/>
          <p14:tracePt t="15798" x="2012950" y="2838450"/>
          <p14:tracePt t="15813" x="2000250" y="2838450"/>
          <p14:tracePt t="15917" x="2006600" y="2825750"/>
          <p14:tracePt t="15932" x="2006600" y="2819400"/>
          <p14:tracePt t="15942" x="2006600" y="2813050"/>
          <p14:tracePt t="15951" x="2012950" y="2813050"/>
          <p14:tracePt t="15966" x="2012950" y="2800350"/>
          <p14:tracePt t="15980" x="2012950" y="2794000"/>
          <p14:tracePt t="15999" x="2025650" y="2781300"/>
          <p14:tracePt t="16013" x="2038350" y="2774950"/>
          <p14:tracePt t="16031" x="2051050" y="2762250"/>
          <p14:tracePt t="16047" x="2070100" y="2755900"/>
          <p14:tracePt t="16063" x="2108200" y="2736850"/>
          <p14:tracePt t="16081" x="2197100" y="2717800"/>
          <p14:tracePt t="16101" x="2463800" y="2698750"/>
          <p14:tracePt t="16115" x="2565400" y="2698750"/>
          <p14:tracePt t="16132" x="3022600" y="2641600"/>
          <p14:tracePt t="16149" x="3416300" y="2609850"/>
          <p14:tracePt t="16165" x="3956050" y="2578100"/>
          <p14:tracePt t="16181" x="4470400" y="2527300"/>
          <p14:tracePt t="16197" x="4813300" y="2489200"/>
          <p14:tracePt t="16202" x="4940300" y="2476500"/>
          <p14:tracePt t="16215" x="5041900" y="2457450"/>
          <p14:tracePt t="16231" x="5245100" y="2438400"/>
          <p14:tracePt t="16246" x="5327650" y="2432050"/>
          <p14:tracePt t="16265" x="5378450" y="2425700"/>
          <p14:tracePt t="16279" x="5391150" y="2425700"/>
          <p14:tracePt t="16354" x="5397500" y="2425700"/>
          <p14:tracePt t="16366" x="5403850" y="2432050"/>
          <p14:tracePt t="16373" x="5422900" y="2444750"/>
          <p14:tracePt t="16385" x="5473700" y="2470150"/>
          <p14:tracePt t="16399" x="5499100" y="2489200"/>
          <p14:tracePt t="16413" x="5537200" y="2552700"/>
          <p14:tracePt t="16431" x="5530850" y="2616200"/>
          <p14:tracePt t="16610" x="5524500" y="2616200"/>
          <p14:tracePt t="16619" x="5511800" y="2616200"/>
          <p14:tracePt t="16640" x="5511800" y="2609850"/>
          <p14:tracePt t="16656" x="5461000" y="2590800"/>
          <p14:tracePt t="16663" x="5448300" y="2584450"/>
          <p14:tracePt t="16679" x="5429250" y="2559050"/>
          <p14:tracePt t="16697" x="5429250" y="2552700"/>
          <p14:tracePt t="16700" x="5429250" y="2546350"/>
          <p14:tracePt t="16712" x="5429250" y="2533650"/>
          <p14:tracePt t="16730" x="5435600" y="2520950"/>
          <p14:tracePt t="16747" x="5448300" y="2489200"/>
          <p14:tracePt t="16764" x="5448300" y="2470150"/>
          <p14:tracePt t="16780" x="5454650" y="2451100"/>
          <p14:tracePt t="16796" x="5461000" y="2438400"/>
          <p14:tracePt t="16812" x="5473700" y="2419350"/>
          <p14:tracePt t="16830" x="5492750" y="2400300"/>
          <p14:tracePt t="16847" x="5524500" y="2362200"/>
          <p14:tracePt t="16864" x="5543550" y="2336800"/>
          <p14:tracePt t="16880" x="5562600" y="2292350"/>
          <p14:tracePt t="16897" x="5581650" y="2266950"/>
          <p14:tracePt t="16913" x="5594350" y="2247900"/>
          <p14:tracePt t="16930" x="5600700" y="2228850"/>
          <p14:tracePt t="16948" x="5600700" y="2222500"/>
          <p14:tracePt t="16990" x="5600700" y="2216150"/>
          <p14:tracePt t="16998" x="5600700" y="2209800"/>
          <p14:tracePt t="17015" x="5594350" y="2203450"/>
          <p14:tracePt t="17033" x="5588000" y="2197100"/>
          <p14:tracePt t="17046" x="5581650" y="2184400"/>
          <p14:tracePt t="17062" x="5581650" y="2171700"/>
          <p14:tracePt t="17079" x="5568950" y="2165350"/>
          <p14:tracePt t="17099" x="5562600" y="2152650"/>
          <p14:tracePt t="17230" x="5562600" y="2146300"/>
          <p14:tracePt t="17242" x="5568950" y="2146300"/>
          <p14:tracePt t="17250" x="5575300" y="2139950"/>
          <p14:tracePt t="17265" x="5581650" y="2133600"/>
          <p14:tracePt t="17280" x="5588000" y="2133600"/>
          <p14:tracePt t="17301" x="5594350" y="2133600"/>
          <p14:tracePt t="17351" x="5594350" y="2127250"/>
          <p14:tracePt t="17382" x="5588000" y="2120900"/>
          <p14:tracePt t="17394" x="5581650" y="2120900"/>
          <p14:tracePt t="17405" x="5568950" y="2108200"/>
          <p14:tracePt t="17414" x="5556250" y="2101850"/>
          <p14:tracePt t="17431" x="5537200" y="2082800"/>
          <p14:tracePt t="17448" x="5511800" y="2063750"/>
          <p14:tracePt t="17463" x="5492750" y="2044700"/>
          <p14:tracePt t="17481" x="5461000" y="2019300"/>
          <p14:tracePt t="17496" x="5441950" y="2006600"/>
          <p14:tracePt t="17513" x="5422900" y="1987550"/>
          <p14:tracePt t="17530" x="5410200" y="1981200"/>
          <p14:tracePt t="17546" x="5403850" y="1974850"/>
          <p14:tracePt t="17563" x="5403850" y="1968500"/>
          <p14:tracePt t="17686" x="5403850" y="1962150"/>
          <p14:tracePt t="17707" x="5410200" y="1962150"/>
          <p14:tracePt t="17720" x="5410200" y="1955800"/>
          <p14:tracePt t="17730" x="5416550" y="1955800"/>
          <p14:tracePt t="17747" x="5422900" y="1943100"/>
          <p14:tracePt t="17763" x="5429250" y="1943100"/>
          <p14:tracePt t="17781" x="5435600" y="1936750"/>
          <p14:tracePt t="18059" x="5435600" y="1943100"/>
          <p14:tracePt t="18071" x="5435600" y="1949450"/>
          <p14:tracePt t="18094" x="5429250" y="1955800"/>
          <p14:tracePt t="18265" x="5435600" y="1955800"/>
          <p14:tracePt t="18277" x="5448300" y="1955800"/>
          <p14:tracePt t="18285" x="5454650" y="1955800"/>
          <p14:tracePt t="18300" x="5467350" y="1955800"/>
          <p14:tracePt t="18313" x="5499100" y="1949450"/>
          <p14:tracePt t="18331" x="5543550" y="1949450"/>
          <p14:tracePt t="18346" x="5588000" y="1949450"/>
          <p14:tracePt t="18363" x="5619750" y="1949450"/>
          <p14:tracePt t="18380" x="5638800" y="1949450"/>
          <p14:tracePt t="18397" x="5651500" y="1949450"/>
          <p14:tracePt t="18494" x="5645150" y="1949450"/>
          <p14:tracePt t="18505" x="5638800" y="1949450"/>
          <p14:tracePt t="18514" x="5619750" y="1955800"/>
          <p14:tracePt t="18530" x="5607050" y="1962150"/>
          <p14:tracePt t="18546" x="5581650" y="1968500"/>
          <p14:tracePt t="18563" x="5568950" y="1968500"/>
          <p14:tracePt t="18581" x="5556250" y="1968500"/>
          <p14:tracePt t="18649" x="5562600" y="1968500"/>
          <p14:tracePt t="18658" x="5575300" y="1968500"/>
          <p14:tracePt t="18679" x="5588000" y="1962150"/>
          <p14:tracePt t="18697" x="5600700" y="1955800"/>
          <p14:tracePt t="18716" x="5645150" y="1955800"/>
          <p14:tracePt t="18730" x="5746750" y="1943100"/>
          <p14:tracePt t="18747" x="5816600" y="1936750"/>
          <p14:tracePt t="18763" x="5880100" y="1936750"/>
          <p14:tracePt t="18780" x="5911850" y="1936750"/>
          <p14:tracePt t="18796" x="5924550" y="1936750"/>
          <p14:tracePt t="18871" x="5918200" y="1936750"/>
          <p14:tracePt t="18883" x="5905500" y="1943100"/>
          <p14:tracePt t="18898" x="5899150" y="1949450"/>
          <p14:tracePt t="18915" x="5886450" y="1955800"/>
          <p14:tracePt t="18932" x="5880100" y="1962150"/>
          <p14:tracePt t="18948" x="5873750" y="1962150"/>
          <p14:tracePt t="19137" x="5880100" y="1962150"/>
          <p14:tracePt t="19154" x="5886450" y="1962150"/>
          <p14:tracePt t="19175" x="5892800" y="1962150"/>
          <p14:tracePt t="19183" x="5899150" y="1962150"/>
          <p14:tracePt t="19203" x="5918200" y="1962150"/>
          <p14:tracePt t="19213" x="5937250" y="1962150"/>
          <p14:tracePt t="19231" x="5994400" y="1962150"/>
          <p14:tracePt t="19247" x="6076950" y="1962150"/>
          <p14:tracePt t="19264" x="6178550" y="1968500"/>
          <p14:tracePt t="19281" x="6311900" y="1987550"/>
          <p14:tracePt t="19297" x="6369050" y="2000250"/>
          <p14:tracePt t="19314" x="6407150" y="2000250"/>
          <p14:tracePt t="19331" x="6419850" y="2000250"/>
          <p14:tracePt t="19348" x="6432550" y="2000250"/>
          <p14:tracePt t="19463" x="6426200" y="2006600"/>
          <p14:tracePt t="19470" x="6419850" y="2006600"/>
          <p14:tracePt t="19479" x="6407150" y="2012950"/>
          <p14:tracePt t="19497" x="6381750" y="2025650"/>
          <p14:tracePt t="19513" x="6318250" y="2038350"/>
          <p14:tracePt t="19530" x="6248400" y="2057400"/>
          <p14:tracePt t="19546" x="6121400" y="2076450"/>
          <p14:tracePt t="19563" x="6026150" y="2089150"/>
          <p14:tracePt t="19580" x="5937250" y="2101850"/>
          <p14:tracePt t="19596" x="5854700" y="2114550"/>
          <p14:tracePt t="19613" x="5759450" y="2127250"/>
          <p14:tracePt t="19630" x="5651500" y="2152650"/>
          <p14:tracePt t="19646" x="5435600" y="2190750"/>
          <p14:tracePt t="19662" x="5264150" y="2216150"/>
          <p14:tracePt t="19679" x="5099050" y="2222500"/>
          <p14:tracePt t="19696" x="4972050" y="2222500"/>
          <p14:tracePt t="19712" x="4889500" y="2222500"/>
          <p14:tracePt t="19729" x="4832350" y="2222500"/>
          <p14:tracePt t="19745" x="4730750" y="2241550"/>
          <p14:tracePt t="19762" x="4641850" y="2254250"/>
          <p14:tracePt t="19779" x="4521200" y="2273300"/>
          <p14:tracePt t="19796" x="4356100" y="2298700"/>
          <p14:tracePt t="19812" x="4121150" y="2330450"/>
          <p14:tracePt t="19829" x="3911600" y="2355850"/>
          <p14:tracePt t="19846" x="3676650" y="2374900"/>
          <p14:tracePt t="19863" x="3556000" y="2393950"/>
          <p14:tracePt t="19879" x="3429000" y="2419350"/>
          <p14:tracePt t="19897" x="3276600" y="2432050"/>
          <p14:tracePt t="19912" x="3111500" y="2432050"/>
          <p14:tracePt t="19929" x="2997200" y="2432050"/>
          <p14:tracePt t="19945" x="2895600" y="2432050"/>
          <p14:tracePt t="19962" x="2774950" y="2432050"/>
          <p14:tracePt t="19979" x="2711450" y="2432050"/>
          <p14:tracePt t="19996" x="2660650" y="2432050"/>
          <p14:tracePt t="20012" x="2597150" y="2438400"/>
          <p14:tracePt t="20029" x="2527300" y="2444750"/>
          <p14:tracePt t="20045" x="2476500" y="2444750"/>
          <p14:tracePt t="20062" x="2444750" y="2444750"/>
          <p14:tracePt t="20102" x="2438400" y="2444750"/>
          <p14:tracePt t="20116" x="2425700" y="2444750"/>
          <p14:tracePt t="20130" x="2413000" y="2444750"/>
          <p14:tracePt t="20147" x="2374900" y="2444750"/>
          <p14:tracePt t="20163" x="2336800" y="2444750"/>
          <p14:tracePt t="20180" x="2305050" y="2457450"/>
          <p14:tracePt t="20197" x="2279650" y="2457450"/>
          <p14:tracePt t="20213" x="2247900" y="2470150"/>
          <p14:tracePt t="20229" x="2178050" y="2476500"/>
          <p14:tracePt t="20245" x="2089150" y="2482850"/>
          <p14:tracePt t="20262" x="2012950" y="2489200"/>
          <p14:tracePt t="20279" x="1930400" y="2489200"/>
          <p14:tracePt t="20295" x="1924050" y="2489200"/>
          <p14:tracePt t="20390" x="1917700" y="2489200"/>
          <p14:tracePt t="20398" x="1911350" y="2489200"/>
          <p14:tracePt t="20418" x="1905000" y="2489200"/>
          <p14:tracePt t="20465" x="1898650" y="2489200"/>
          <p14:tracePt t="20484" x="1892300" y="2489200"/>
          <p14:tracePt t="20492" x="1873250" y="2489200"/>
          <p14:tracePt t="20498" x="1860550" y="2489200"/>
          <p14:tracePt t="20512" x="1841500" y="2489200"/>
          <p14:tracePt t="20530" x="1822450" y="2489200"/>
          <p14:tracePt t="20545" x="1797050" y="2482850"/>
          <p14:tracePt t="20562" x="1784350" y="2482850"/>
          <p14:tracePt t="20596" x="1778000" y="2476500"/>
          <p14:tracePt t="20613" x="1765300" y="2476500"/>
          <p14:tracePt t="20630" x="1752600" y="2476500"/>
          <p14:tracePt t="20647" x="1727200" y="2476500"/>
          <p14:tracePt t="20663" x="1708150" y="2476500"/>
          <p14:tracePt t="20680" x="1695450" y="2470150"/>
          <p14:tracePt t="20697" x="1682750" y="2470150"/>
          <p14:tracePt t="20776" x="1689100" y="2463800"/>
          <p14:tracePt t="20784" x="1695450" y="2457450"/>
          <p14:tracePt t="20792" x="1701800" y="2451100"/>
          <p14:tracePt t="20800" x="1714500" y="2438400"/>
          <p14:tracePt t="20812" x="1720850" y="2438400"/>
          <p14:tracePt t="20830" x="1758950" y="2413000"/>
          <p14:tracePt t="20847" x="1854200" y="2393950"/>
          <p14:tracePt t="20863" x="1924050" y="2374900"/>
          <p14:tracePt t="20879" x="1993900" y="2374900"/>
          <p14:tracePt t="20895" x="2051050" y="2374900"/>
          <p14:tracePt t="20912" x="2089150" y="2374900"/>
          <p14:tracePt t="20929" x="2120900" y="2374900"/>
          <p14:tracePt t="20946" x="2171700" y="2374900"/>
          <p14:tracePt t="20962" x="2209800" y="2374900"/>
          <p14:tracePt t="20979" x="2247900" y="2374900"/>
          <p14:tracePt t="20995" x="2260600" y="2374900"/>
          <p14:tracePt t="21241" x="2266950" y="2374900"/>
          <p14:tracePt t="21247" x="2273300" y="2368550"/>
          <p14:tracePt t="21255" x="2286000" y="2362200"/>
          <p14:tracePt t="21262" x="2292350" y="2362200"/>
          <p14:tracePt t="21279" x="2305050" y="2362200"/>
          <p14:tracePt t="21295" x="2311400" y="2362200"/>
          <p14:tracePt t="21312" x="2324100" y="2362200"/>
          <p14:tracePt t="21329" x="2343150" y="2362200"/>
          <p14:tracePt t="21347" x="2355850" y="2362200"/>
          <p14:tracePt t="21363" x="2362200" y="2362200"/>
          <p14:tracePt t="21466" x="2368550" y="2362200"/>
          <p14:tracePt t="21480" x="2381250" y="2362200"/>
          <p14:tracePt t="21487" x="2387600" y="2362200"/>
          <p14:tracePt t="21495" x="2393950" y="2362200"/>
          <p14:tracePt t="21512" x="2419350" y="2362200"/>
          <p14:tracePt t="21529" x="2451100" y="2362200"/>
          <p14:tracePt t="21546" x="2508250" y="2362200"/>
          <p14:tracePt t="21562" x="2590800" y="2355850"/>
          <p14:tracePt t="21579" x="2730500" y="2336800"/>
          <p14:tracePt t="21596" x="2825750" y="2317750"/>
          <p14:tracePt t="21613" x="2901950" y="2298700"/>
          <p14:tracePt t="21630" x="2984500" y="2292350"/>
          <p14:tracePt t="21646" x="3041650" y="2279650"/>
          <p14:tracePt t="21663" x="3060700" y="2273300"/>
          <p14:tracePt t="21680" x="3079750" y="2260600"/>
          <p14:tracePt t="21697" x="3105150" y="2247900"/>
          <p14:tracePt t="21713" x="3117850" y="2247900"/>
          <p14:tracePt t="21881" x="3117850" y="2254250"/>
          <p14:tracePt t="21888" x="3124200" y="2254250"/>
          <p14:tracePt t="21899" x="3130550" y="2260600"/>
          <p14:tracePt t="21913" x="3155950" y="2279650"/>
          <p14:tracePt t="21930" x="3181350" y="2286000"/>
          <p14:tracePt t="21947" x="3200400" y="2298700"/>
          <p14:tracePt t="21962" x="3219450" y="2311400"/>
          <p14:tracePt t="21980" x="3244850" y="2317750"/>
          <p14:tracePt t="21996" x="3270250" y="2324100"/>
          <p14:tracePt t="22013" x="3276600" y="2324100"/>
          <p14:tracePt t="22030" x="3282950" y="2324100"/>
          <p14:tracePt t="22065" x="3289300" y="2324100"/>
          <p14:tracePt t="22089" x="3295650" y="2324100"/>
          <p14:tracePt t="22104" x="3302000" y="2324100"/>
          <p14:tracePt t="22118" x="3308350" y="2324100"/>
          <p14:tracePt t="22138" x="3314700" y="2324100"/>
          <p14:tracePt t="22292" x="3314700" y="2317750"/>
          <p14:tracePt t="22308" x="3321050" y="2317750"/>
          <p14:tracePt t="22328" x="3327400" y="2317750"/>
          <p14:tracePt t="22342" x="3340100" y="2317750"/>
          <p14:tracePt t="22350" x="3346450" y="2311400"/>
          <p14:tracePt t="22362" x="3352800" y="2311400"/>
          <p14:tracePt t="22380" x="3371850" y="2305050"/>
          <p14:tracePt t="22397" x="3409950" y="2292350"/>
          <p14:tracePt t="22414" x="3441700" y="2286000"/>
          <p14:tracePt t="22430" x="3486150" y="2286000"/>
          <p14:tracePt t="22446" x="3549650" y="2273300"/>
          <p14:tracePt t="22463" x="3619500" y="2266950"/>
          <p14:tracePt t="22479" x="3714750" y="2266950"/>
          <p14:tracePt t="22496" x="3822700" y="2266950"/>
          <p14:tracePt t="22512" x="3917950" y="2266950"/>
          <p14:tracePt t="22529" x="3987800" y="2266950"/>
          <p14:tracePt t="22546" x="4057650" y="2279650"/>
          <p14:tracePt t="22562" x="4121150" y="2286000"/>
          <p14:tracePt t="22579" x="4191000" y="2292350"/>
          <p14:tracePt t="22597" x="4273550" y="2311400"/>
          <p14:tracePt t="22613" x="4381500" y="2336800"/>
          <p14:tracePt t="22629" x="4445000" y="2355850"/>
          <p14:tracePt t="22647" x="4508500" y="2381250"/>
          <p14:tracePt t="22663" x="4578350" y="2400300"/>
          <p14:tracePt t="22680" x="4641850" y="2425700"/>
          <p14:tracePt t="22696" x="4711700" y="2451100"/>
          <p14:tracePt t="22699" x="4768850" y="2463800"/>
          <p14:tracePt t="22712" x="4864100" y="2470150"/>
          <p14:tracePt t="22730" x="4972050" y="2476500"/>
          <p14:tracePt t="22746" x="5080000" y="2476500"/>
          <p14:tracePt t="22762" x="5187950" y="2470150"/>
          <p14:tracePt t="22779" x="5264150" y="2451100"/>
          <p14:tracePt t="22795" x="5340350" y="2438400"/>
          <p14:tracePt t="22812" x="5403850" y="2419350"/>
          <p14:tracePt t="22830" x="5441950" y="2400300"/>
          <p14:tracePt t="22846" x="5473700" y="2381250"/>
          <p14:tracePt t="22863" x="5505450" y="2362200"/>
          <p14:tracePt t="22880" x="5549900" y="2343150"/>
          <p14:tracePt t="22897" x="5575300" y="2324100"/>
          <p14:tracePt t="22913" x="5600700" y="2305050"/>
          <p14:tracePt t="22930" x="5619750" y="2292350"/>
          <p14:tracePt t="22946" x="5626100" y="2292350"/>
          <p14:tracePt t="22963" x="5626100" y="2279650"/>
          <p14:tracePt t="22996" x="5619750" y="2273300"/>
          <p14:tracePt t="23012" x="5613400" y="2273300"/>
          <p14:tracePt t="23029" x="5594350" y="2266950"/>
          <p14:tracePt t="23046" x="5581650" y="2260600"/>
          <p14:tracePt t="23062" x="5562600" y="2247900"/>
          <p14:tracePt t="23080" x="5543550" y="2247900"/>
          <p14:tracePt t="23096" x="5492750" y="2247900"/>
          <p14:tracePt t="23113" x="5429250" y="2260600"/>
          <p14:tracePt t="23129" x="5359400" y="2286000"/>
          <p14:tracePt t="23146" x="5334000" y="2305050"/>
          <p14:tracePt t="23162" x="5321300" y="2324100"/>
          <p14:tracePt t="23179" x="5327650" y="2343150"/>
          <p14:tracePt t="23195" x="5365750" y="2355850"/>
          <p14:tracePt t="23212" x="5429250" y="2355850"/>
          <p14:tracePt t="23229" x="5499100" y="2349500"/>
          <p14:tracePt t="23246" x="5575300" y="2324100"/>
          <p14:tracePt t="23262" x="5632450" y="2298700"/>
          <p14:tracePt t="23279" x="5651500" y="2279650"/>
          <p14:tracePt t="23295" x="5657850" y="2228850"/>
          <p14:tracePt t="23312" x="5638800" y="2197100"/>
          <p14:tracePt t="23329" x="5613400" y="2171700"/>
          <p14:tracePt t="23346" x="5568950" y="2152650"/>
          <p14:tracePt t="23362" x="5499100" y="2146300"/>
          <p14:tracePt t="23379" x="5403850" y="2146300"/>
          <p14:tracePt t="23396" x="5257800" y="2178050"/>
          <p14:tracePt t="23412" x="5156200" y="2209800"/>
          <p14:tracePt t="23429" x="5092700" y="2247900"/>
          <p14:tracePt t="23446" x="5067300" y="2273300"/>
          <p14:tracePt t="23463" x="5067300" y="2292350"/>
          <p14:tracePt t="23479" x="5092700" y="2324100"/>
          <p14:tracePt t="23496" x="5162550" y="2355850"/>
          <p14:tracePt t="23512" x="5226050" y="2381250"/>
          <p14:tracePt t="23529" x="5295900" y="2381250"/>
          <p14:tracePt t="23546" x="5378450" y="2381250"/>
          <p14:tracePt t="23562" x="5448300" y="2362200"/>
          <p14:tracePt t="23579" x="5473700" y="2343150"/>
          <p14:tracePt t="23596" x="5492750" y="2317750"/>
          <p14:tracePt t="23612" x="5492750" y="2298700"/>
          <p14:tracePt t="23629" x="5473700" y="2286000"/>
          <p14:tracePt t="23646" x="5454650" y="2279650"/>
          <p14:tracePt t="23663" x="5435600" y="2279650"/>
          <p14:tracePt t="23679" x="5403850" y="2279650"/>
          <p14:tracePt t="23696" x="5321300" y="2286000"/>
          <p14:tracePt t="23714" x="5302250" y="2292350"/>
          <p14:tracePt t="23729" x="5289550" y="2298700"/>
          <p14:tracePt t="24294" x="5302250" y="2298700"/>
          <p14:tracePt t="24303" x="5340350" y="2292350"/>
          <p14:tracePt t="24312" x="5372100" y="2286000"/>
          <p14:tracePt t="24330" x="5486400" y="2279650"/>
          <p14:tracePt t="24346" x="5619750" y="2279650"/>
          <p14:tracePt t="24363" x="5797550" y="2279650"/>
          <p14:tracePt t="24379" x="6064250" y="2279650"/>
          <p14:tracePt t="24396" x="6318250" y="2279650"/>
          <p14:tracePt t="24413" x="6400800" y="2279650"/>
          <p14:tracePt t="24430" x="6477000" y="2266950"/>
          <p14:tracePt t="24446" x="6546850" y="2247900"/>
          <p14:tracePt t="24463" x="6616700" y="2235200"/>
          <p14:tracePt t="24479" x="6699250" y="2222500"/>
          <p14:tracePt t="24496" x="6813550" y="2197100"/>
          <p14:tracePt t="24512" x="6883400" y="2197100"/>
          <p14:tracePt t="24530" x="6953250" y="2197100"/>
          <p14:tracePt t="24546" x="7016750" y="2209800"/>
          <p14:tracePt t="24562" x="7086600" y="2235200"/>
          <p14:tracePt t="24579" x="7162800" y="2247900"/>
          <p14:tracePt t="24597" x="7270750" y="2286000"/>
          <p14:tracePt t="24613" x="7327900" y="2305050"/>
          <p14:tracePt t="24630" x="7353300" y="2324100"/>
          <p14:tracePt t="24647" x="7366000" y="2343150"/>
          <p14:tracePt t="24663" x="7366000" y="2362200"/>
          <p14:tracePt t="24679" x="7346950" y="2393950"/>
          <p14:tracePt t="24696" x="7194550" y="2470150"/>
          <p14:tracePt t="24713" x="6972300" y="2508250"/>
          <p14:tracePt t="24730" x="6578600" y="2546350"/>
          <p14:tracePt t="24747" x="6070600" y="2578100"/>
          <p14:tracePt t="24763" x="5346700" y="2603500"/>
          <p14:tracePt t="24779" x="4464050" y="2628900"/>
          <p14:tracePt t="24796" x="3359150" y="2679700"/>
          <p14:tracePt t="24812" x="2940050" y="2692400"/>
          <p14:tracePt t="24829" x="2673350" y="2711450"/>
          <p14:tracePt t="24847" x="2546350" y="2717800"/>
          <p14:tracePt t="24863" x="2470150" y="2736850"/>
          <p14:tracePt t="24879" x="2400300" y="2755900"/>
          <p14:tracePt t="24896" x="2254250" y="2794000"/>
          <p14:tracePt t="24912" x="2152650" y="2825750"/>
          <p14:tracePt t="24929" x="2051050" y="2838450"/>
          <p14:tracePt t="24945" x="1968500" y="2863850"/>
          <p14:tracePt t="24962" x="1879600" y="2889250"/>
          <p14:tracePt t="24979" x="1790700" y="2914650"/>
          <p14:tracePt t="24996" x="1600200" y="2946400"/>
          <p14:tracePt t="25012" x="1460500" y="2959100"/>
          <p14:tracePt t="25030" x="1384300" y="2959100"/>
          <p14:tracePt t="25046" x="1358900" y="2965450"/>
          <p14:tracePt t="25083" x="1358900" y="2959100"/>
          <p14:tracePt t="25097" x="1365250" y="2946400"/>
          <p14:tracePt t="25113" x="1365250" y="2933700"/>
          <p14:tracePt t="25130" x="1365250" y="2921000"/>
          <p14:tracePt t="25146" x="1365250" y="2914650"/>
          <p14:tracePt t="25162" x="1365250" y="2901950"/>
          <p14:tracePt t="25180" x="1358900" y="2882900"/>
          <p14:tracePt t="25196" x="1358900" y="2863850"/>
          <p14:tracePt t="25214" x="1358900" y="2851150"/>
          <p14:tracePt t="25230" x="1358900" y="2832100"/>
          <p14:tracePt t="25247" x="1358900" y="2819400"/>
          <p14:tracePt t="25264" x="1358900" y="2800350"/>
          <p14:tracePt t="25279" x="1365250" y="2787650"/>
          <p14:tracePt t="25296" x="1377950" y="2774950"/>
          <p14:tracePt t="25312" x="1384300" y="2768600"/>
          <p14:tracePt t="25452" x="1384300" y="2762250"/>
          <p14:tracePt t="25460" x="1397000" y="2762250"/>
          <p14:tracePt t="25466" x="1403350" y="2755900"/>
          <p14:tracePt t="25479" x="1409700" y="2749550"/>
          <p14:tracePt t="25496" x="1422400" y="2743200"/>
          <p14:tracePt t="25512" x="1447800" y="2730500"/>
          <p14:tracePt t="25529" x="1485900" y="2717800"/>
          <p14:tracePt t="25546" x="1536700" y="2705100"/>
          <p14:tracePt t="25562" x="1612900" y="2698750"/>
          <p14:tracePt t="25579" x="1701800" y="2686050"/>
          <p14:tracePt t="25596" x="1803400" y="2679700"/>
          <p14:tracePt t="25613" x="1924050" y="2667000"/>
          <p14:tracePt t="25629" x="2070100" y="2660650"/>
          <p14:tracePt t="25646" x="2146300" y="2660650"/>
          <p14:tracePt t="25663" x="2178050" y="2660650"/>
          <p14:tracePt t="25679" x="2190750" y="2654300"/>
          <p14:tracePt t="25712" x="2190750" y="2647950"/>
          <p14:tracePt t="25737" x="2190750" y="2641600"/>
          <p14:tracePt t="25746" x="2184400" y="2641600"/>
          <p14:tracePt t="25762" x="2178050" y="2635250"/>
          <p14:tracePt t="25779" x="2159000" y="2628900"/>
          <p14:tracePt t="25796" x="2108200" y="2628900"/>
          <p14:tracePt t="25812" x="2032000" y="2628900"/>
          <p14:tracePt t="25829" x="1936750" y="2622550"/>
          <p14:tracePt t="25847" x="1790700" y="2609850"/>
          <p14:tracePt t="25863" x="1739900" y="2609850"/>
          <p14:tracePt t="25880" x="1733550" y="2609850"/>
          <p14:tracePt t="25896" x="1727200" y="2609850"/>
          <p14:tracePt t="25977" x="1720850" y="2609850"/>
          <p14:tracePt t="25984" x="1720850" y="2616200"/>
          <p14:tracePt t="25992" x="1720850" y="2622550"/>
          <p14:tracePt t="25998" x="1720850" y="2628900"/>
          <p14:tracePt t="26057" x="1727200" y="2628900"/>
          <p14:tracePt t="26073" x="1739900" y="2628900"/>
          <p14:tracePt t="26081" x="1746250" y="2622550"/>
          <p14:tracePt t="26088" x="1752600" y="2616200"/>
          <p14:tracePt t="26098" x="1765300" y="2603500"/>
          <p14:tracePt t="26113" x="1771650" y="2597150"/>
          <p14:tracePt t="26130" x="1771650" y="2584450"/>
          <p14:tracePt t="26147" x="1771650" y="2565400"/>
          <p14:tracePt t="26164" x="1771650" y="2546350"/>
          <p14:tracePt t="26179" x="1758950" y="2533650"/>
          <p14:tracePt t="26197" x="1746250" y="2508250"/>
          <p14:tracePt t="26213" x="1733550" y="2501900"/>
          <p14:tracePt t="26229" x="1720850" y="2501900"/>
          <p14:tracePt t="26246" x="1708150" y="2495550"/>
          <p14:tracePt t="26263" x="1689100" y="2495550"/>
          <p14:tracePt t="26280" x="1670050" y="2495550"/>
          <p14:tracePt t="26296" x="1663700" y="2501900"/>
          <p14:tracePt t="26312" x="1657350" y="2501900"/>
          <p14:tracePt t="26354" x="1657350" y="2508250"/>
          <p14:tracePt t="26420" x="1663700" y="2501900"/>
          <p14:tracePt t="26428" x="1663700" y="2495550"/>
          <p14:tracePt t="26434" x="1663700" y="2489200"/>
          <p14:tracePt t="26446" x="1663700" y="2476500"/>
          <p14:tracePt t="26462" x="1663700" y="2438400"/>
          <p14:tracePt t="26479" x="1644650" y="2406650"/>
          <p14:tracePt t="26496" x="1562100" y="2336800"/>
          <p14:tracePt t="26512" x="1492250" y="2292350"/>
          <p14:tracePt t="26529" x="1441450" y="2266950"/>
          <p14:tracePt t="26546" x="1422400" y="2254250"/>
          <p14:tracePt t="26562" x="1409700" y="2247900"/>
          <p14:tracePt t="26666" x="1409700" y="2241550"/>
          <p14:tracePt t="26675" x="1416050" y="2235200"/>
          <p14:tracePt t="26682" x="1454150" y="2222500"/>
          <p14:tracePt t="26696" x="1498600" y="2203450"/>
          <p14:tracePt t="26712" x="1714500" y="2159000"/>
          <p14:tracePt t="26729" x="1835150" y="2146300"/>
          <p14:tracePt t="26746" x="1917700" y="2139950"/>
          <p14:tracePt t="26762" x="2000250" y="2139950"/>
          <p14:tracePt t="26779" x="2051050" y="2146300"/>
          <p14:tracePt t="26796" x="2089150" y="2165350"/>
          <p14:tracePt t="26812" x="2178050" y="2197100"/>
          <p14:tracePt t="26829" x="2254250" y="2222500"/>
          <p14:tracePt t="26846" x="2317750" y="2247900"/>
          <p14:tracePt t="26863" x="2343150" y="2260600"/>
          <p14:tracePt t="26880" x="2349500" y="2266950"/>
          <p14:tracePt t="26896" x="2349500" y="2273300"/>
          <p14:tracePt t="26913" x="2336800" y="2286000"/>
          <p14:tracePt t="26929" x="2317750" y="2298700"/>
          <p14:tracePt t="26946" x="2292350" y="2317750"/>
          <p14:tracePt t="26964" x="2222500" y="2330450"/>
          <p14:tracePt t="26979" x="2076450" y="2336800"/>
          <p14:tracePt t="26996" x="2000250" y="2311400"/>
          <p14:tracePt t="27013" x="1981200" y="2298700"/>
          <p14:tracePt t="27029" x="1981200" y="2273300"/>
          <p14:tracePt t="27046" x="1993900" y="2247900"/>
          <p14:tracePt t="27062" x="2032000" y="2228850"/>
          <p14:tracePt t="27079" x="2082800" y="2209800"/>
          <p14:tracePt t="27097" x="2171700" y="2197100"/>
          <p14:tracePt t="27113" x="2235200" y="2216150"/>
          <p14:tracePt t="27130" x="2292350" y="2273300"/>
          <p14:tracePt t="27146" x="2311400" y="2336800"/>
          <p14:tracePt t="27163" x="2311400" y="2393950"/>
          <p14:tracePt t="27179" x="2292350" y="2444750"/>
          <p14:tracePt t="27197" x="2171700" y="2501900"/>
          <p14:tracePt t="27213" x="2051050" y="2520950"/>
          <p14:tracePt t="27230" x="1955800" y="2520950"/>
          <p14:tracePt t="27247" x="1905000" y="2501900"/>
          <p14:tracePt t="27263" x="1879600" y="2482850"/>
          <p14:tracePt t="27280" x="1873250" y="2425700"/>
          <p14:tracePt t="27296" x="1911350" y="2349500"/>
          <p14:tracePt t="27313" x="2000250" y="2311400"/>
          <p14:tracePt t="27329" x="2139950" y="2279650"/>
          <p14:tracePt t="27346" x="2286000" y="2273300"/>
          <p14:tracePt t="27363" x="2343150" y="2292350"/>
          <p14:tracePt t="27380" x="2355850" y="2305050"/>
          <p14:tracePt t="27397" x="2343150" y="2343150"/>
          <p14:tracePt t="27413" x="2298700" y="2374900"/>
          <p14:tracePt t="27429" x="2222500" y="2400300"/>
          <p14:tracePt t="27447" x="2152650" y="2425700"/>
          <p14:tracePt t="27463" x="2101850" y="2425700"/>
          <p14:tracePt t="27480" x="2082800" y="2425700"/>
          <p14:tracePt t="27496" x="2063750" y="2368550"/>
          <p14:tracePt t="27512" x="2063750" y="2298700"/>
          <p14:tracePt t="27529" x="2095500" y="2228850"/>
          <p14:tracePt t="27546" x="2184400" y="2178050"/>
          <p14:tracePt t="27562" x="2292350" y="2159000"/>
          <p14:tracePt t="27579" x="2381250" y="2165350"/>
          <p14:tracePt t="27596" x="2438400" y="2241550"/>
          <p14:tracePt t="27612" x="2463800" y="2317750"/>
          <p14:tracePt t="27629" x="2457450" y="2387600"/>
          <p14:tracePt t="27646" x="2425700" y="2463800"/>
          <p14:tracePt t="27662" x="2349500" y="2514600"/>
          <p14:tracePt t="27680" x="2260600" y="2533650"/>
          <p14:tracePt t="27696" x="2152650" y="2514600"/>
          <p14:tracePt t="27712" x="2127250" y="2463800"/>
          <p14:tracePt t="27729" x="2120900" y="2381250"/>
          <p14:tracePt t="27746" x="2178050" y="2305050"/>
          <p14:tracePt t="27762" x="2292350" y="2222500"/>
          <p14:tracePt t="27779" x="2444750" y="2171700"/>
          <p14:tracePt t="27796" x="2609850" y="2159000"/>
          <p14:tracePt t="27812" x="2622550" y="2171700"/>
          <p14:tracePt t="27830" x="2616200" y="2197100"/>
          <p14:tracePt t="27846" x="2578100" y="2228850"/>
          <p14:tracePt t="27863" x="2508250" y="2273300"/>
          <p14:tracePt t="27879" x="2425700" y="2311400"/>
          <p14:tracePt t="27897" x="2381250" y="2336800"/>
          <p14:tracePt t="27941" x="2387600" y="2330450"/>
          <p14:tracePt t="27947" x="2393950" y="2324100"/>
          <p14:tracePt t="27962" x="2393950" y="2317750"/>
          <p14:tracePt t="28213" x="2393950" y="2324100"/>
          <p14:tracePt t="28229" x="2393950" y="2330450"/>
          <p14:tracePt t="28237" x="2393950" y="2336800"/>
          <p14:tracePt t="28246" x="2387600" y="2336800"/>
          <p14:tracePt t="28262" x="2381250" y="2343150"/>
          <p14:tracePt t="28279" x="2381250" y="2349500"/>
          <p14:tracePt t="28310" x="2387600" y="2349500"/>
          <p14:tracePt t="28318" x="2400300" y="2336800"/>
          <p14:tracePt t="28330" x="2432050" y="2324100"/>
          <p14:tracePt t="28346" x="2482850" y="2286000"/>
          <p14:tracePt t="28363" x="2546350" y="2254250"/>
          <p14:tracePt t="28379" x="2647950" y="2209800"/>
          <p14:tracePt t="28397" x="2730500" y="2184400"/>
          <p14:tracePt t="28413" x="2832100" y="2159000"/>
          <p14:tracePt t="28430" x="2965450" y="2139950"/>
          <p14:tracePt t="28446" x="3117850" y="2133600"/>
          <p14:tracePt t="28464" x="3251200" y="2133600"/>
          <p14:tracePt t="28480" x="3397250" y="2139950"/>
          <p14:tracePt t="28496" x="3460750" y="2146300"/>
          <p14:tracePt t="28512" x="3486150" y="2159000"/>
          <p14:tracePt t="28530" x="3498850" y="2159000"/>
          <p14:tracePt t="28546" x="3505200" y="2165350"/>
          <p14:tracePt t="28562" x="3524250" y="2171700"/>
          <p14:tracePt t="28580" x="3562350" y="2178050"/>
          <p14:tracePt t="28596" x="3600450" y="2178050"/>
          <p14:tracePt t="28613" x="3632200" y="2184400"/>
          <p14:tracePt t="28630" x="3644900" y="2184400"/>
          <p14:tracePt t="28646" x="3663950" y="2184400"/>
          <p14:tracePt t="28664" x="3683000" y="2184400"/>
          <p14:tracePt t="28680" x="3714750" y="2165350"/>
          <p14:tracePt t="28696" x="3822700" y="2133600"/>
          <p14:tracePt t="28713" x="3917950" y="2114550"/>
          <p14:tracePt t="28730" x="4000500" y="2089150"/>
          <p14:tracePt t="28746" x="4070350" y="2076450"/>
          <p14:tracePt t="28763" x="4121150" y="2063750"/>
          <p14:tracePt t="28780" x="4152900" y="2057400"/>
          <p14:tracePt t="28838" x="4159250" y="2070100"/>
          <p14:tracePt t="28847" x="4159250" y="2082800"/>
          <p14:tracePt t="28854" x="4159250" y="2095500"/>
          <p14:tracePt t="28862" x="4146550" y="2114550"/>
          <p14:tracePt t="28879" x="4108450" y="2190750"/>
          <p14:tracePt t="28896" x="4000500" y="2273300"/>
          <p14:tracePt t="28912" x="3879850" y="2336800"/>
          <p14:tracePt t="28930" x="3689350" y="2387600"/>
          <p14:tracePt t="28946" x="3632200" y="2387600"/>
          <p14:tracePt t="28963" x="3625850" y="2387600"/>
          <p14:tracePt t="28997" x="3619500" y="2387600"/>
          <p14:tracePt t="29012" x="3613150" y="2374900"/>
          <p14:tracePt t="29029" x="3594100" y="2368550"/>
          <p14:tracePt t="29046" x="3581400" y="2368550"/>
          <p14:tracePt t="29062" x="3575050" y="2368550"/>
          <p14:tracePt t="29079" x="3562350" y="2374900"/>
          <p14:tracePt t="29096" x="3543300" y="2406650"/>
          <p14:tracePt t="29113" x="3543300" y="2413000"/>
          <p14:tracePt t="29146" x="3568700" y="2419350"/>
          <p14:tracePt t="29162" x="3644900" y="2419350"/>
          <p14:tracePt t="29179" x="3752850" y="2400300"/>
          <p14:tracePt t="29196" x="3898900" y="2387600"/>
          <p14:tracePt t="29212" x="4013200" y="2381250"/>
          <p14:tracePt t="29229" x="4102100" y="2374900"/>
          <p14:tracePt t="29246" x="4203700" y="2374900"/>
          <p14:tracePt t="29263" x="4210050" y="2374900"/>
          <p14:tracePt t="29305" x="4197350" y="2381250"/>
          <p14:tracePt t="29312" x="4184650" y="2393950"/>
          <p14:tracePt t="29330" x="4140200" y="2413000"/>
          <p14:tracePt t="29346" x="4070350" y="2438400"/>
          <p14:tracePt t="29364" x="3962400" y="2463800"/>
          <p14:tracePt t="29380" x="3905250" y="2470150"/>
          <p14:tracePt t="29397" x="3886200" y="2470150"/>
          <p14:tracePt t="29429" x="3892550" y="2463800"/>
          <p14:tracePt t="29447" x="3911600" y="2438400"/>
          <p14:tracePt t="29465" x="3924300" y="2432050"/>
          <p14:tracePt t="29481" x="3943350" y="2419350"/>
          <p14:tracePt t="29496" x="3962400" y="2413000"/>
          <p14:tracePt t="29513" x="4000500" y="2413000"/>
          <p14:tracePt t="29529" x="4051300" y="2413000"/>
          <p14:tracePt t="29546" x="4127500" y="2419350"/>
          <p14:tracePt t="29563" x="4248150" y="2425700"/>
          <p14:tracePt t="29581" x="4349750" y="2425700"/>
          <p14:tracePt t="29598" x="4438650" y="2425700"/>
          <p14:tracePt t="29614" x="4489450" y="2419350"/>
          <p14:tracePt t="29631" x="4508500" y="2406650"/>
          <p14:tracePt t="29649" x="4514850" y="2400300"/>
          <p14:tracePt t="29664" x="4514850" y="2393950"/>
          <p14:tracePt t="29680" x="4514850" y="2387600"/>
          <p14:tracePt t="29735" x="4508500" y="2387600"/>
          <p14:tracePt t="29747" x="4502150" y="2387600"/>
          <p14:tracePt t="29789" x="4495800" y="2387600"/>
          <p14:tracePt t="30276" x="4495800" y="2381250"/>
          <p14:tracePt t="30291" x="4495800" y="2374900"/>
          <p14:tracePt t="30309" x="4502150" y="2368550"/>
          <p14:tracePt t="30324" x="4508500" y="2368550"/>
          <p14:tracePt t="30338" x="4508500" y="2362200"/>
          <p14:tracePt t="30515" x="4508500" y="2368550"/>
          <p14:tracePt t="30527" x="4514850" y="2368550"/>
          <p14:tracePt t="30590" x="4514850" y="2362200"/>
          <p14:tracePt t="30824" x="4508500" y="2362200"/>
          <p14:tracePt t="31234" x="4508500" y="2355850"/>
          <p14:tracePt t="31244" x="4508500" y="2349500"/>
          <p14:tracePt t="31258" x="4508500" y="2343150"/>
          <p14:tracePt t="31276" x="4508500" y="2336800"/>
          <p14:tracePt t="31292" x="4508500" y="2330450"/>
          <p14:tracePt t="31307" x="4508500" y="2324100"/>
          <p14:tracePt t="31322" x="4508500" y="2317750"/>
          <p14:tracePt t="31420" x="4502150" y="2324100"/>
          <p14:tracePt t="31451" x="4502150" y="2330450"/>
          <p14:tracePt t="31645" x="4502150" y="2324100"/>
          <p14:tracePt t="31774" x="4502150" y="2317750"/>
          <p14:tracePt t="32020" x="4495800" y="2324100"/>
          <p14:tracePt t="32035" x="4489450" y="2330450"/>
          <p14:tracePt t="32819" x="4489450" y="2324100"/>
          <p14:tracePt t="32900" x="4489450" y="2330450"/>
          <p14:tracePt t="32923" x="4483100" y="2330450"/>
          <p14:tracePt t="32937" x="4476750" y="2330450"/>
          <p14:tracePt t="32951" x="4470400" y="2336800"/>
          <p14:tracePt t="32973" x="4457700" y="2343150"/>
          <p14:tracePt t="32979" x="4457700" y="2349500"/>
          <p14:tracePt t="33010" x="4451350" y="2349500"/>
          <p14:tracePt t="34149" x="4445000" y="2349500"/>
          <p14:tracePt t="34161" x="4438650" y="2343150"/>
          <p14:tracePt t="34176" x="4425950" y="2336800"/>
          <p14:tracePt t="34271" x="4425950" y="2330450"/>
          <p14:tracePt t="34427" x="4419600" y="2330450"/>
          <p14:tracePt t="34438" x="4343400" y="2336800"/>
          <p14:tracePt t="34449" x="4260850" y="2349500"/>
          <p14:tracePt t="34463" x="4032250" y="2374900"/>
          <p14:tracePt t="34480" x="3689350" y="2406650"/>
          <p14:tracePt t="34497" x="3321050" y="2425700"/>
          <p14:tracePt t="34513" x="3028950" y="2463800"/>
          <p14:tracePt t="34531" x="2724150" y="2508250"/>
          <p14:tracePt t="34547" x="2578100" y="2533650"/>
          <p14:tracePt t="34564" x="2489200" y="2552700"/>
          <p14:tracePt t="34582" x="2419350" y="2578100"/>
          <p14:tracePt t="34598" x="2336800" y="2609850"/>
          <p14:tracePt t="34616" x="2228850" y="2647950"/>
          <p14:tracePt t="34632" x="2133600" y="2686050"/>
          <p14:tracePt t="34648" x="1993900" y="2749550"/>
          <p14:tracePt t="34666" x="1911350" y="2787650"/>
          <p14:tracePt t="34683" x="1835150" y="2813050"/>
          <p14:tracePt t="34697" x="1752600" y="2863850"/>
          <p14:tracePt t="34702" x="1714500" y="2882900"/>
          <p14:tracePt t="34715" x="1670050" y="2914650"/>
          <p14:tracePt t="34730" x="1568450" y="2959100"/>
          <p14:tracePt t="34746" x="1428750" y="2990850"/>
          <p14:tracePt t="34763" x="1384300" y="2990850"/>
          <p14:tracePt t="34780" x="1371600" y="2990850"/>
          <p14:tracePt t="34824" x="1371600" y="2997200"/>
          <p14:tracePt t="34838" x="1365250" y="3003550"/>
          <p14:tracePt t="34848" x="1333500" y="3016250"/>
          <p14:tracePt t="34865" x="1276350" y="3035300"/>
          <p14:tracePt t="34882" x="1225550" y="3060700"/>
          <p14:tracePt t="34899" x="1206500" y="3073400"/>
          <p14:tracePt t="34915" x="1187450" y="3098800"/>
          <p14:tracePt t="34930" x="1168400" y="3117850"/>
          <p14:tracePt t="34949" x="1149350" y="3136900"/>
          <p14:tracePt t="34964" x="1117600" y="3162300"/>
          <p14:tracePt t="34981" x="1079500" y="3181350"/>
          <p14:tracePt t="34997" x="1047750" y="3200400"/>
          <p14:tracePt t="35013" x="1028700" y="3219450"/>
          <p14:tracePt t="35055" x="1022350" y="3219450"/>
          <p14:tracePt t="35068" x="1009650" y="3225800"/>
          <p14:tracePt t="35082" x="1003300" y="3225800"/>
          <p14:tracePt t="35098" x="990600" y="3225800"/>
          <p14:tracePt t="35115" x="984250" y="3232150"/>
          <p14:tracePt t="35132" x="971550" y="3238500"/>
          <p14:tracePt t="35147" x="958850" y="3244850"/>
          <p14:tracePt t="35164" x="939800" y="3244850"/>
          <p14:tracePt t="35181" x="914400" y="3251200"/>
          <p14:tracePt t="35198" x="901700" y="3251200"/>
          <p14:tracePt t="35207" x="895350" y="3251200"/>
          <p14:tracePt t="35221" x="889000" y="3251200"/>
          <p14:tracePt t="35356" x="901700" y="3251200"/>
          <p14:tracePt t="35367" x="914400" y="3238500"/>
          <p14:tracePt t="35382" x="933450" y="3232150"/>
          <p14:tracePt t="35398" x="946150" y="3219450"/>
          <p14:tracePt t="35415" x="958850" y="3219450"/>
          <p14:tracePt t="35430" x="971550" y="3213100"/>
          <p14:tracePt t="35448" x="990600" y="3213100"/>
          <p14:tracePt t="35465" x="1016000" y="3213100"/>
          <p14:tracePt t="35482" x="1041400" y="3213100"/>
          <p14:tracePt t="35498" x="1066800" y="3213100"/>
          <p14:tracePt t="35516" x="1092200" y="3213100"/>
          <p14:tracePt t="35530" x="1123950" y="3219450"/>
          <p14:tracePt t="35549" x="1174750" y="3232150"/>
          <p14:tracePt t="35565" x="1231900" y="3244850"/>
          <p14:tracePt t="35582" x="1263650" y="3244850"/>
          <p14:tracePt t="35598" x="1276350" y="3251200"/>
          <p14:tracePt t="35616" x="1295400" y="3251200"/>
          <p14:tracePt t="35632" x="1308100" y="3251200"/>
          <p14:tracePt t="35647" x="1333500" y="3244850"/>
          <p14:tracePt t="35665" x="1397000" y="3238500"/>
          <p14:tracePt t="35681" x="1549400" y="3219450"/>
          <p14:tracePt t="35698" x="1651000" y="3219450"/>
          <p14:tracePt t="35708" x="1695450" y="3213100"/>
          <p14:tracePt t="35716" x="1733550" y="3206750"/>
          <p14:tracePt t="35732" x="1784350" y="3206750"/>
          <p14:tracePt t="35746" x="1803400" y="3200400"/>
          <p14:tracePt t="35763" x="1809750" y="3200400"/>
          <p14:tracePt t="35799" x="1816100" y="3194050"/>
          <p14:tracePt t="35813" x="1822450" y="3194050"/>
          <p14:tracePt t="35830" x="1892300" y="3194050"/>
          <p14:tracePt t="35847" x="1962150" y="3200400"/>
          <p14:tracePt t="35864" x="1993900" y="3206750"/>
          <p14:tracePt t="35881" x="2019300" y="3213100"/>
          <p14:tracePt t="35968" x="2019300" y="3219450"/>
          <p14:tracePt t="35982" x="2006600" y="3225800"/>
          <p14:tracePt t="35997" x="2000250" y="3225800"/>
          <p14:tracePt t="36030" x="1993900" y="3232150"/>
          <p14:tracePt t="36047" x="1981200" y="3232150"/>
          <p14:tracePt t="36063" x="1968500" y="3232150"/>
          <p14:tracePt t="36082" x="1936750" y="3232150"/>
          <p14:tracePt t="36099" x="1841500" y="3232150"/>
          <p14:tracePt t="36115" x="1784350" y="3225800"/>
          <p14:tracePt t="36132" x="1727200" y="3225800"/>
          <p14:tracePt t="36147" x="1663700" y="3219450"/>
          <p14:tracePt t="36166" x="1606550" y="3219450"/>
          <p14:tracePt t="36180" x="1568450" y="3213100"/>
          <p14:tracePt t="36199" x="1530350" y="3213100"/>
          <p14:tracePt t="36206" x="1517650" y="3213100"/>
          <p14:tracePt t="36216" x="1511300" y="3213100"/>
          <p14:tracePt t="36231" x="1492250" y="3213100"/>
          <p14:tracePt t="36248" x="1479550" y="3213100"/>
          <p14:tracePt t="36264" x="1460500" y="3213100"/>
          <p14:tracePt t="36280" x="1441450" y="3213100"/>
          <p14:tracePt t="36298" x="1416050" y="3213100"/>
          <p14:tracePt t="36314" x="1397000" y="3206750"/>
          <p14:tracePt t="36332" x="1384300" y="3206750"/>
          <p14:tracePt t="36348" x="1371600" y="3206750"/>
          <p14:tracePt t="36365" x="1358900" y="3206750"/>
          <p14:tracePt t="36382" x="1352550" y="3206750"/>
          <p14:tracePt t="36399" x="1339850" y="3206750"/>
          <p14:tracePt t="36416" x="1320800" y="3206750"/>
          <p14:tracePt t="36431" x="1308100" y="3206750"/>
          <p14:tracePt t="36448" x="1289050" y="3206750"/>
          <p14:tracePt t="36464" x="1270000" y="3206750"/>
          <p14:tracePt t="36482" x="1257300" y="3206750"/>
          <p14:tracePt t="36497" x="1257300" y="3213100"/>
          <p14:tracePt t="36515" x="1276350" y="3213100"/>
          <p14:tracePt t="36530" x="1308100" y="3213100"/>
          <p14:tracePt t="36548" x="1371600" y="3213100"/>
          <p14:tracePt t="36563" x="1441450" y="3213100"/>
          <p14:tracePt t="36581" x="1466850" y="3213100"/>
          <p14:tracePt t="36599" x="1466850" y="3206750"/>
          <p14:tracePt t="36616" x="1466850" y="3200400"/>
          <p14:tracePt t="36670" x="1466850" y="3194050"/>
          <p14:tracePt t="36704" x="1460500" y="3194050"/>
          <p14:tracePt t="36722" x="1454150" y="3194050"/>
          <p14:tracePt t="36765" x="1447800" y="3194050"/>
          <p14:tracePt t="40250" x="1447800" y="3187700"/>
          <p14:tracePt t="40258" x="1454150" y="3187700"/>
          <p14:tracePt t="40266" x="1485900" y="3181350"/>
          <p14:tracePt t="40281" x="1562100" y="3162300"/>
          <p14:tracePt t="40296" x="1682750" y="3130550"/>
          <p14:tracePt t="40313" x="1892300" y="3105150"/>
          <p14:tracePt t="40332" x="2247900" y="3060700"/>
          <p14:tracePt t="40347" x="2628900" y="3022600"/>
          <p14:tracePt t="40366" x="3028950" y="2978150"/>
          <p14:tracePt t="40381" x="3194050" y="2959100"/>
          <p14:tracePt t="40399" x="3302000" y="2940050"/>
          <p14:tracePt t="40416" x="3384550" y="2921000"/>
          <p14:tracePt t="40430" x="3448050" y="2914650"/>
          <p14:tracePt t="40448" x="3517900" y="2908300"/>
          <p14:tracePt t="40466" x="3644900" y="2908300"/>
          <p14:tracePt t="40482" x="3733800" y="2914650"/>
          <p14:tracePt t="40496" x="3835400" y="2914650"/>
          <p14:tracePt t="40513" x="3943350" y="2914650"/>
          <p14:tracePt t="40530" x="4044950" y="2914650"/>
          <p14:tracePt t="40549" x="4140200" y="2914650"/>
          <p14:tracePt t="40566" x="4292600" y="2914650"/>
          <p14:tracePt t="40582" x="4387850" y="2914650"/>
          <p14:tracePt t="40599" x="4464050" y="2921000"/>
          <p14:tracePt t="40615" x="4502150" y="2927350"/>
          <p14:tracePt t="40631" x="4502150" y="2940050"/>
          <p14:tracePt t="40649" x="4502150" y="2946400"/>
          <p14:tracePt t="40665" x="4521200" y="2946400"/>
          <p14:tracePt t="40680" x="4597400" y="2959100"/>
          <p14:tracePt t="40698" x="4711700" y="2971800"/>
          <p14:tracePt t="40701" x="4768850" y="2978150"/>
          <p14:tracePt t="40714" x="4895850" y="3003550"/>
          <p14:tracePt t="40730" x="4965700" y="3009900"/>
          <p14:tracePt t="40747" x="5118100" y="3016250"/>
          <p14:tracePt t="40764" x="5175250" y="3016250"/>
          <p14:tracePt t="40780" x="5200650" y="3016250"/>
          <p14:tracePt t="40797" x="5232400" y="3016250"/>
          <p14:tracePt t="40816" x="5314950" y="3009900"/>
          <p14:tracePt t="40832" x="5384800" y="3003550"/>
          <p14:tracePt t="40849" x="5486400" y="3003550"/>
          <p14:tracePt t="40865" x="5613400" y="3003550"/>
          <p14:tracePt t="40881" x="5721350" y="3003550"/>
          <p14:tracePt t="40899" x="5816600" y="3003550"/>
          <p14:tracePt t="40915" x="5892800" y="3003550"/>
          <p14:tracePt t="40932" x="5949950" y="3003550"/>
          <p14:tracePt t="40948" x="5969000" y="3003550"/>
          <p14:tracePt t="40964" x="5994400" y="2997200"/>
          <p14:tracePt t="40981" x="6032500" y="2997200"/>
          <p14:tracePt t="40996" x="6070600" y="3003550"/>
          <p14:tracePt t="41013" x="6089650" y="3009900"/>
          <p14:tracePt t="41030" x="6115050" y="3022600"/>
          <p14:tracePt t="41047" x="6127750" y="3028950"/>
          <p14:tracePt t="41082" x="6134100" y="3028950"/>
          <p14:tracePt t="41103" x="6140450" y="3028950"/>
          <p14:tracePt t="41229" x="6134100" y="3035300"/>
          <p14:tracePt t="41238" x="6127750" y="3035300"/>
          <p14:tracePt t="41249" x="6115050" y="3035300"/>
          <p14:tracePt t="41264" x="6102350" y="3035300"/>
          <p14:tracePt t="41281" x="6083300" y="3035300"/>
          <p14:tracePt t="41299" x="6064250" y="3035300"/>
          <p14:tracePt t="41313" x="6045200" y="3035300"/>
          <p14:tracePt t="41332" x="6032500" y="3035300"/>
          <p14:tracePt t="41797" x="6026150" y="3035300"/>
          <p14:tracePt t="41807" x="5949950" y="3035300"/>
          <p14:tracePt t="41816" x="5873750" y="3035300"/>
          <p14:tracePt t="41832" x="5676900" y="3035300"/>
          <p14:tracePt t="41849" x="5429250" y="3041650"/>
          <p14:tracePt t="41865" x="5162550" y="3048000"/>
          <p14:tracePt t="41882" x="4984750" y="3054350"/>
          <p14:tracePt t="41899" x="4857750" y="3073400"/>
          <p14:tracePt t="41916" x="4718050" y="3079750"/>
          <p14:tracePt t="41930" x="4616450" y="3105150"/>
          <p14:tracePt t="41947" x="4483100" y="3124200"/>
          <p14:tracePt t="41964" x="4330700" y="3136900"/>
          <p14:tracePt t="41980" x="4203700" y="3162300"/>
          <p14:tracePt t="41997" x="4095750" y="3187700"/>
          <p14:tracePt t="42013" x="4019550" y="3200400"/>
          <p14:tracePt t="42030" x="3956050" y="3219450"/>
          <p14:tracePt t="42047" x="3943350" y="3219450"/>
          <p14:tracePt t="42064" x="3930650" y="3225800"/>
          <p14:tracePt t="42081" x="3911600" y="3232150"/>
          <p14:tracePt t="42099" x="3898900" y="3232150"/>
          <p14:tracePt t="42116" x="3854450" y="3232150"/>
          <p14:tracePt t="42132" x="3803650" y="3219450"/>
          <p14:tracePt t="42149" x="3721100" y="3213100"/>
          <p14:tracePt t="42164" x="3651250" y="3206750"/>
          <p14:tracePt t="42182" x="3632200" y="3200400"/>
          <p14:tracePt t="42197" x="3619500" y="3200400"/>
          <p14:tracePt t="42276" x="3625850" y="3200400"/>
          <p14:tracePt t="42292" x="3632200" y="3194050"/>
          <p14:tracePt t="42305" x="3651250" y="3187700"/>
          <p14:tracePt t="42313" x="3663950" y="3181350"/>
          <p14:tracePt t="42332" x="3702050" y="3175000"/>
          <p14:tracePt t="42349" x="3752850" y="3162300"/>
          <p14:tracePt t="42365" x="3860800" y="3155950"/>
          <p14:tracePt t="42382" x="3930650" y="3143250"/>
          <p14:tracePt t="42399" x="4006850" y="3143250"/>
          <p14:tracePt t="42416" x="4102100" y="3136900"/>
          <p14:tracePt t="42431" x="4203700" y="3130550"/>
          <p14:tracePt t="42449" x="4279900" y="3124200"/>
          <p14:tracePt t="42466" x="4343400" y="3124200"/>
          <p14:tracePt t="42481" x="4464050" y="3124200"/>
          <p14:tracePt t="42496" x="4572000" y="3124200"/>
          <p14:tracePt t="42513" x="4718050" y="3124200"/>
          <p14:tracePt t="42529" x="4883150" y="3124200"/>
          <p14:tracePt t="42546" x="5048250" y="3111500"/>
          <p14:tracePt t="42563" x="5175250" y="3105150"/>
          <p14:tracePt t="42581" x="5302250" y="3086100"/>
          <p14:tracePt t="42597" x="5372100" y="3079750"/>
          <p14:tracePt t="42614" x="5429250" y="3073400"/>
          <p14:tracePt t="42631" x="5473700" y="3073400"/>
          <p14:tracePt t="42648" x="5537200" y="3073400"/>
          <p14:tracePt t="42664" x="5632450" y="3092450"/>
          <p14:tracePt t="42681" x="5734050" y="3111500"/>
          <p14:tracePt t="42697" x="5962650" y="3149600"/>
          <p14:tracePt t="42713" x="6127750" y="3162300"/>
          <p14:tracePt t="42729" x="6286500" y="3175000"/>
          <p14:tracePt t="42746" x="6438900" y="3181350"/>
          <p14:tracePt t="42763" x="6559550" y="3181350"/>
          <p14:tracePt t="42779" x="6667500" y="3181350"/>
          <p14:tracePt t="42796" x="6807200" y="3181350"/>
          <p14:tracePt t="42813" x="6883400" y="3181350"/>
          <p14:tracePt t="42831" x="6953250" y="3181350"/>
          <p14:tracePt t="42848" x="7023100" y="3181350"/>
          <p14:tracePt t="42865" x="7092950" y="3187700"/>
          <p14:tracePt t="42881" x="7124700" y="3187700"/>
          <p14:tracePt t="42897" x="7137400" y="3187700"/>
          <p14:tracePt t="42914" x="7143750" y="3187700"/>
          <p14:tracePt t="42932" x="7150100" y="3187700"/>
          <p14:tracePt t="42953" x="7156450" y="3187700"/>
          <p14:tracePt t="42963" x="7162800" y="3187700"/>
          <p14:tracePt t="42981" x="7175500" y="3181350"/>
          <p14:tracePt t="42996" x="7188200" y="3168650"/>
          <p14:tracePt t="43013" x="7194550" y="3162300"/>
          <p14:tracePt t="43030" x="7200900" y="3155950"/>
          <p14:tracePt t="43047" x="7207250" y="3149600"/>
          <p14:tracePt t="43064" x="7207250" y="3143250"/>
          <p14:tracePt t="43082" x="7207250" y="3130550"/>
          <p14:tracePt t="43099" x="7194550" y="3124200"/>
          <p14:tracePt t="43114" x="7169150" y="3092450"/>
          <p14:tracePt t="43131" x="7143750" y="3073400"/>
          <p14:tracePt t="43149" x="7092950" y="3054350"/>
          <p14:tracePt t="43166" x="7023100" y="3028950"/>
          <p14:tracePt t="43183" x="6940550" y="3009900"/>
          <p14:tracePt t="43199" x="6864350" y="2984500"/>
          <p14:tracePt t="43208" x="6781800" y="2978150"/>
          <p14:tracePt t="43216" x="6737350" y="2971800"/>
          <p14:tracePt t="43232" x="6648450" y="2971800"/>
          <p14:tracePt t="43247" x="6559550" y="2971800"/>
          <p14:tracePt t="43264" x="6489700" y="2971800"/>
          <p14:tracePt t="43280" x="6445250" y="2990850"/>
          <p14:tracePt t="43298" x="6394450" y="3022600"/>
          <p14:tracePt t="43315" x="6369050" y="3067050"/>
          <p14:tracePt t="43332" x="6350000" y="3143250"/>
          <p14:tracePt t="43349" x="6343650" y="3187700"/>
          <p14:tracePt t="43366" x="6330950" y="3219450"/>
          <p14:tracePt t="43381" x="6318250" y="3238500"/>
          <p14:tracePt t="43399" x="6305550" y="3257550"/>
          <p14:tracePt t="43416" x="6299200" y="3263900"/>
          <p14:tracePt t="43431" x="6286500" y="3263900"/>
          <p14:tracePt t="43449" x="6216650" y="3263900"/>
          <p14:tracePt t="43465" x="6127750" y="3244850"/>
          <p14:tracePt t="43480" x="6045200" y="3225800"/>
          <p14:tracePt t="43499" x="6007100" y="3206750"/>
          <p14:tracePt t="43515" x="5988050" y="3194050"/>
          <p14:tracePt t="43590" x="5981700" y="3194050"/>
          <p14:tracePt t="43603" x="5975350" y="3194050"/>
          <p14:tracePt t="43614" x="5949950" y="3194050"/>
          <p14:tracePt t="43632" x="5943600" y="3194050"/>
          <p14:tracePt t="43649" x="5937250" y="3200400"/>
          <p14:tracePt t="43721" x="5930900" y="3200400"/>
          <p14:tracePt t="43735" x="5892800" y="3194050"/>
          <p14:tracePt t="43748" x="5848350" y="3181350"/>
          <p14:tracePt t="43766" x="5702300" y="3143250"/>
          <p14:tracePt t="43781" x="5600700" y="3117850"/>
          <p14:tracePt t="43797" x="5492750" y="3098800"/>
          <p14:tracePt t="43813" x="5410200" y="3092450"/>
          <p14:tracePt t="43831" x="5340350" y="3092450"/>
          <p14:tracePt t="43847" x="5251450" y="3092450"/>
          <p14:tracePt t="43864" x="5156200" y="3111500"/>
          <p14:tracePt t="43881" x="4997450" y="3149600"/>
          <p14:tracePt t="43897" x="4895850" y="3175000"/>
          <p14:tracePt t="43914" x="4800600" y="3200400"/>
          <p14:tracePt t="43930" x="4762500" y="3225800"/>
          <p14:tracePt t="43947" x="4756150" y="3232150"/>
          <p14:tracePt t="43979" x="4775200" y="3232150"/>
          <p14:tracePt t="43996" x="4794250" y="3232150"/>
          <p14:tracePt t="44013" x="4800600" y="3219450"/>
          <p14:tracePt t="44029" x="4806950" y="3200400"/>
          <p14:tracePt t="44046" x="4806950" y="3194050"/>
          <p14:tracePt t="44063" x="4787900" y="3194050"/>
          <p14:tracePt t="44080" x="4743450" y="3175000"/>
          <p14:tracePt t="44097" x="4673600" y="3168650"/>
          <p14:tracePt t="44114" x="4584700" y="3168650"/>
          <p14:tracePt t="44130" x="4483100" y="3168650"/>
          <p14:tracePt t="44147" x="4394200" y="3168650"/>
          <p14:tracePt t="44164" x="4330700" y="3175000"/>
          <p14:tracePt t="44181" x="4311650" y="3194050"/>
          <p14:tracePt t="44198" x="4311650" y="3206750"/>
          <p14:tracePt t="44205" x="4311650" y="3213100"/>
          <p14:tracePt t="44215" x="4318000" y="3213100"/>
          <p14:tracePt t="44231" x="4337050" y="3213100"/>
          <p14:tracePt t="44247" x="4356100" y="3213100"/>
          <p14:tracePt t="44263" x="4368800" y="3200400"/>
          <p14:tracePt t="44280" x="4368800" y="3187700"/>
          <p14:tracePt t="44297" x="4368800" y="3168650"/>
          <p14:tracePt t="44314" x="4330700" y="3143250"/>
          <p14:tracePt t="44331" x="4267200" y="3124200"/>
          <p14:tracePt t="44349" x="4171950" y="3105150"/>
          <p14:tracePt t="44363" x="4057650" y="3098800"/>
          <p14:tracePt t="44382" x="3956050" y="3098800"/>
          <p14:tracePt t="44399" x="3886200" y="3117850"/>
          <p14:tracePt t="44414" x="3854450" y="3124200"/>
          <p14:tracePt t="44491" x="3848100" y="3124200"/>
          <p14:tracePt t="44500" x="3841750" y="3117850"/>
          <p14:tracePt t="44513" x="3810000" y="3105150"/>
          <p14:tracePt t="44530" x="3784600" y="3098800"/>
          <p14:tracePt t="44547" x="3771900" y="3098800"/>
          <p14:tracePt t="44564" x="3765550" y="3098800"/>
          <p14:tracePt t="46044" x="3752850" y="3098800"/>
          <p14:tracePt t="46053" x="3740150" y="3098800"/>
          <p14:tracePt t="46064" x="3721100" y="3105150"/>
          <p14:tracePt t="46081" x="3689350" y="3111500"/>
          <p14:tracePt t="46098" x="3657600" y="3117850"/>
          <p14:tracePt t="46115" x="3594100" y="3124200"/>
          <p14:tracePt t="46133" x="3524250" y="3130550"/>
          <p14:tracePt t="46146" x="3454400" y="3143250"/>
          <p14:tracePt t="46163" x="3365500" y="3155950"/>
          <p14:tracePt t="46179" x="3282950" y="3175000"/>
          <p14:tracePt t="46196" x="3181350" y="3200400"/>
          <p14:tracePt t="46199" x="3124200" y="3213100"/>
          <p14:tracePt t="46213" x="3073400" y="3225800"/>
          <p14:tracePt t="46229" x="2914650" y="3251200"/>
          <p14:tracePt t="46247" x="2813050" y="3270250"/>
          <p14:tracePt t="46263" x="2717800" y="3282950"/>
          <p14:tracePt t="46279" x="2622550" y="3295650"/>
          <p14:tracePt t="46296" x="2514600" y="3321050"/>
          <p14:tracePt t="46314" x="2355850" y="3352800"/>
          <p14:tracePt t="46331" x="2260600" y="3371850"/>
          <p14:tracePt t="46348" x="2165350" y="3390900"/>
          <p14:tracePt t="46363" x="2095500" y="3403600"/>
          <p14:tracePt t="46379" x="2057400" y="3416300"/>
          <p14:tracePt t="46398" x="2038350" y="3429000"/>
          <p14:tracePt t="46415" x="2006600" y="3448050"/>
          <p14:tracePt t="46430" x="1974850" y="3473450"/>
          <p14:tracePt t="46446" x="1924050" y="3492500"/>
          <p14:tracePt t="46463" x="1873250" y="3511550"/>
          <p14:tracePt t="46480" x="1841500" y="3536950"/>
          <p14:tracePt t="46497" x="1803400" y="3556000"/>
          <p14:tracePt t="46515" x="1771650" y="3581400"/>
          <p14:tracePt t="46531" x="1746250" y="3594100"/>
          <p14:tracePt t="46547" x="1720850" y="3606800"/>
          <p14:tracePt t="46565" x="1682750" y="3606800"/>
          <p14:tracePt t="46581" x="1625600" y="3619500"/>
          <p14:tracePt t="46599" x="1574800" y="3632200"/>
          <p14:tracePt t="46613" x="1524000" y="3644900"/>
          <p14:tracePt t="46630" x="1498600" y="3657600"/>
          <p14:tracePt t="46647" x="1466850" y="3663950"/>
          <p14:tracePt t="46664" x="1447800" y="3670300"/>
          <p14:tracePt t="46680" x="1435100" y="3676650"/>
          <p14:tracePt t="46697" x="1422400" y="3676650"/>
          <p14:tracePt t="46703" x="1416050" y="3676650"/>
          <p14:tracePt t="46826" x="1422400" y="3676650"/>
          <p14:tracePt t="46837" x="1428750" y="3670300"/>
          <p14:tracePt t="46849" x="1460500" y="3670300"/>
          <p14:tracePt t="46866" x="1511300" y="3657600"/>
          <p14:tracePt t="46882" x="1581150" y="3651250"/>
          <p14:tracePt t="46898" x="1670050" y="3638550"/>
          <p14:tracePt t="46916" x="1771650" y="3632200"/>
          <p14:tracePt t="46931" x="1873250" y="3625850"/>
          <p14:tracePt t="46947" x="2006600" y="3619500"/>
          <p14:tracePt t="46964" x="2057400" y="3619500"/>
          <p14:tracePt t="46981" x="2089150" y="3613150"/>
          <p14:tracePt t="46997" x="2127250" y="3613150"/>
          <p14:tracePt t="47014" x="2209800" y="3600450"/>
          <p14:tracePt t="47029" x="2298700" y="3581400"/>
          <p14:tracePt t="47047" x="2482850" y="3543300"/>
          <p14:tracePt t="47063" x="2603500" y="3530600"/>
          <p14:tracePt t="47080" x="2698750" y="3517900"/>
          <p14:tracePt t="47098" x="2781300" y="3505200"/>
          <p14:tracePt t="47114" x="2870200" y="3486150"/>
          <p14:tracePt t="47130" x="2971800" y="3460750"/>
          <p14:tracePt t="47146" x="3105150" y="3435350"/>
          <p14:tracePt t="47163" x="3333750" y="3397250"/>
          <p14:tracePt t="47180" x="3454400" y="3384550"/>
          <p14:tracePt t="47197" x="3530600" y="3378200"/>
          <p14:tracePt t="47213" x="3594100" y="3378200"/>
          <p14:tracePt t="47230" x="3632200" y="3371850"/>
          <p14:tracePt t="47247" x="3651250" y="3371850"/>
          <p14:tracePt t="47263" x="3695700" y="3365500"/>
          <p14:tracePt t="47280" x="3790950" y="3365500"/>
          <p14:tracePt t="47298" x="3879850" y="3365500"/>
          <p14:tracePt t="47314" x="3975100" y="3365500"/>
          <p14:tracePt t="47332" x="4044950" y="3378200"/>
          <p14:tracePt t="47348" x="4076700" y="3378200"/>
          <p14:tracePt t="47365" x="4108450" y="3378200"/>
          <p14:tracePt t="47381" x="4121150" y="3378200"/>
          <p14:tracePt t="47397" x="4133850" y="3378200"/>
          <p14:tracePt t="47414" x="4140200" y="3378200"/>
          <p14:tracePt t="47430" x="4146550" y="3378200"/>
          <p14:tracePt t="47447" x="4152900" y="3378200"/>
          <p14:tracePt t="47481" x="4159250" y="3378200"/>
          <p14:tracePt t="47497" x="4165600" y="3384550"/>
          <p14:tracePt t="47515" x="4178300" y="3397250"/>
          <p14:tracePt t="47531" x="4184650" y="3397250"/>
          <p14:tracePt t="47547" x="4184650" y="3403600"/>
          <p14:tracePt t="47614" x="4197350" y="3403600"/>
          <p14:tracePt t="47633" x="4203700" y="3403600"/>
          <p14:tracePt t="47642" x="4222750" y="3403600"/>
          <p14:tracePt t="47651" x="4235450" y="3409950"/>
          <p14:tracePt t="47665" x="4260850" y="3409950"/>
          <p14:tracePt t="47680" x="4292600" y="3416300"/>
          <p14:tracePt t="47697" x="4400550" y="3454400"/>
          <p14:tracePt t="47702" x="4445000" y="3467100"/>
          <p14:tracePt t="47714" x="4489450" y="3479800"/>
          <p14:tracePt t="47730" x="4559300" y="3498850"/>
          <p14:tracePt t="47747" x="4635500" y="3517900"/>
          <p14:tracePt t="47765" x="4756150" y="3530600"/>
          <p14:tracePt t="47781" x="4806950" y="3530600"/>
          <p14:tracePt t="47797" x="4826000" y="3530600"/>
          <p14:tracePt t="47813" x="4838700" y="3530600"/>
          <p14:tracePt t="47831" x="4845050" y="3530600"/>
          <p14:tracePt t="47902" x="4838700" y="3536950"/>
          <p14:tracePt t="47915" x="4832350" y="3543300"/>
          <p14:tracePt t="47929" x="4813300" y="3556000"/>
          <p14:tracePt t="47940" x="4787900" y="3568700"/>
          <p14:tracePt t="47948" x="4756150" y="3575050"/>
          <p14:tracePt t="47965" x="4718050" y="3581400"/>
          <p14:tracePt t="47980" x="4667250" y="3581400"/>
          <p14:tracePt t="47997" x="4622800" y="3587750"/>
          <p14:tracePt t="48015" x="4533900" y="3600450"/>
          <p14:tracePt t="48031" x="4495800" y="3606800"/>
          <p14:tracePt t="48047" x="4387850" y="3625850"/>
          <p14:tracePt t="48066" x="4318000" y="3632200"/>
          <p14:tracePt t="48081" x="4248150" y="3644900"/>
          <p14:tracePt t="48099" x="4197350" y="3651250"/>
          <p14:tracePt t="48115" x="4171950" y="3657600"/>
          <p14:tracePt t="48130" x="4159250" y="3657600"/>
          <p14:tracePt t="48176" x="4152900" y="3657600"/>
          <p14:tracePt t="48203" x="4146550" y="3657600"/>
          <p14:tracePt t="48312" x="4146550" y="3651250"/>
          <p14:tracePt t="48322" x="4146550" y="3644900"/>
          <p14:tracePt t="48332" x="4159250" y="3638550"/>
          <p14:tracePt t="48349" x="4184650" y="3606800"/>
          <p14:tracePt t="48364" x="4210050" y="3594100"/>
          <p14:tracePt t="48381" x="4222750" y="3587750"/>
          <p14:tracePt t="48398" x="4235450" y="3587750"/>
          <p14:tracePt t="48414" x="4248150" y="3581400"/>
          <p14:tracePt t="48432" x="4267200" y="3575050"/>
          <p14:tracePt t="48447" x="4279900" y="3562350"/>
          <p14:tracePt t="48466" x="4311650" y="3543300"/>
          <p14:tracePt t="48481" x="4318000" y="3536950"/>
          <p14:tracePt t="48499" x="4318000" y="3524250"/>
          <p14:tracePt t="48513" x="4318000" y="3511550"/>
          <p14:tracePt t="48530" x="4318000" y="3498850"/>
          <p14:tracePt t="48548" x="4311650" y="3479800"/>
          <p14:tracePt t="48564" x="4292600" y="3454400"/>
          <p14:tracePt t="48581" x="4260850" y="3435350"/>
          <p14:tracePt t="48599" x="4235450" y="3416300"/>
          <p14:tracePt t="48614" x="4178300" y="3397250"/>
          <p14:tracePt t="48632" x="4102100" y="3371850"/>
          <p14:tracePt t="48649" x="4038600" y="3352800"/>
          <p14:tracePt t="48664" x="3956050" y="3333750"/>
          <p14:tracePt t="48682" x="3924300" y="3327400"/>
          <p14:tracePt t="48697" x="3879850" y="3327400"/>
          <p14:tracePt t="48716" x="3848100" y="3327400"/>
          <p14:tracePt t="48734" x="3803650" y="3352800"/>
          <p14:tracePt t="48748" x="3790950" y="3365500"/>
          <p14:tracePt t="48766" x="3759200" y="3390900"/>
          <p14:tracePt t="48781" x="3752850" y="3409950"/>
          <p14:tracePt t="48798" x="3740150" y="3422650"/>
          <p14:tracePt t="48814" x="3727450" y="3454400"/>
          <p14:tracePt t="48832" x="3727450" y="3479800"/>
          <p14:tracePt t="48848" x="3727450" y="3498850"/>
          <p14:tracePt t="48864" x="3740150" y="3517900"/>
          <p14:tracePt t="48881" x="3797300" y="3549650"/>
          <p14:tracePt t="48898" x="3867150" y="3556000"/>
          <p14:tracePt t="48915" x="3968750" y="3556000"/>
          <p14:tracePt t="48931" x="4070350" y="3556000"/>
          <p14:tracePt t="48948" x="4152900" y="3530600"/>
          <p14:tracePt t="48964" x="4210050" y="3505200"/>
          <p14:tracePt t="48981" x="4229100" y="3479800"/>
          <p14:tracePt t="48998" x="4235450" y="3467100"/>
          <p14:tracePt t="49013" x="4235450" y="3441700"/>
          <p14:tracePt t="49031" x="4235450" y="3429000"/>
          <p14:tracePt t="49046" x="4235450" y="3409950"/>
          <p14:tracePt t="49066" x="4229100" y="3384550"/>
          <p14:tracePt t="49082" x="4210050" y="3359150"/>
          <p14:tracePt t="49099" x="4191000" y="3346450"/>
          <p14:tracePt t="49114" x="4165600" y="3340100"/>
          <p14:tracePt t="49132" x="4121150" y="3340100"/>
          <p14:tracePt t="49149" x="4057650" y="3340100"/>
          <p14:tracePt t="49166" x="4000500" y="3340100"/>
          <p14:tracePt t="49181" x="3975100" y="3352800"/>
          <p14:tracePt t="49199" x="3956050" y="3371850"/>
          <p14:tracePt t="49205" x="3943350" y="3384550"/>
          <p14:tracePt t="49216" x="3937000" y="3390900"/>
          <p14:tracePt t="49232" x="3917950" y="3416300"/>
          <p14:tracePt t="49247" x="3905250" y="3448050"/>
          <p14:tracePt t="49267" x="3905250" y="3479800"/>
          <p14:tracePt t="49281" x="3911600" y="3498850"/>
          <p14:tracePt t="49298" x="3930650" y="3517900"/>
          <p14:tracePt t="49314" x="3956050" y="3517900"/>
          <p14:tracePt t="49332" x="3994150" y="3517900"/>
          <p14:tracePt t="49348" x="4038600" y="3511550"/>
          <p14:tracePt t="49366" x="4108450" y="3479800"/>
          <p14:tracePt t="49382" x="4133850" y="3460750"/>
          <p14:tracePt t="49398" x="4140200" y="3448050"/>
          <p14:tracePt t="49416" x="4140200" y="3429000"/>
          <p14:tracePt t="49431" x="4127500" y="3416300"/>
          <p14:tracePt t="49448" x="4108450" y="3409950"/>
          <p14:tracePt t="49465" x="4083050" y="3403600"/>
          <p14:tracePt t="49481" x="3987800" y="3422650"/>
          <p14:tracePt t="49498" x="3924300" y="3448050"/>
          <p14:tracePt t="49513" x="3879850" y="3467100"/>
          <p14:tracePt t="49532" x="3867150" y="3486150"/>
          <p14:tracePt t="49547" x="3867150" y="3492500"/>
          <p14:tracePt t="49563" x="3873500" y="3505200"/>
          <p14:tracePt t="49580" x="3911600" y="3511550"/>
          <p14:tracePt t="49596" x="3930650" y="3511550"/>
          <p14:tracePt t="49613" x="3956050" y="3511550"/>
          <p14:tracePt t="49630" x="3981450" y="3511550"/>
          <p14:tracePt t="49646" x="4013200" y="3511550"/>
          <p14:tracePt t="49663" x="4044950" y="3498850"/>
          <p14:tracePt t="49680" x="4051300" y="3492500"/>
          <p14:tracePt t="49697" x="4051300" y="3486150"/>
          <p14:tracePt t="49715" x="4044950" y="3486150"/>
          <p14:tracePt t="49731" x="4013200" y="3486150"/>
          <p14:tracePt t="49749" x="3911600" y="3486150"/>
          <p14:tracePt t="49764" x="3841750" y="3486150"/>
          <p14:tracePt t="49781" x="3790950" y="3492500"/>
          <p14:tracePt t="49797" x="3771900" y="3498850"/>
          <p14:tracePt t="49815" x="3765550" y="3505200"/>
          <p14:tracePt t="49832" x="3771900" y="3511550"/>
          <p14:tracePt t="49849" x="3784600" y="3530600"/>
          <p14:tracePt t="49863" x="3803650" y="3549650"/>
          <p14:tracePt t="49881" x="3835400" y="3568700"/>
          <p14:tracePt t="49898" x="3892550" y="3594100"/>
          <p14:tracePt t="49915" x="4013200" y="3606800"/>
          <p14:tracePt t="49930" x="4089400" y="3600450"/>
          <p14:tracePt t="49947" x="4127500" y="3575050"/>
          <p14:tracePt t="49964" x="4140200" y="3556000"/>
          <p14:tracePt t="49981" x="4140200" y="3517900"/>
          <p14:tracePt t="49999" x="4114800" y="3479800"/>
          <p14:tracePt t="50014" x="4089400" y="3460750"/>
          <p14:tracePt t="50032" x="4070350" y="3448050"/>
          <p14:tracePt t="50048" x="4019550" y="3448050"/>
          <p14:tracePt t="50066" x="3930650" y="3454400"/>
          <p14:tracePt t="50082" x="3841750" y="3479800"/>
          <p14:tracePt t="50100" x="3765550" y="3505200"/>
          <p14:tracePt t="50116" x="3746500" y="3530600"/>
          <p14:tracePt t="50132" x="3752850" y="3549650"/>
          <p14:tracePt t="50148" x="3810000" y="3575050"/>
          <p14:tracePt t="50166" x="3892550" y="3581400"/>
          <p14:tracePt t="50180" x="3975100" y="3581400"/>
          <p14:tracePt t="50199" x="4051300" y="3562350"/>
          <p14:tracePt t="50204" x="4083050" y="3562350"/>
          <p14:tracePt t="50215" x="4121150" y="3536950"/>
          <p14:tracePt t="50232" x="4133850" y="3524250"/>
          <p14:tracePt t="50247" x="4133850" y="3505200"/>
          <p14:tracePt t="50264" x="4121150" y="3479800"/>
          <p14:tracePt t="50280" x="4076700" y="3460750"/>
          <p14:tracePt t="50297" x="4013200" y="3435350"/>
          <p14:tracePt t="50316" x="3873500" y="3429000"/>
          <p14:tracePt t="50331" x="3778250" y="3441700"/>
          <p14:tracePt t="50348" x="3721100" y="3467100"/>
          <p14:tracePt t="50365" x="3702050" y="3486150"/>
          <p14:tracePt t="50381" x="3708400" y="3505200"/>
          <p14:tracePt t="50399" x="3727450" y="3517900"/>
          <p14:tracePt t="50416" x="3790950" y="3524250"/>
          <p14:tracePt t="50432" x="3835400" y="3524250"/>
          <p14:tracePt t="50449" x="3867150" y="3524250"/>
          <p14:tracePt t="50466" x="3892550" y="3505200"/>
          <p14:tracePt t="50482" x="3898900" y="3486150"/>
          <p14:tracePt t="50498" x="3898900" y="3467100"/>
          <p14:tracePt t="50514" x="3886200" y="3454400"/>
          <p14:tracePt t="50530" x="3803650" y="3429000"/>
          <p14:tracePt t="50547" x="3733800" y="3429000"/>
          <p14:tracePt t="50564" x="3676650" y="3429000"/>
          <p14:tracePt t="50582" x="3651250" y="3422650"/>
          <p14:tracePt t="50599" x="3651250" y="3416300"/>
          <p14:tracePt t="50617" x="3644900" y="3378200"/>
          <p14:tracePt t="50632" x="3663950" y="3346450"/>
          <p14:tracePt t="50652" x="3683000" y="3314700"/>
          <p14:tracePt t="50666" x="3727450" y="3282950"/>
          <p14:tracePt t="50682" x="3759200" y="3257550"/>
          <p14:tracePt t="50697" x="3816350" y="3244850"/>
          <p14:tracePt t="50702" x="3841750" y="3244850"/>
          <p14:tracePt t="50715" x="3930650" y="3244850"/>
          <p14:tracePt t="50732" x="4006850" y="3270250"/>
          <p14:tracePt t="50747" x="4083050" y="3302000"/>
          <p14:tracePt t="50764" x="4152900" y="3327400"/>
          <p14:tracePt t="50780" x="4165600" y="3346450"/>
          <p14:tracePt t="50797" x="4184650" y="3371850"/>
          <p14:tracePt t="50814" x="4203700" y="3403600"/>
          <p14:tracePt t="50832" x="4222750" y="3448050"/>
          <p14:tracePt t="50849" x="4241800" y="3467100"/>
          <p14:tracePt t="50865" x="4241800" y="3486150"/>
          <p14:tracePt t="50881" x="4241800" y="3492500"/>
          <p14:tracePt t="50922" x="4235450" y="3479800"/>
          <p14:tracePt t="50933" x="4229100" y="3473450"/>
          <p14:tracePt t="50949" x="4222750" y="3454400"/>
          <p14:tracePt t="50964" x="4210050" y="3441700"/>
          <p14:tracePt t="50982" x="4171950" y="3409950"/>
          <p14:tracePt t="50999" x="4114800" y="3390900"/>
          <p14:tracePt t="51014" x="4025900" y="3378200"/>
          <p14:tracePt t="51031" x="3911600" y="3371850"/>
          <p14:tracePt t="51047" x="3790950" y="3371850"/>
          <p14:tracePt t="51063" x="3676650" y="3378200"/>
          <p14:tracePt t="51082" x="3613150" y="3397250"/>
          <p14:tracePt t="51099" x="3606800" y="3416300"/>
          <p14:tracePt t="51116" x="3632200" y="3448050"/>
          <p14:tracePt t="51133" x="3683000" y="3486150"/>
          <p14:tracePt t="51149" x="3721100" y="3505200"/>
          <p14:tracePt t="51165" x="3733800" y="3524250"/>
          <p14:tracePt t="51232" x="3733800" y="3517900"/>
          <p14:tracePt t="51245" x="3721100" y="3467100"/>
          <p14:tracePt t="51255" x="3695700" y="3409950"/>
          <p14:tracePt t="51266" x="3683000" y="3384550"/>
          <p14:tracePt t="51281" x="3651250" y="3327400"/>
          <p14:tracePt t="51299" x="3625850" y="3308350"/>
          <p14:tracePt t="51315" x="3606800" y="3289300"/>
          <p14:tracePt t="51332" x="3587750" y="3276600"/>
          <p14:tracePt t="51349" x="3581400" y="3270250"/>
          <p14:tracePt t="51371" x="3581400" y="3257550"/>
          <p14:tracePt t="51383" x="3581400" y="3251200"/>
          <p14:tracePt t="51399" x="3600450" y="3232150"/>
          <p14:tracePt t="51414" x="3644900" y="3206750"/>
          <p14:tracePt t="51432" x="3689350" y="3194050"/>
          <p14:tracePt t="51448" x="3740150" y="3187700"/>
          <p14:tracePt t="51464" x="3759200" y="3206750"/>
          <p14:tracePt t="51481" x="3778250" y="3225800"/>
          <p14:tracePt t="51499" x="3816350" y="3251200"/>
          <p14:tracePt t="51516" x="3848100" y="3270250"/>
          <p14:tracePt t="51530" x="3860800" y="3289300"/>
          <p14:tracePt t="51547" x="3873500" y="3302000"/>
          <p14:tracePt t="51566" x="3873500" y="3314700"/>
          <p14:tracePt t="51582" x="3873500" y="3321050"/>
          <p14:tracePt t="51599" x="3860800" y="3333750"/>
          <p14:tracePt t="51616" x="3848100" y="3346450"/>
          <p14:tracePt t="51632" x="3841750" y="3346450"/>
          <p14:tracePt t="51714" x="3835400" y="3346450"/>
          <p14:tracePt t="51730" x="3835400" y="3340100"/>
          <p14:tracePt t="51753" x="3835400" y="3333750"/>
          <p14:tracePt t="52094" x="3829050" y="3333750"/>
          <p14:tracePt t="52107" x="3822700" y="3333750"/>
          <p14:tracePt t="52116" x="3810000" y="3333750"/>
          <p14:tracePt t="52132" x="3790950" y="3333750"/>
          <p14:tracePt t="52149" x="3784600" y="3333750"/>
          <p14:tracePt t="52201" x="3778250" y="3333750"/>
          <p14:tracePt t="52216" x="3771900" y="3327400"/>
          <p14:tracePt t="52226" x="3765550" y="3321050"/>
          <p14:tracePt t="52239" x="3752850" y="3302000"/>
          <p14:tracePt t="52247" x="3740150" y="3295650"/>
          <p14:tracePt t="52264" x="3727450" y="3276600"/>
          <p14:tracePt t="52281" x="3714750" y="3244850"/>
          <p14:tracePt t="52297" x="3714750" y="3225800"/>
          <p14:tracePt t="52316" x="3714750" y="3194050"/>
          <p14:tracePt t="52332" x="3714750" y="3175000"/>
          <p14:tracePt t="52349" x="3721100" y="3149600"/>
          <p14:tracePt t="52365" x="3727450" y="3143250"/>
          <p14:tracePt t="52381" x="3740150" y="3143250"/>
          <p14:tracePt t="52397" x="3746500" y="3143250"/>
          <p14:tracePt t="52414" x="3759200" y="3155950"/>
          <p14:tracePt t="52431" x="3797300" y="3181350"/>
          <p14:tracePt t="52448" x="3822700" y="3206750"/>
          <p14:tracePt t="52464" x="3841750" y="3225800"/>
          <p14:tracePt t="52482" x="3854450" y="3251200"/>
          <p14:tracePt t="52497" x="3873500" y="3276600"/>
          <p14:tracePt t="52514" x="3873500" y="3295650"/>
          <p14:tracePt t="52530" x="3873500" y="3327400"/>
          <p14:tracePt t="52547" x="3854450" y="3365500"/>
          <p14:tracePt t="52564" x="3835400" y="3397250"/>
          <p14:tracePt t="52582" x="3822700" y="3422650"/>
          <p14:tracePt t="52599" x="3822700" y="3448050"/>
          <p14:tracePt t="52616" x="3822700" y="3454400"/>
          <p14:tracePt t="52696" x="3829050" y="3454400"/>
          <p14:tracePt t="52712" x="3835400" y="3448050"/>
          <p14:tracePt t="52723" x="3835400" y="3441700"/>
          <p14:tracePt t="52734" x="3835400" y="3435350"/>
          <p14:tracePt t="52749" x="3835400" y="3429000"/>
          <p14:tracePt t="52765" x="3835400" y="3409950"/>
          <p14:tracePt t="52780" x="3841750" y="3397250"/>
          <p14:tracePt t="52797" x="3854450" y="3378200"/>
          <p14:tracePt t="52816" x="3873500" y="3340100"/>
          <p14:tracePt t="52832" x="3898900" y="3295650"/>
          <p14:tracePt t="52849" x="3924300" y="3238500"/>
          <p14:tracePt t="52866" x="3956050" y="3187700"/>
          <p14:tracePt t="52882" x="3987800" y="3168650"/>
          <p14:tracePt t="52899" x="4032250" y="3143250"/>
          <p14:tracePt t="52917" x="4070350" y="3136900"/>
          <p14:tracePt t="52931" x="4121150" y="3136900"/>
          <p14:tracePt t="52949" x="4203700" y="3149600"/>
          <p14:tracePt t="52965" x="4324350" y="3219450"/>
          <p14:tracePt t="52983" x="4394200" y="3276600"/>
          <p14:tracePt t="52997" x="4425950" y="3327400"/>
          <p14:tracePt t="53014" x="4438650" y="3352800"/>
          <p14:tracePt t="53031" x="4438650" y="3384550"/>
          <p14:tracePt t="53049" x="4438650" y="3416300"/>
          <p14:tracePt t="53063" x="4438650" y="3422650"/>
          <p14:tracePt t="53081" x="4438650" y="3441700"/>
          <p14:tracePt t="53098" x="4438650" y="3448050"/>
          <p14:tracePt t="53234" x="4432300" y="3441700"/>
          <p14:tracePt t="53257" x="4432300" y="3435350"/>
          <p14:tracePt t="53285" x="4432300" y="3429000"/>
          <p14:tracePt t="53300" x="4432300" y="3422650"/>
          <p14:tracePt t="53316" x="4432300" y="3416300"/>
          <p14:tracePt t="53332" x="4432300" y="3409950"/>
          <p14:tracePt t="53349" x="4432300" y="3403600"/>
          <p14:tracePt t="53364" x="4432300" y="3390900"/>
          <p14:tracePt t="53382" x="4432300" y="3384550"/>
          <p14:tracePt t="53399" x="4425950" y="3384550"/>
          <p14:tracePt t="53433" x="4425950" y="3378200"/>
          <p14:tracePt t="53449" x="4413250" y="3371850"/>
          <p14:tracePt t="53466" x="4362450" y="3346450"/>
          <p14:tracePt t="53483" x="4248150" y="3321050"/>
          <p14:tracePt t="53499" x="4076700" y="3289300"/>
          <p14:tracePt t="53514" x="3898900" y="3270250"/>
          <p14:tracePt t="53531" x="3740150" y="3263900"/>
          <p14:tracePt t="53548" x="3644900" y="3270250"/>
          <p14:tracePt t="53566" x="3613150" y="3295650"/>
          <p14:tracePt t="53580" x="3613150" y="3327400"/>
          <p14:tracePt t="53598" x="3613150" y="3365500"/>
          <p14:tracePt t="53616" x="3613150" y="3397250"/>
          <p14:tracePt t="53632" x="3619500" y="3416300"/>
          <p14:tracePt t="53649" x="3632200" y="3435350"/>
          <p14:tracePt t="53666" x="3632200" y="3441700"/>
          <p14:tracePt t="53853" x="3632200" y="3435350"/>
          <p14:tracePt t="53863" x="3625850" y="3429000"/>
          <p14:tracePt t="53873" x="3625850" y="3422650"/>
          <p14:tracePt t="53889" x="3625850" y="3416300"/>
          <p14:tracePt t="53900" x="3625850" y="3403600"/>
          <p14:tracePt t="53916" x="3625850" y="3390900"/>
          <p14:tracePt t="53932" x="3625850" y="3378200"/>
          <p14:tracePt t="53949" x="3625850" y="3371850"/>
          <p14:tracePt t="53964" x="3625850" y="3365500"/>
          <p14:tracePt t="54066" x="3625850" y="3371850"/>
          <p14:tracePt t="54074" x="3625850" y="3378200"/>
          <p14:tracePt t="54083" x="3625850" y="3390900"/>
          <p14:tracePt t="54099" x="3632200" y="3422650"/>
          <p14:tracePt t="54116" x="3638550" y="3435350"/>
          <p14:tracePt t="54132" x="3644900" y="3454400"/>
          <p14:tracePt t="54149" x="3651250" y="3454400"/>
          <p14:tracePt t="54170" x="3657600" y="3448050"/>
          <p14:tracePt t="54181" x="3670300" y="3429000"/>
          <p14:tracePt t="54200" x="3702050" y="3333750"/>
          <p14:tracePt t="54215" x="3733800" y="3244850"/>
          <p14:tracePt t="54232" x="3797300" y="3136900"/>
          <p14:tracePt t="54247" x="3886200" y="3067050"/>
          <p14:tracePt t="54265" x="3968750" y="3022600"/>
          <p14:tracePt t="54281" x="4038600" y="3003550"/>
          <p14:tracePt t="54298" x="4070350" y="2997200"/>
          <p14:tracePt t="54317" x="4089400" y="3041650"/>
          <p14:tracePt t="54332" x="4108450" y="3117850"/>
          <p14:tracePt t="54349" x="4127500" y="3175000"/>
          <p14:tracePt t="54366" x="4146550" y="3194050"/>
          <p14:tracePt t="54382" x="4159250" y="3200400"/>
          <p14:tracePt t="54416" x="4171950" y="3187700"/>
          <p14:tracePt t="54431" x="4191000" y="3155950"/>
          <p14:tracePt t="54447" x="4229100" y="3105150"/>
          <p14:tracePt t="54465" x="4330700" y="3035300"/>
          <p14:tracePt t="54480" x="4381500" y="3016250"/>
          <p14:tracePt t="54497" x="4406900" y="3016250"/>
          <p14:tracePt t="54514" x="4413250" y="3016250"/>
          <p14:tracePt t="54530" x="4425950" y="3035300"/>
          <p14:tracePt t="54547" x="4445000" y="3098800"/>
          <p14:tracePt t="54566" x="4464050" y="3219450"/>
          <p14:tracePt t="54582" x="4464050" y="3295650"/>
          <p14:tracePt t="54599" x="4470400" y="3352800"/>
          <p14:tracePt t="54616" x="4470400" y="3371850"/>
          <p14:tracePt t="54632" x="4470400" y="3378200"/>
          <p14:tracePt t="54671" x="4470400" y="3365500"/>
          <p14:tracePt t="54679" x="4470400" y="3359150"/>
          <p14:tracePt t="54687" x="4464050" y="3346450"/>
          <p14:tracePt t="54699" x="4464050" y="3333750"/>
          <p14:tracePt t="54715" x="4464050" y="3321050"/>
          <p14:tracePt t="54731" x="4464050" y="3314700"/>
          <p14:tracePt t="54825" x="4470400" y="3327400"/>
          <p14:tracePt t="54835" x="4476750" y="3327400"/>
          <p14:tracePt t="54849" x="4502150" y="3340100"/>
          <p14:tracePt t="54865" x="4572000" y="3346450"/>
          <p14:tracePt t="54882" x="4667250" y="3346450"/>
          <p14:tracePt t="54899" x="4768850" y="3340100"/>
          <p14:tracePt t="54916" x="4921250" y="3295650"/>
          <p14:tracePt t="54930" x="4991100" y="3276600"/>
          <p14:tracePt t="54949" x="5003800" y="3263900"/>
          <p14:tracePt t="54964" x="5010150" y="3263900"/>
          <p14:tracePt t="55011" x="5010150" y="3270250"/>
          <p14:tracePt t="55023" x="4997450" y="3282950"/>
          <p14:tracePt t="55032" x="4997450" y="3289300"/>
          <p14:tracePt t="55049" x="4997450" y="3302000"/>
          <p14:tracePt t="55064" x="4997450" y="3321050"/>
          <p14:tracePt t="55080" x="4997450" y="3327400"/>
          <p14:tracePt t="55098" x="5003800" y="3327400"/>
          <p14:tracePt t="55116" x="5022850" y="3327400"/>
          <p14:tracePt t="55132" x="5041900" y="3327400"/>
          <p14:tracePt t="55149" x="5060950" y="3321050"/>
          <p14:tracePt t="55165" x="5067300" y="3308350"/>
          <p14:tracePt t="55181" x="5073650" y="3308350"/>
          <p14:tracePt t="55198" x="5060950" y="3302000"/>
          <p14:tracePt t="55205" x="5054600" y="3302000"/>
          <p14:tracePt t="55215" x="5035550" y="3308350"/>
          <p14:tracePt t="55233" x="4984750" y="3327400"/>
          <p14:tracePt t="55248" x="4953000" y="3346450"/>
          <p14:tracePt t="55264" x="4946650" y="3365500"/>
          <p14:tracePt t="55281" x="4946650" y="3378200"/>
          <p14:tracePt t="55297" x="4997450" y="3390900"/>
          <p14:tracePt t="55316" x="5067300" y="3384550"/>
          <p14:tracePt t="55332" x="5118100" y="3371850"/>
          <p14:tracePt t="55365" x="5118100" y="3365500"/>
          <p14:tracePt t="55387" x="5111750" y="3365500"/>
          <p14:tracePt t="55399" x="5105400" y="3365500"/>
          <p14:tracePt t="55477" x="5099050" y="3365500"/>
          <p14:tracePt t="55792" x="5099050" y="3371850"/>
          <p14:tracePt t="55803" x="5105400" y="3378200"/>
          <p14:tracePt t="55816" x="5124450" y="3384550"/>
          <p14:tracePt t="55832" x="5137150" y="3390900"/>
          <p14:tracePt t="55849" x="5156200" y="3390900"/>
          <p14:tracePt t="55864" x="5168900" y="3384550"/>
          <p14:tracePt t="55882" x="5175250" y="3378200"/>
          <p14:tracePt t="55899" x="5181600" y="3365500"/>
          <p14:tracePt t="55915" x="5187950" y="3346450"/>
          <p14:tracePt t="55932" x="5181600" y="3327400"/>
          <p14:tracePt t="55947" x="5162550" y="3314700"/>
          <p14:tracePt t="55967" x="5149850" y="3295650"/>
          <p14:tracePt t="55982" x="5118100" y="3282950"/>
          <p14:tracePt t="55998" x="5060950" y="3276600"/>
          <p14:tracePt t="56015" x="4940300" y="3308350"/>
          <p14:tracePt t="56031" x="4857750" y="3346450"/>
          <p14:tracePt t="56047" x="4781550" y="3403600"/>
          <p14:tracePt t="56066" x="4737100" y="3441700"/>
          <p14:tracePt t="56082" x="4724400" y="3454400"/>
          <p14:tracePt t="56099" x="4724400" y="3467100"/>
          <p14:tracePt t="56115" x="4749800" y="3492500"/>
          <p14:tracePt t="56132" x="4800600" y="3517900"/>
          <p14:tracePt t="56149" x="4838700" y="3517900"/>
          <p14:tracePt t="56166" x="4883150" y="3517900"/>
          <p14:tracePt t="56182" x="4921250" y="3511550"/>
          <p14:tracePt t="56197" x="4959350" y="3492500"/>
          <p14:tracePt t="56202" x="4978400" y="3479800"/>
          <p14:tracePt t="56216" x="5016500" y="3460750"/>
          <p14:tracePt t="56233" x="5067300" y="3441700"/>
          <p14:tracePt t="56247" x="5099050" y="3416300"/>
          <p14:tracePt t="56264" x="5111750" y="3397250"/>
          <p14:tracePt t="56280" x="5111750" y="3378200"/>
          <p14:tracePt t="56297" x="5099050" y="3365500"/>
          <p14:tracePt t="56317" x="5060950" y="3365500"/>
          <p14:tracePt t="56331" x="5029200" y="3365500"/>
          <p14:tracePt t="56349" x="4997450" y="3384550"/>
          <p14:tracePt t="56366" x="4984750" y="3403600"/>
          <p14:tracePt t="56382" x="4972050" y="3422650"/>
          <p14:tracePt t="56397" x="4972050" y="3435350"/>
          <p14:tracePt t="56416" x="4978400" y="3454400"/>
          <p14:tracePt t="56430" x="5003800" y="3479800"/>
          <p14:tracePt t="56449" x="5022850" y="3498850"/>
          <p14:tracePt t="56464" x="5073650" y="3511550"/>
          <p14:tracePt t="56483" x="5118100" y="3517900"/>
          <p14:tracePt t="56497" x="5162550" y="3517900"/>
          <p14:tracePt t="56514" x="5181600" y="3517900"/>
          <p14:tracePt t="56531" x="5200650" y="3517900"/>
          <p14:tracePt t="56573" x="5200650" y="3511550"/>
          <p14:tracePt t="56775" x="5194300" y="3511550"/>
          <p14:tracePt t="56789" x="5187950" y="3511550"/>
          <p14:tracePt t="56905" x="5213350" y="3492500"/>
          <p14:tracePt t="60558" x="5207000" y="3492500"/>
          <p14:tracePt t="60569" x="5200650" y="3492500"/>
          <p14:tracePt t="60672" x="5194300" y="3492500"/>
          <p14:tracePt t="60688" x="5187950" y="3479800"/>
          <p14:tracePt t="60702" x="5168900" y="3454400"/>
          <p14:tracePt t="60714" x="5149850" y="3441700"/>
          <p14:tracePt t="60731" x="5099050" y="3397250"/>
          <p14:tracePt t="60748" x="5016500" y="3359150"/>
          <p14:tracePt t="60764" x="4813300" y="3321050"/>
          <p14:tracePt t="60781" x="4464050" y="3282950"/>
          <p14:tracePt t="60798" x="3943350" y="3270250"/>
          <p14:tracePt t="60816" x="3429000" y="3270250"/>
          <p14:tracePt t="60832" x="2901950" y="3308350"/>
          <p14:tracePt t="60849" x="2368550" y="3378200"/>
          <p14:tracePt t="60866" x="1657350" y="3536950"/>
          <p14:tracePt t="60883" x="1339850" y="3644900"/>
          <p14:tracePt t="60900" x="1193800" y="3695700"/>
          <p14:tracePt t="60915" x="1162050" y="3714750"/>
          <p14:tracePt t="60931" x="1155700" y="3721100"/>
          <p14:tracePt t="61048" x="1155700" y="3733800"/>
          <p14:tracePt t="61058" x="1181100" y="3790950"/>
          <p14:tracePt t="61067" x="1187450" y="3816350"/>
          <p14:tracePt t="61082" x="1212850" y="3860800"/>
          <p14:tracePt t="61097" x="1219200" y="3892550"/>
          <p14:tracePt t="61114" x="1219200" y="3937000"/>
          <p14:tracePt t="61131" x="1219200" y="4006850"/>
          <p14:tracePt t="61148" x="1219200" y="4064000"/>
          <p14:tracePt t="61165" x="1244600" y="4121150"/>
          <p14:tracePt t="61181" x="1263650" y="4146550"/>
          <p14:tracePt t="61198" x="1270000" y="4165600"/>
          <p14:tracePt t="61213" x="1270000" y="4184650"/>
          <p14:tracePt t="61230" x="1263650" y="4197350"/>
          <p14:tracePt t="61247" x="1257300" y="4203700"/>
          <p14:tracePt t="61321" x="1250950" y="4203700"/>
          <p14:tracePt t="61339" x="1244600" y="4203700"/>
          <p14:tracePt t="61354" x="1238250" y="4203700"/>
          <p14:tracePt t="61363" x="1231900" y="4210050"/>
          <p14:tracePt t="61374" x="1231900" y="4222750"/>
          <p14:tracePt t="61432" x="1238250" y="4222750"/>
          <p14:tracePt t="61452" x="1244600" y="4222750"/>
          <p14:tracePt t="61462" x="1250950" y="4222750"/>
          <p14:tracePt t="61479" x="1257300" y="4222750"/>
          <p14:tracePt t="61491" x="1263650" y="4222750"/>
          <p14:tracePt t="61511" x="1270000" y="4222750"/>
          <p14:tracePt t="61522" x="1270000" y="4216400"/>
          <p14:tracePt t="61531" x="1276350" y="4216400"/>
          <p14:tracePt t="61547" x="1282700" y="4216400"/>
          <p14:tracePt t="61566" x="1289050" y="4216400"/>
          <p14:tracePt t="61582" x="1301750" y="4216400"/>
          <p14:tracePt t="61599" x="1308100" y="4210050"/>
          <p14:tracePt t="61617" x="1320800" y="4197350"/>
          <p14:tracePt t="61632" x="1327150" y="4197350"/>
          <p14:tracePt t="61727" x="1333500" y="4197350"/>
          <p14:tracePt t="61736" x="1333500" y="4191000"/>
          <p14:tracePt t="61748" x="1346200" y="4184650"/>
          <p14:tracePt t="61766" x="1365250" y="4178300"/>
          <p14:tracePt t="61781" x="1371600" y="4171950"/>
          <p14:tracePt t="61797" x="1377950" y="4165600"/>
          <p14:tracePt t="61935" x="1377950" y="4159250"/>
          <p14:tracePt t="61981" x="1371600" y="4159250"/>
          <p14:tracePt t="61993" x="1365250" y="4159250"/>
          <p14:tracePt t="62003" x="1358900" y="4159250"/>
          <p14:tracePt t="62020" x="1352550" y="4165600"/>
          <p14:tracePt t="62684" x="1352550" y="4159250"/>
          <p14:tracePt t="62695" x="1352550" y="4152900"/>
          <p14:tracePt t="62706" x="1352550" y="4146550"/>
          <p14:tracePt t="62714" x="1352550" y="4140200"/>
          <p14:tracePt t="62733" x="1358900" y="4140200"/>
          <p14:tracePt t="62863" x="1365250" y="4133850"/>
          <p14:tracePt t="62880" x="1365250" y="4127500"/>
          <p14:tracePt t="62890" x="1371600" y="4127500"/>
          <p14:tracePt t="62902" x="1371600" y="4121150"/>
          <p14:tracePt t="62915" x="1377950" y="4114800"/>
          <p14:tracePt t="62965" x="1384300" y="4108450"/>
          <p14:tracePt t="62975" x="1390650" y="4108450"/>
          <p14:tracePt t="62984" x="1403350" y="4089400"/>
          <p14:tracePt t="62998" x="1416050" y="4076700"/>
          <p14:tracePt t="63014" x="1435100" y="4064000"/>
          <p14:tracePt t="63031" x="1441450" y="4057650"/>
          <p14:tracePt t="63101" x="1435100" y="4057650"/>
          <p14:tracePt t="63108" x="1428750" y="4070350"/>
          <p14:tracePt t="63116" x="1422400" y="4076700"/>
          <p14:tracePt t="63131" x="1397000" y="4083050"/>
          <p14:tracePt t="63148" x="1377950" y="4089400"/>
          <p14:tracePt t="63166" x="1365250" y="4102100"/>
          <p14:tracePt t="63181" x="1358900" y="4102100"/>
          <p14:tracePt t="63249" x="1371600" y="4095750"/>
          <p14:tracePt t="63259" x="1384300" y="4083050"/>
          <p14:tracePt t="63270" x="1397000" y="4076700"/>
          <p14:tracePt t="63281" x="1447800" y="4057650"/>
          <p14:tracePt t="63297" x="1473200" y="4057650"/>
          <p14:tracePt t="63316" x="1485900" y="4057650"/>
          <p14:tracePt t="63332" x="1498600" y="4057650"/>
          <p14:tracePt t="63392" x="1498600" y="4064000"/>
          <p14:tracePt t="63401" x="1485900" y="4064000"/>
          <p14:tracePt t="63416" x="1479550" y="4076700"/>
          <p14:tracePt t="63432" x="1466850" y="4083050"/>
          <p14:tracePt t="63449" x="1460500" y="4089400"/>
          <p14:tracePt t="63623" x="1466850" y="4089400"/>
          <p14:tracePt t="63649" x="1473200" y="4089400"/>
          <p14:tracePt t="63660" x="1479550" y="4083050"/>
          <p14:tracePt t="63676" x="1485900" y="4083050"/>
          <p14:tracePt t="63688" x="1485900" y="4076700"/>
          <p14:tracePt t="63703" x="1492250" y="4076700"/>
          <p14:tracePt t="63715" x="1498600" y="4070350"/>
          <p14:tracePt t="63733" x="1511300" y="4057650"/>
          <p14:tracePt t="63749" x="1536700" y="4025900"/>
          <p14:tracePt t="63766" x="1562100" y="3968750"/>
          <p14:tracePt t="63781" x="1587500" y="3867150"/>
          <p14:tracePt t="63797" x="1612900" y="3702050"/>
          <p14:tracePt t="63816" x="1625600" y="3536950"/>
          <p14:tracePt t="63832" x="1638300" y="3365500"/>
          <p14:tracePt t="63850" x="1606550" y="3238500"/>
          <p14:tracePt t="63865" x="1587500" y="3213100"/>
          <p14:tracePt t="63881" x="1581150" y="3200400"/>
          <p14:tracePt t="63898" x="1581150" y="3194050"/>
          <p14:tracePt t="63941" x="1574800" y="3194050"/>
          <p14:tracePt t="63992" x="1568450" y="3194050"/>
          <p14:tracePt t="64008" x="1562100" y="3200400"/>
          <p14:tracePt t="64018" x="1555750" y="3206750"/>
          <p14:tracePt t="64027" x="1549400" y="3219450"/>
          <p14:tracePt t="64038" x="1543050" y="3244850"/>
          <p14:tracePt t="64047" x="1530350" y="3302000"/>
          <p14:tracePt t="64065" x="1524000" y="3416300"/>
          <p14:tracePt t="64081" x="1511300" y="3517900"/>
          <p14:tracePt t="64098" x="1517650" y="3625850"/>
          <p14:tracePt t="64115" x="1549400" y="3740150"/>
          <p14:tracePt t="64131" x="1568450" y="3816350"/>
          <p14:tracePt t="64148" x="1593850" y="3886200"/>
          <p14:tracePt t="64165" x="1619250" y="3962400"/>
          <p14:tracePt t="64182" x="1638300" y="4032250"/>
          <p14:tracePt t="64198" x="1657350" y="4064000"/>
          <p14:tracePt t="64201" x="1663700" y="4064000"/>
          <p14:tracePt t="64214" x="1663700" y="4070350"/>
          <p14:tracePt t="64485" x="1670050" y="4070350"/>
          <p14:tracePt t="64515" x="1670050" y="4064000"/>
          <p14:tracePt t="64570" x="1670050" y="4057650"/>
          <p14:tracePt t="64656" x="1670050" y="4051300"/>
          <p14:tracePt t="65083" x="1670050" y="4044950"/>
          <p14:tracePt t="65125" x="1676400" y="4044950"/>
          <p14:tracePt t="65137" x="1676400" y="4038600"/>
          <p14:tracePt t="65151" x="1682750" y="4038600"/>
          <p14:tracePt t="65159" x="1689100" y="4032250"/>
          <p14:tracePt t="65170" x="1701800" y="4025900"/>
          <p14:tracePt t="65183" x="1714500" y="4013200"/>
          <p14:tracePt t="65199" x="1746250" y="3994150"/>
          <p14:tracePt t="65203" x="1765300" y="3981450"/>
          <p14:tracePt t="65214" x="1797050" y="3975100"/>
          <p14:tracePt t="65230" x="1822450" y="3968750"/>
          <p14:tracePt t="65247" x="1835150" y="3962400"/>
          <p14:tracePt t="65310" x="1828800" y="3962400"/>
          <p14:tracePt t="65319" x="1822450" y="3962400"/>
          <p14:tracePt t="65331" x="1816100" y="3968750"/>
          <p14:tracePt t="65348" x="1797050" y="3981450"/>
          <p14:tracePt t="65366" x="1758950" y="3994150"/>
          <p14:tracePt t="65383" x="1739900" y="4006850"/>
          <p14:tracePt t="65399" x="1727200" y="4006850"/>
          <p14:tracePt t="65416" x="1708150" y="4006850"/>
          <p14:tracePt t="65431" x="1695450" y="4013200"/>
          <p14:tracePt t="65448" x="1676400" y="4019550"/>
          <p14:tracePt t="65464" x="1670050" y="4019550"/>
          <p14:tracePt t="65483" x="1663700" y="4019550"/>
          <p14:tracePt t="65497" x="1657350" y="4025900"/>
          <p14:tracePt t="65515" x="1651000" y="4025900"/>
          <p14:tracePt t="65605" x="1651000" y="4013200"/>
          <p14:tracePt t="65615" x="1651000" y="4000500"/>
          <p14:tracePt t="65632" x="1651000" y="3987800"/>
          <p14:tracePt t="65649" x="1651000" y="3975100"/>
          <p14:tracePt t="65685" x="1644650" y="3975100"/>
          <p14:tracePt t="65700" x="1631950" y="3975100"/>
          <p14:tracePt t="65714" x="1606550" y="3994150"/>
          <p14:tracePt t="65732" x="1581150" y="4013200"/>
          <p14:tracePt t="65747" x="1568450" y="4025900"/>
          <p14:tracePt t="65764" x="1568450" y="4032250"/>
          <p14:tracePt t="65783" x="1574800" y="4032250"/>
          <p14:tracePt t="65798" x="1606550" y="4019550"/>
          <p14:tracePt t="65816" x="1746250" y="3975100"/>
          <p14:tracePt t="65831" x="1860550" y="3943350"/>
          <p14:tracePt t="65848" x="1930400" y="3905250"/>
          <p14:tracePt t="65865" x="1949450" y="3860800"/>
          <p14:tracePt t="65883" x="1962150" y="3778250"/>
          <p14:tracePt t="65899" x="1949450" y="3676650"/>
          <p14:tracePt t="65917" x="1917700" y="3562350"/>
          <p14:tracePt t="65930" x="1879600" y="3429000"/>
          <p14:tracePt t="65947" x="1854200" y="3371850"/>
          <p14:tracePt t="65963" x="1835150" y="3346450"/>
          <p14:tracePt t="65980" x="1822450" y="3327400"/>
          <p14:tracePt t="65997" x="1809750" y="3314700"/>
          <p14:tracePt t="66014" x="1797050" y="3302000"/>
          <p14:tracePt t="66031" x="1765300" y="3282950"/>
          <p14:tracePt t="66048" x="1746250" y="3270250"/>
          <p14:tracePt t="66066" x="1720850" y="3257550"/>
          <p14:tracePt t="66082" x="1689100" y="3257550"/>
          <p14:tracePt t="66099" x="1644650" y="3257550"/>
          <p14:tracePt t="66116" x="1606550" y="3270250"/>
          <p14:tracePt t="66132" x="1549400" y="3295650"/>
          <p14:tracePt t="66147" x="1479550" y="3371850"/>
          <p14:tracePt t="66166" x="1466850" y="3429000"/>
          <p14:tracePt t="66180" x="1466850" y="3460750"/>
          <p14:tracePt t="66197" x="1492250" y="3486150"/>
          <p14:tracePt t="66203" x="1517650" y="3498850"/>
          <p14:tracePt t="66214" x="1555750" y="3511550"/>
          <p14:tracePt t="66231" x="1657350" y="3511550"/>
          <p14:tracePt t="66248" x="1854200" y="3473450"/>
          <p14:tracePt t="66264" x="1968500" y="3409950"/>
          <p14:tracePt t="66280" x="2025650" y="3333750"/>
          <p14:tracePt t="66305" x="2038350" y="3225800"/>
          <p14:tracePt t="66314" x="2025650" y="3187700"/>
          <p14:tracePt t="66333" x="1962150" y="3117850"/>
          <p14:tracePt t="66348" x="1847850" y="3067050"/>
          <p14:tracePt t="66365" x="1778000" y="3054350"/>
          <p14:tracePt t="66382" x="1708150" y="3054350"/>
          <p14:tracePt t="66399" x="1631950" y="3067050"/>
          <p14:tracePt t="66416" x="1555750" y="3092450"/>
          <p14:tracePt t="66430" x="1498600" y="3130550"/>
          <p14:tracePt t="66449" x="1447800" y="3232150"/>
          <p14:tracePt t="66466" x="1441450" y="3302000"/>
          <p14:tracePt t="66483" x="1460500" y="3365500"/>
          <p14:tracePt t="66498" x="1492250" y="3390900"/>
          <p14:tracePt t="66515" x="1543050" y="3403600"/>
          <p14:tracePt t="66531" x="1612900" y="3403600"/>
          <p14:tracePt t="66550" x="1739900" y="3371850"/>
          <p14:tracePt t="66567" x="1816100" y="3327400"/>
          <p14:tracePt t="66582" x="1841500" y="3251200"/>
          <p14:tracePt t="66600" x="1847850" y="3168650"/>
          <p14:tracePt t="66616" x="1828800" y="3079750"/>
          <p14:tracePt t="66645" x="1701800" y="2959100"/>
          <p14:tracePt t="66659" x="1612900" y="2940050"/>
          <p14:tracePt t="66676" x="1536700" y="2940050"/>
          <p14:tracePt t="66687" x="1447800" y="2971800"/>
          <p14:tracePt t="66698" x="1409700" y="3009900"/>
          <p14:tracePt t="66702" x="1371600" y="3041650"/>
          <p14:tracePt t="66714" x="1333500" y="3079750"/>
          <p14:tracePt t="66731" x="1320800" y="3155950"/>
          <p14:tracePt t="66748" x="1320800" y="3206750"/>
          <p14:tracePt t="66765" x="1358900" y="3251200"/>
          <p14:tracePt t="66781" x="1422400" y="3257550"/>
          <p14:tracePt t="66797" x="1511300" y="3244850"/>
          <p14:tracePt t="66816" x="1600200" y="3219450"/>
          <p14:tracePt t="66831" x="1651000" y="3187700"/>
          <p14:tracePt t="66850" x="1670050" y="3130550"/>
          <p14:tracePt t="66866" x="1657350" y="3105150"/>
          <p14:tracePt t="66883" x="1625600" y="3086100"/>
          <p14:tracePt t="66899" x="1587500" y="3086100"/>
          <p14:tracePt t="66915" x="1511300" y="3130550"/>
          <p14:tracePt t="66932" x="1428750" y="3219450"/>
          <p14:tracePt t="66949" x="1333500" y="3390900"/>
          <p14:tracePt t="66967" x="1314450" y="3486150"/>
          <p14:tracePt t="66981" x="1320800" y="3556000"/>
          <p14:tracePt t="66999" x="1365250" y="3587750"/>
          <p14:tracePt t="67014" x="1416050" y="3613150"/>
          <p14:tracePt t="67030" x="1485900" y="3625850"/>
          <p14:tracePt t="67048" x="1530350" y="3625850"/>
          <p14:tracePt t="67067" x="1555750" y="3625850"/>
          <p14:tracePt t="67103" x="1549400" y="3651250"/>
          <p14:tracePt t="67114" x="1536700" y="3683000"/>
          <p14:tracePt t="67131" x="1511300" y="3752850"/>
          <p14:tracePt t="67148" x="1492250" y="3829050"/>
          <p14:tracePt t="67165" x="1479550" y="3930650"/>
          <p14:tracePt t="67181" x="1479550" y="3975100"/>
          <p14:tracePt t="67198" x="1479550" y="3987800"/>
          <p14:tracePt t="67276" x="1479550" y="3981450"/>
          <p14:tracePt t="67300" x="1479550" y="3975100"/>
          <p14:tracePt t="67503" x="1485900" y="3975100"/>
          <p14:tracePt t="67724" x="1492250" y="3975100"/>
          <p14:tracePt t="67796" x="1498600" y="3981450"/>
          <p14:tracePt t="67808" x="1504950" y="3994150"/>
          <p14:tracePt t="67819" x="1511300" y="3994150"/>
          <p14:tracePt t="68027" x="1517650" y="3994150"/>
          <p14:tracePt t="68038" x="1517650" y="4000500"/>
          <p14:tracePt t="68048" x="1530350" y="4000500"/>
          <p14:tracePt t="68064" x="1543050" y="4006850"/>
          <p14:tracePt t="68083" x="1549400" y="4013200"/>
          <p14:tracePt t="68099" x="1555750" y="4013200"/>
          <p14:tracePt t="68154" x="1555750" y="4006850"/>
          <p14:tracePt t="68164" x="1530350" y="3968750"/>
          <p14:tracePt t="68177" x="1524000" y="3962400"/>
          <p14:tracePt t="73304" x="1549400" y="3956050"/>
          <p14:tracePt t="73312" x="1568450" y="3943350"/>
          <p14:tracePt t="73324" x="1587500" y="3937000"/>
          <p14:tracePt t="73335" x="1600200" y="3924300"/>
          <p14:tracePt t="73350" x="1670050" y="3892550"/>
          <p14:tracePt t="73366" x="1733550" y="3867150"/>
          <p14:tracePt t="73382" x="1797050" y="3854450"/>
          <p14:tracePt t="73399" x="1885950" y="3841750"/>
          <p14:tracePt t="73416" x="1987550" y="3841750"/>
          <p14:tracePt t="73432" x="2114550" y="3841750"/>
          <p14:tracePt t="73449" x="2216150" y="3841750"/>
          <p14:tracePt t="73465" x="2355850" y="3822700"/>
          <p14:tracePt t="73483" x="2425700" y="3822700"/>
          <p14:tracePt t="73498" x="2482850" y="3822700"/>
          <p14:tracePt t="73514" x="2552700" y="3822700"/>
          <p14:tracePt t="73530" x="2616200" y="3822700"/>
          <p14:tracePt t="73547" x="2686050" y="3822700"/>
          <p14:tracePt t="73565" x="2794000" y="3822700"/>
          <p14:tracePt t="73581" x="2825750" y="3829050"/>
          <p14:tracePt t="73598" x="2825750" y="3835400"/>
          <p14:tracePt t="73650" x="2838450" y="3835400"/>
          <p14:tracePt t="73661" x="2876550" y="3835400"/>
          <p14:tracePt t="73667" x="2927350" y="3835400"/>
          <p14:tracePt t="73680" x="3041650" y="3835400"/>
          <p14:tracePt t="73697" x="3162300" y="3835400"/>
          <p14:tracePt t="73715" x="3232150" y="3848100"/>
          <p14:tracePt t="73730" x="3257550" y="3867150"/>
          <p14:tracePt t="73748" x="3276600" y="3886200"/>
          <p14:tracePt t="73764" x="3295650" y="3905250"/>
          <p14:tracePt t="73781" x="3321050" y="3943350"/>
          <p14:tracePt t="73798" x="3333750" y="3962400"/>
          <p14:tracePt t="73816" x="3346450" y="3981450"/>
          <p14:tracePt t="73831" x="3352800" y="4000500"/>
          <p14:tracePt t="73848" x="3359150" y="4013200"/>
          <p14:tracePt t="73866" x="3365500" y="4032250"/>
          <p14:tracePt t="73883" x="3371850" y="4044950"/>
          <p14:tracePt t="73897" x="3390900" y="4064000"/>
          <p14:tracePt t="73915" x="3403600" y="4076700"/>
          <p14:tracePt t="73931" x="3422650" y="4089400"/>
          <p14:tracePt t="73948" x="3435350" y="4102100"/>
          <p14:tracePt t="73964" x="3448050" y="4114800"/>
          <p14:tracePt t="73980" x="3460750" y="4121150"/>
          <p14:tracePt t="73997" x="3467100" y="4121150"/>
          <p14:tracePt t="74060" x="3473450" y="4121150"/>
          <p14:tracePt t="74076" x="3479800" y="4121150"/>
          <p14:tracePt t="74088" x="3492500" y="4121150"/>
          <p14:tracePt t="74100" x="3511550" y="4121150"/>
          <p14:tracePt t="74116" x="3536950" y="4114800"/>
          <p14:tracePt t="74133" x="3562350" y="4108450"/>
          <p14:tracePt t="74150" x="3575050" y="4102100"/>
          <p14:tracePt t="74166" x="3581400" y="4102100"/>
          <p14:tracePt t="74181" x="3581400" y="4095750"/>
          <p14:tracePt t="74241" x="3587750" y="4095750"/>
          <p14:tracePt t="74253" x="3594100" y="4089400"/>
          <p14:tracePt t="74385" x="3600450" y="4089400"/>
          <p14:tracePt t="74394" x="3600450" y="4083050"/>
          <p14:tracePt t="74403" x="3625850" y="4083050"/>
          <p14:tracePt t="74417" x="3644900" y="4070350"/>
          <p14:tracePt t="74431" x="3670300" y="4057650"/>
          <p14:tracePt t="74447" x="3695700" y="4044950"/>
          <p14:tracePt t="74465" x="3746500" y="4032250"/>
          <p14:tracePt t="74481" x="3784600" y="4032250"/>
          <p14:tracePt t="74499" x="3810000" y="4032250"/>
          <p14:tracePt t="74515" x="3822700" y="4032250"/>
          <p14:tracePt t="74531" x="3829050" y="4032250"/>
          <p14:tracePt t="74550" x="3854450" y="4032250"/>
          <p14:tracePt t="74566" x="3905250" y="4038600"/>
          <p14:tracePt t="74582" x="3981450" y="4051300"/>
          <p14:tracePt t="74599" x="4070350" y="4057650"/>
          <p14:tracePt t="74615" x="4146550" y="4057650"/>
          <p14:tracePt t="74633" x="4216400" y="4064000"/>
          <p14:tracePt t="74649" x="4254500" y="4064000"/>
          <p14:tracePt t="74665" x="4260850" y="4064000"/>
          <p14:tracePt t="74698" x="4273550" y="4064000"/>
          <p14:tracePt t="74715" x="4286250" y="4051300"/>
          <p14:tracePt t="74731" x="4311650" y="4032250"/>
          <p14:tracePt t="74748" x="4330700" y="4013200"/>
          <p14:tracePt t="74765" x="4349750" y="4000500"/>
          <p14:tracePt t="74781" x="4356100" y="4000500"/>
          <p14:tracePt t="74857" x="4362450" y="4000500"/>
          <p14:tracePt t="74866" x="4381500" y="3994150"/>
          <p14:tracePt t="74883" x="4413250" y="3981450"/>
          <p14:tracePt t="74898" x="4445000" y="3981450"/>
          <p14:tracePt t="74914" x="4495800" y="3981450"/>
          <p14:tracePt t="74932" x="4533900" y="3981450"/>
          <p14:tracePt t="74949" x="4546600" y="3981450"/>
          <p14:tracePt t="74966" x="4565650" y="3975100"/>
          <p14:tracePt t="74981" x="4572000" y="3975100"/>
          <p14:tracePt t="74998" x="4584700" y="3968750"/>
          <p14:tracePt t="75007" x="4597400" y="3968750"/>
          <p14:tracePt t="75016" x="4603750" y="3956050"/>
          <p14:tracePt t="75031" x="4635500" y="3943350"/>
          <p14:tracePt t="75047" x="4679950" y="3930650"/>
          <p14:tracePt t="75066" x="4718050" y="3905250"/>
          <p14:tracePt t="75083" x="4749800" y="3879850"/>
          <p14:tracePt t="75099" x="4768850" y="3860800"/>
          <p14:tracePt t="75115" x="4781550" y="3841750"/>
          <p14:tracePt t="75133" x="4800600" y="3829050"/>
          <p14:tracePt t="75147" x="4819650" y="3810000"/>
          <p14:tracePt t="75164" x="4845050" y="3797300"/>
          <p14:tracePt t="75180" x="4889500" y="3790950"/>
          <p14:tracePt t="75198" x="4984750" y="3784600"/>
          <p14:tracePt t="75214" x="5054600" y="3784600"/>
          <p14:tracePt t="75231" x="5118100" y="3784600"/>
          <p14:tracePt t="75248" x="5168900" y="3784600"/>
          <p14:tracePt t="75264" x="5238750" y="3778250"/>
          <p14:tracePt t="75281" x="5308600" y="3778250"/>
          <p14:tracePt t="75299" x="5422900" y="3765550"/>
          <p14:tracePt t="75316" x="5499100" y="3765550"/>
          <p14:tracePt t="75333" x="5581650" y="3759200"/>
          <p14:tracePt t="75349" x="5645150" y="3752850"/>
          <p14:tracePt t="75367" x="5702300" y="3752850"/>
          <p14:tracePt t="75382" x="5727700" y="3746500"/>
          <p14:tracePt t="75399" x="5753100" y="3740150"/>
          <p14:tracePt t="75417" x="5784850" y="3740150"/>
          <p14:tracePt t="75431" x="5842000" y="3733800"/>
          <p14:tracePt t="75448" x="5905500" y="3727450"/>
          <p14:tracePt t="75464" x="5969000" y="3727450"/>
          <p14:tracePt t="75482" x="6064250" y="3721100"/>
          <p14:tracePt t="75499" x="6216650" y="3714750"/>
          <p14:tracePt t="75514" x="6324600" y="3708400"/>
          <p14:tracePt t="75531" x="6394450" y="3702050"/>
          <p14:tracePt t="75548" x="6451600" y="3695700"/>
          <p14:tracePt t="75566" x="6515100" y="3695700"/>
          <p14:tracePt t="75583" x="6578600" y="3676650"/>
          <p14:tracePt t="75600" x="6686550" y="3663950"/>
          <p14:tracePt t="75616" x="6788150" y="3663950"/>
          <p14:tracePt t="75631" x="6889750" y="3663950"/>
          <p14:tracePt t="75648" x="6991350" y="3663950"/>
          <p14:tracePt t="75664" x="7080250" y="3663950"/>
          <p14:tracePt t="75681" x="7162800" y="3663950"/>
          <p14:tracePt t="75699" x="7264400" y="3663950"/>
          <p14:tracePt t="75715" x="7308850" y="3663950"/>
          <p14:tracePt t="75733" x="7340600" y="3663950"/>
          <p14:tracePt t="75748" x="7353300" y="3663950"/>
          <p14:tracePt t="75764" x="7366000" y="3663950"/>
          <p14:tracePt t="75888" x="7372350" y="3670300"/>
          <p14:tracePt t="75904" x="7378700" y="3670300"/>
          <p14:tracePt t="75913" x="7385050" y="3683000"/>
          <p14:tracePt t="75920" x="7397750" y="3695700"/>
          <p14:tracePt t="75931" x="7410450" y="3708400"/>
          <p14:tracePt t="75949" x="7493000" y="3759200"/>
          <p14:tracePt t="75965" x="7531100" y="3784600"/>
          <p14:tracePt t="75981" x="7632700" y="3848100"/>
          <p14:tracePt t="75998" x="7683500" y="3879850"/>
          <p14:tracePt t="76015" x="7708900" y="3898900"/>
          <p14:tracePt t="76031" x="7727950" y="3911600"/>
          <p14:tracePt t="76049" x="7734300" y="3911600"/>
          <p14:tracePt t="76066" x="7734300" y="3917950"/>
          <p14:tracePt t="76130" x="7721600" y="3930650"/>
          <p14:tracePt t="76138" x="7715250" y="3937000"/>
          <p14:tracePt t="76147" x="7696200" y="3949700"/>
          <p14:tracePt t="76167" x="7550150" y="3994150"/>
          <p14:tracePt t="76180" x="7366000" y="4019550"/>
          <p14:tracePt t="76197" x="6991350" y="4064000"/>
          <p14:tracePt t="76215" x="6483350" y="4095750"/>
          <p14:tracePt t="76230" x="5880100" y="4108450"/>
          <p14:tracePt t="76247" x="5238750" y="4133850"/>
          <p14:tracePt t="76264" x="4635500" y="4133850"/>
          <p14:tracePt t="76281" x="3803650" y="4165600"/>
          <p14:tracePt t="76299" x="3409950" y="4210050"/>
          <p14:tracePt t="76316" x="3136900" y="4273550"/>
          <p14:tracePt t="76333" x="2971800" y="4318000"/>
          <p14:tracePt t="76349" x="2851150" y="4349750"/>
          <p14:tracePt t="76366" x="2768600" y="4387850"/>
          <p14:tracePt t="76383" x="2692400" y="4445000"/>
          <p14:tracePt t="76398" x="2673350" y="4476750"/>
          <p14:tracePt t="76416" x="2654300" y="4502150"/>
          <p14:tracePt t="76432" x="2635250" y="4527550"/>
          <p14:tracePt t="76448" x="2616200" y="4559300"/>
          <p14:tracePt t="76466" x="2584450" y="4584700"/>
          <p14:tracePt t="76482" x="2514600" y="4616450"/>
          <p14:tracePt t="76498" x="2387600" y="4654550"/>
          <p14:tracePt t="76514" x="2317750" y="4660900"/>
          <p14:tracePt t="76531" x="2247900" y="4660900"/>
          <p14:tracePt t="76548" x="2178050" y="4654550"/>
          <p14:tracePt t="76567" x="2108200" y="4641850"/>
          <p14:tracePt t="76583" x="2019300" y="4629150"/>
          <p14:tracePt t="76599" x="1911350" y="4597400"/>
          <p14:tracePt t="76616" x="1847850" y="4578350"/>
          <p14:tracePt t="76632" x="1828800" y="4572000"/>
          <p14:tracePt t="76648" x="1828800" y="4565650"/>
          <p14:tracePt t="76699" x="1828800" y="4559300"/>
          <p14:tracePt t="76757" x="1828800" y="4552950"/>
          <p14:tracePt t="76808" x="1835150" y="4546600"/>
          <p14:tracePt t="76833" x="1841500" y="4540250"/>
          <p14:tracePt t="76872" x="1847850" y="4540250"/>
          <p14:tracePt t="76888" x="1854200" y="4533900"/>
          <p14:tracePt t="76898" x="1866900" y="4521200"/>
          <p14:tracePt t="76906" x="1873250" y="4521200"/>
          <p14:tracePt t="76919" x="1892300" y="4508500"/>
          <p14:tracePt t="76931" x="1898650" y="4502150"/>
          <p14:tracePt t="76950" x="1936750" y="4483100"/>
          <p14:tracePt t="76965" x="2012950" y="4464050"/>
          <p14:tracePt t="76983" x="2146300" y="4438650"/>
          <p14:tracePt t="76998" x="2451100" y="4406900"/>
          <p14:tracePt t="77014" x="2984500" y="4394200"/>
          <p14:tracePt t="77031" x="3683000" y="4343400"/>
          <p14:tracePt t="77049" x="4743450" y="4267200"/>
          <p14:tracePt t="77067" x="5473700" y="4216400"/>
          <p14:tracePt t="77083" x="6159500" y="4146550"/>
          <p14:tracePt t="77100" x="6769100" y="4006850"/>
          <p14:tracePt t="77116" x="7162800" y="3905250"/>
          <p14:tracePt t="77133" x="7372350" y="3860800"/>
          <p14:tracePt t="77149" x="7524750" y="3822700"/>
          <p14:tracePt t="77165" x="7550150" y="3816350"/>
          <p14:tracePt t="77250" x="7543800" y="3816350"/>
          <p14:tracePt t="77260" x="7531100" y="3822700"/>
          <p14:tracePt t="77269" x="7505700" y="3829050"/>
          <p14:tracePt t="77281" x="7416800" y="3854450"/>
          <p14:tracePt t="77297" x="7258050" y="3886200"/>
          <p14:tracePt t="77316" x="7042150" y="3911600"/>
          <p14:tracePt t="77333" x="6731000" y="3949700"/>
          <p14:tracePt t="77350" x="6229350" y="3994150"/>
          <p14:tracePt t="77366" x="5918200" y="3994150"/>
          <p14:tracePt t="77383" x="5619750" y="3994150"/>
          <p14:tracePt t="77399" x="5321300" y="4006850"/>
          <p14:tracePt t="77417" x="5029200" y="4038600"/>
          <p14:tracePt t="77431" x="4768850" y="4070350"/>
          <p14:tracePt t="77449" x="4578350" y="4083050"/>
          <p14:tracePt t="77464" x="4330700" y="4095750"/>
          <p14:tracePt t="77481" x="4210050" y="4108450"/>
          <p14:tracePt t="77498" x="4133850" y="4121150"/>
          <p14:tracePt t="77515" x="4057650" y="4127500"/>
          <p14:tracePt t="77531" x="3987800" y="4140200"/>
          <p14:tracePt t="77548" x="3898900" y="4152900"/>
          <p14:tracePt t="77566" x="3797300" y="4171950"/>
          <p14:tracePt t="77583" x="3733800" y="4191000"/>
          <p14:tracePt t="77599" x="3714750" y="4197350"/>
          <p14:tracePt t="77616" x="3708400" y="4197350"/>
          <p14:tracePt t="77666" x="3702050" y="4203700"/>
          <p14:tracePt t="77669" x="3689350" y="4216400"/>
          <p14:tracePt t="77682" x="3638550" y="4235450"/>
          <p14:tracePt t="77699" x="3581400" y="4260850"/>
          <p14:tracePt t="77705" x="3556000" y="4267200"/>
          <p14:tracePt t="77715" x="3543300" y="4267200"/>
          <p14:tracePt t="77733" x="3517900" y="4273550"/>
          <p14:tracePt t="77748" x="3511550" y="4273550"/>
          <p14:tracePt t="77764" x="3498850" y="4273550"/>
          <p14:tracePt t="77781" x="3486150" y="4279900"/>
          <p14:tracePt t="77797" x="3479800" y="4279900"/>
          <p14:tracePt t="77832" x="3460750" y="4279900"/>
          <p14:tracePt t="77850" x="3441700" y="4267200"/>
          <p14:tracePt t="77866" x="3390900" y="4248150"/>
          <p14:tracePt t="77883" x="3321050" y="4235450"/>
          <p14:tracePt t="77900" x="3219450" y="4222750"/>
          <p14:tracePt t="77916" x="3111500" y="4216400"/>
          <p14:tracePt t="77931" x="2984500" y="4203700"/>
          <p14:tracePt t="77949" x="2755900" y="4197350"/>
          <p14:tracePt t="77964" x="2597150" y="4197350"/>
          <p14:tracePt t="77982" x="2463800" y="4197350"/>
          <p14:tracePt t="77999" x="2343150" y="4203700"/>
          <p14:tracePt t="78021" x="2216150" y="4210050"/>
          <p14:tracePt t="78037" x="2152650" y="4210050"/>
          <p14:tracePt t="78055" x="2108200" y="4203700"/>
          <p14:tracePt t="78066" x="2101850" y="4203700"/>
          <p14:tracePt t="78083" x="2076450" y="4197350"/>
          <p14:tracePt t="78100" x="2057400" y="4191000"/>
          <p14:tracePt t="78117" x="2025650" y="4184650"/>
          <p14:tracePt t="78133" x="2012950" y="4178300"/>
          <p14:tracePt t="78149" x="1955800" y="4159250"/>
          <p14:tracePt t="78166" x="1905000" y="4146550"/>
          <p14:tracePt t="78184" x="1873250" y="4133850"/>
          <p14:tracePt t="78200" x="1847850" y="4121150"/>
          <p14:tracePt t="78209" x="1841500" y="4114800"/>
          <p14:tracePt t="78271" x="1816100" y="4108450"/>
          <p14:tracePt t="78278" x="1790700" y="4102100"/>
          <p14:tracePt t="78288" x="1771650" y="4089400"/>
          <p14:tracePt t="78305" x="1714500" y="4083050"/>
          <p14:tracePt t="78316" x="1689100" y="4076700"/>
          <p14:tracePt t="78332" x="1651000" y="4064000"/>
          <p14:tracePt t="78350" x="1631950" y="4064000"/>
          <p14:tracePt t="78382" x="1625600" y="4064000"/>
          <p14:tracePt t="79083" x="1631950" y="4064000"/>
          <p14:tracePt t="79090" x="1638300" y="4064000"/>
          <p14:tracePt t="79100" x="1644650" y="4064000"/>
          <p14:tracePt t="79329" x="1644650" y="4057650"/>
          <p14:tracePt t="81000" x="1619250" y="4064000"/>
          <p14:tracePt t="81008" x="1587500" y="4076700"/>
          <p14:tracePt t="81019" x="1549400" y="4089400"/>
          <p14:tracePt t="81032" x="1485900" y="4114800"/>
          <p14:tracePt t="81048" x="1435100" y="4140200"/>
          <p14:tracePt t="81065" x="1428750" y="4140200"/>
          <p14:tracePt t="81390" x="1435100" y="4133850"/>
          <p14:tracePt t="81400" x="1441450" y="4127500"/>
          <p14:tracePt t="81415" x="1454150" y="4114800"/>
          <p14:tracePt t="81431" x="1460500" y="4108450"/>
          <p14:tracePt t="81465" x="1479550" y="4095750"/>
          <p14:tracePt t="81482" x="1485900" y="4089400"/>
          <p14:tracePt t="81498" x="1498600" y="4083050"/>
          <p14:tracePt t="81516" x="1504950" y="4076700"/>
          <p14:tracePt t="81548" x="1511300" y="4076700"/>
          <p14:tracePt t="81619" x="1511300" y="4070350"/>
          <p14:tracePt t="85729" x="1504950" y="4070350"/>
          <p14:tracePt t="86359" x="1504950" y="4076700"/>
          <p14:tracePt t="86371" x="1530350" y="4114800"/>
          <p14:tracePt t="86382" x="1549400" y="4152900"/>
          <p14:tracePt t="86400" x="1593850" y="4235450"/>
          <p14:tracePt t="86417" x="1663700" y="4400550"/>
          <p14:tracePt t="86431" x="1727200" y="4508500"/>
          <p14:tracePt t="86449" x="1803400" y="4610100"/>
          <p14:tracePt t="86464" x="1860550" y="4686300"/>
          <p14:tracePt t="86483" x="1892300" y="4762500"/>
          <p14:tracePt t="86498" x="1911350" y="4806950"/>
          <p14:tracePt t="86516" x="1911350" y="4838700"/>
          <p14:tracePt t="86531" x="1911350" y="4864100"/>
          <p14:tracePt t="86550" x="1911350" y="4876800"/>
          <p14:tracePt t="86567" x="1911350" y="4895850"/>
          <p14:tracePt t="86583" x="1911350" y="4902200"/>
          <p14:tracePt t="86654" x="1905000" y="4908550"/>
          <p14:tracePt t="86672" x="1898650" y="4914900"/>
          <p14:tracePt t="86685" x="1885950" y="4927600"/>
          <p14:tracePt t="86699" x="1879600" y="4927600"/>
          <p14:tracePt t="86704" x="1873250" y="4933950"/>
          <p14:tracePt t="86722" x="1866900" y="4933950"/>
          <p14:tracePt t="86735" x="1860550" y="4940300"/>
          <p14:tracePt t="86749" x="1847850" y="4946650"/>
          <p14:tracePt t="86767" x="1841500" y="4946650"/>
          <p14:tracePt t="86811" x="1835150" y="4946650"/>
          <p14:tracePt t="86822" x="1828800" y="4946650"/>
          <p14:tracePt t="86832" x="1822450" y="4946650"/>
          <p14:tracePt t="86850" x="1809750" y="4933950"/>
          <p14:tracePt t="86867" x="1790700" y="4927600"/>
          <p14:tracePt t="86881" x="1771650" y="4921250"/>
          <p14:tracePt t="86900" x="1758950" y="4921250"/>
          <p14:tracePt t="86916" x="1739900" y="4914900"/>
          <p14:tracePt t="86931" x="1727200" y="4908550"/>
          <p14:tracePt t="86950" x="1708150" y="4908550"/>
          <p14:tracePt t="86966" x="1689100" y="4908550"/>
          <p14:tracePt t="86984" x="1670050" y="4902200"/>
          <p14:tracePt t="86999" x="1651000" y="4895850"/>
          <p14:tracePt t="87015" x="1631950" y="4895850"/>
          <p14:tracePt t="87031" x="1619250" y="4889500"/>
          <p14:tracePt t="87048" x="1600200" y="4883150"/>
          <p14:tracePt t="87067" x="1581150" y="4883150"/>
          <p14:tracePt t="87083" x="1568450" y="4883150"/>
          <p14:tracePt t="87100" x="1543050" y="4883150"/>
          <p14:tracePt t="87117" x="1536700" y="4883150"/>
          <p14:tracePt t="87134" x="1530350" y="4883150"/>
          <p14:tracePt t="87149" x="1524000" y="4883150"/>
          <p14:tracePt t="87164" x="1511300" y="4883150"/>
          <p14:tracePt t="87182" x="1492250" y="4883150"/>
          <p14:tracePt t="87198" x="1479550" y="4883150"/>
          <p14:tracePt t="87215" x="1460500" y="4883150"/>
          <p14:tracePt t="87234" x="1435100" y="4883150"/>
          <p14:tracePt t="87248" x="1428750" y="4883150"/>
          <p14:tracePt t="87497" x="1435100" y="4883150"/>
          <p14:tracePt t="87531" x="1441450" y="4883150"/>
          <p14:tracePt t="87545" x="1454150" y="4876800"/>
          <p14:tracePt t="87556" x="1466850" y="4864100"/>
          <p14:tracePt t="87571" x="1511300" y="4851400"/>
          <p14:tracePt t="87583" x="1600200" y="4826000"/>
          <p14:tracePt t="87600" x="1701800" y="4819650"/>
          <p14:tracePt t="87616" x="1784350" y="4819650"/>
          <p14:tracePt t="87632" x="1841500" y="4819650"/>
          <p14:tracePt t="87650" x="1873250" y="4819650"/>
          <p14:tracePt t="87665" x="1911350" y="4806950"/>
          <p14:tracePt t="87683" x="1974850" y="4794250"/>
          <p14:tracePt t="87698" x="2076450" y="4762500"/>
          <p14:tracePt t="87715" x="2216150" y="4749800"/>
          <p14:tracePt t="87732" x="2343150" y="4756150"/>
          <p14:tracePt t="87748" x="2419350" y="4762500"/>
          <p14:tracePt t="87764" x="2457450" y="4762500"/>
          <p14:tracePt t="87781" x="2463800" y="4762500"/>
          <p14:tracePt t="87800" x="2482850" y="4762500"/>
          <p14:tracePt t="87816" x="2520950" y="4743450"/>
          <p14:tracePt t="87833" x="2609850" y="4724400"/>
          <p14:tracePt t="87849" x="2686050" y="4724400"/>
          <p14:tracePt t="87867" x="2774950" y="4724400"/>
          <p14:tracePt t="87883" x="2794000" y="4724400"/>
          <p14:tracePt t="87899" x="2813050" y="4724400"/>
          <p14:tracePt t="87914" x="2825750" y="4724400"/>
          <p14:tracePt t="87932" x="2876550" y="4711700"/>
          <p14:tracePt t="87948" x="2959100" y="4705350"/>
          <p14:tracePt t="87966" x="3060700" y="4699000"/>
          <p14:tracePt t="87981" x="3175000" y="4705350"/>
          <p14:tracePt t="87999" x="3219450" y="4705350"/>
          <p14:tracePt t="88015" x="3238500" y="4705350"/>
          <p14:tracePt t="88031" x="3263900" y="4705350"/>
          <p14:tracePt t="88050" x="3302000" y="4705350"/>
          <p14:tracePt t="88067" x="3371850" y="4692650"/>
          <p14:tracePt t="88082" x="3517900" y="4686300"/>
          <p14:tracePt t="88099" x="3613150" y="4679950"/>
          <p14:tracePt t="88116" x="3683000" y="4679950"/>
          <p14:tracePt t="88131" x="3708400" y="4679950"/>
          <p14:tracePt t="88150" x="3721100" y="4679950"/>
          <p14:tracePt t="88165" x="3727450" y="4679950"/>
          <p14:tracePt t="88183" x="3740150" y="4679950"/>
          <p14:tracePt t="88198" x="3778250" y="4679950"/>
          <p14:tracePt t="88215" x="3835400" y="4679950"/>
          <p14:tracePt t="88232" x="3873500" y="4679950"/>
          <p14:tracePt t="88250" x="3892550" y="4686300"/>
          <p14:tracePt t="88267" x="3898900" y="4686300"/>
          <p14:tracePt t="88310" x="3905250" y="4686300"/>
          <p14:tracePt t="88331" x="3911600" y="4692650"/>
          <p14:tracePt t="88340" x="3924300" y="4692650"/>
          <p14:tracePt t="88350" x="3930650" y="4692650"/>
          <p14:tracePt t="88367" x="3949700" y="4699000"/>
          <p14:tracePt t="88381" x="3956050" y="4699000"/>
          <p14:tracePt t="88399" x="3962400" y="4699000"/>
          <p14:tracePt t="88544" x="3968750" y="4699000"/>
          <p14:tracePt t="88558" x="3994150" y="4699000"/>
          <p14:tracePt t="88566" x="4013200" y="4699000"/>
          <p14:tracePt t="88583" x="4076700" y="4705350"/>
          <p14:tracePt t="88600" x="4146550" y="4705350"/>
          <p14:tracePt t="88617" x="4216400" y="4718050"/>
          <p14:tracePt t="88632" x="4286250" y="4718050"/>
          <p14:tracePt t="88650" x="4375150" y="4730750"/>
          <p14:tracePt t="88666" x="4413250" y="4737100"/>
          <p14:tracePt t="88684" x="4470400" y="4737100"/>
          <p14:tracePt t="88699" x="4514850" y="4743450"/>
          <p14:tracePt t="88706" x="4527550" y="4743450"/>
          <p14:tracePt t="88723" x="4559300" y="4749800"/>
          <p14:tracePt t="88742" x="4578350" y="4756150"/>
          <p14:tracePt t="88811" x="4578350" y="4762500"/>
          <p14:tracePt t="88826" x="4489450" y="4794250"/>
          <p14:tracePt t="88838" x="4432300" y="4806950"/>
          <p14:tracePt t="88853" x="4267200" y="4838700"/>
          <p14:tracePt t="88867" x="4025900" y="4845050"/>
          <p14:tracePt t="88881" x="3740150" y="4851400"/>
          <p14:tracePt t="88900" x="3454400" y="4832350"/>
          <p14:tracePt t="88916" x="3194050" y="4832350"/>
          <p14:tracePt t="88931" x="2978150" y="4826000"/>
          <p14:tracePt t="88950" x="2717800" y="4826000"/>
          <p14:tracePt t="88964" x="2584450" y="4826000"/>
          <p14:tracePt t="88983" x="2501900" y="4832350"/>
          <p14:tracePt t="88999" x="2419350" y="4845050"/>
          <p14:tracePt t="89015" x="2349500" y="4864100"/>
          <p14:tracePt t="89031" x="2266950" y="4876800"/>
          <p14:tracePt t="89051" x="2165350" y="4889500"/>
          <p14:tracePt t="89066" x="2089150" y="4902200"/>
          <p14:tracePt t="89083" x="2019300" y="4908550"/>
          <p14:tracePt t="89099" x="1949450" y="4914900"/>
          <p14:tracePt t="89116" x="1917700" y="4914900"/>
          <p14:tracePt t="89133" x="1905000" y="4914900"/>
          <p14:tracePt t="89149" x="1898650" y="4914900"/>
          <p14:tracePt t="89230" x="1905000" y="4914900"/>
          <p14:tracePt t="89241" x="1911350" y="4908550"/>
          <p14:tracePt t="89247" x="1924050" y="4908550"/>
          <p14:tracePt t="89265" x="1936750" y="4889500"/>
          <p14:tracePt t="89281" x="1955800" y="4876800"/>
          <p14:tracePt t="89298" x="1974850" y="4864100"/>
          <p14:tracePt t="89316" x="1993900" y="4864100"/>
          <p14:tracePt t="89333" x="2000250" y="4864100"/>
          <p14:tracePt t="89511" x="1993900" y="4864100"/>
          <p14:tracePt t="89522" x="1987550" y="4864100"/>
          <p14:tracePt t="89594" x="1981200" y="4864100"/>
          <p14:tracePt t="89635" x="1974850" y="4864100"/>
          <p14:tracePt t="89650" x="1968500" y="4870450"/>
          <p14:tracePt t="89667" x="1962150" y="4870450"/>
          <p14:tracePt t="89804" x="1955800" y="4870450"/>
          <p14:tracePt t="89811" x="1955800" y="4876800"/>
          <p14:tracePt t="89820" x="1949450" y="4876800"/>
          <p14:tracePt t="89837" x="1943100" y="4883150"/>
          <p14:tracePt t="89848" x="1936750" y="4883150"/>
          <p14:tracePt t="89868" x="1930400" y="4889500"/>
          <p14:tracePt t="89884" x="1911350" y="4895850"/>
          <p14:tracePt t="89900" x="1898650" y="4902200"/>
          <p14:tracePt t="89917" x="1892300" y="4902200"/>
          <p14:tracePt t="89932" x="1885950" y="4908550"/>
          <p14:tracePt t="90021" x="1879600" y="4908550"/>
          <p14:tracePt t="90029" x="1873250" y="4908550"/>
          <p14:tracePt t="90151" x="1873250" y="4902200"/>
          <p14:tracePt t="90162" x="1885950" y="4883150"/>
          <p14:tracePt t="90172" x="1898650" y="4876800"/>
          <p14:tracePt t="90186" x="1911350" y="4857750"/>
          <p14:tracePt t="90200" x="1955800" y="4832350"/>
          <p14:tracePt t="90210" x="1993900" y="4806950"/>
          <p14:tracePt t="90222" x="2032000" y="4794250"/>
          <p14:tracePt t="90232" x="2114550" y="4762500"/>
          <p14:tracePt t="90248" x="2190750" y="4743450"/>
          <p14:tracePt t="90266" x="2266950" y="4730750"/>
          <p14:tracePt t="90283" x="2336800" y="4718050"/>
          <p14:tracePt t="90303" x="2419350" y="4705350"/>
          <p14:tracePt t="90316" x="2470150" y="4699000"/>
          <p14:tracePt t="90333" x="2546350" y="4679950"/>
          <p14:tracePt t="90349" x="2622550" y="4660900"/>
          <p14:tracePt t="90367" x="2730500" y="4654550"/>
          <p14:tracePt t="90381" x="2794000" y="4654550"/>
          <p14:tracePt t="90400" x="2901950" y="4641850"/>
          <p14:tracePt t="90417" x="2940050" y="4635500"/>
          <p14:tracePt t="90431" x="2965450" y="4635500"/>
          <p14:tracePt t="90450" x="2990850" y="4622800"/>
          <p14:tracePt t="90464" x="3054350" y="4616450"/>
          <p14:tracePt t="90483" x="3130550" y="4610100"/>
          <p14:tracePt t="90498" x="3194050" y="4610100"/>
          <p14:tracePt t="90514" x="3276600" y="4622800"/>
          <p14:tracePt t="90531" x="3321050" y="4635500"/>
          <p14:tracePt t="90548" x="3365500" y="4648200"/>
          <p14:tracePt t="90566" x="3384550" y="4654550"/>
          <p14:tracePt t="90583" x="3403600" y="4654550"/>
          <p14:tracePt t="90600" x="3416300" y="4660900"/>
          <p14:tracePt t="90616" x="3441700" y="4667250"/>
          <p14:tracePt t="90632" x="3473450" y="4673600"/>
          <p14:tracePt t="90649" x="3486150" y="4673600"/>
          <p14:tracePt t="90667" x="3498850" y="4673600"/>
          <p14:tracePt t="90681" x="3505200" y="4679950"/>
          <p14:tracePt t="91074" x="3498850" y="4686300"/>
          <p14:tracePt t="91085" x="3479800" y="4699000"/>
          <p14:tracePt t="91091" x="3448050" y="4699000"/>
          <p14:tracePt t="91102" x="3352800" y="4705350"/>
          <p14:tracePt t="91117" x="3308350" y="4718050"/>
          <p14:tracePt t="91132" x="3187700" y="4743450"/>
          <p14:tracePt t="91149" x="2984500" y="4781550"/>
          <p14:tracePt t="91164" x="2863850" y="4819650"/>
          <p14:tracePt t="91182" x="2622550" y="4895850"/>
          <p14:tracePt t="91197" x="2368550" y="4984750"/>
          <p14:tracePt t="91215" x="2139950" y="5054600"/>
          <p14:tracePt t="91233" x="1949450" y="5124450"/>
          <p14:tracePt t="91249" x="1936750" y="5130800"/>
          <p14:tracePt t="91265" x="1930400" y="5130800"/>
          <p14:tracePt t="91281" x="1924050" y="5130800"/>
          <p14:tracePt t="91333" x="1924050" y="5137150"/>
          <p14:tracePt t="91350" x="1917700" y="5137150"/>
          <p14:tracePt t="91359" x="1898650" y="5156200"/>
          <p14:tracePt t="91370" x="1879600" y="5168900"/>
          <p14:tracePt t="91382" x="1866900" y="5181600"/>
          <p14:tracePt t="91400" x="1841500" y="5213350"/>
          <p14:tracePt t="91416" x="1822450" y="5232400"/>
          <p14:tracePt t="91432" x="1803400" y="5245100"/>
          <p14:tracePt t="91546" x="1809750" y="5245100"/>
          <p14:tracePt t="91557" x="1816100" y="5245100"/>
          <p14:tracePt t="91988" x="1822450" y="5245100"/>
          <p14:tracePt t="91992" x="1828800" y="5245100"/>
          <p14:tracePt t="92000" x="1835150" y="5245100"/>
          <p14:tracePt t="92014" x="1847850" y="5238750"/>
          <p14:tracePt t="92031" x="1873250" y="5232400"/>
          <p14:tracePt t="92047" x="1885950" y="5232400"/>
          <p14:tracePt t="92067" x="1898650" y="5226050"/>
          <p14:tracePt t="92083" x="1943100" y="5219700"/>
          <p14:tracePt t="92100" x="1993900" y="5219700"/>
          <p14:tracePt t="92117" x="2063750" y="5219700"/>
          <p14:tracePt t="92132" x="2139950" y="5232400"/>
          <p14:tracePt t="92148" x="2165350" y="5232400"/>
          <p14:tracePt t="92165" x="2178050" y="5238750"/>
          <p14:tracePt t="92182" x="2190750" y="5245100"/>
          <p14:tracePt t="92198" x="2209800" y="5245100"/>
          <p14:tracePt t="92201" x="2222500" y="5251450"/>
          <p14:tracePt t="92214" x="2254250" y="5257800"/>
          <p14:tracePt t="92231" x="2324100" y="5270500"/>
          <p14:tracePt t="92247" x="2476500" y="5295900"/>
          <p14:tracePt t="92264" x="2552700" y="5308600"/>
          <p14:tracePt t="92281" x="2616200" y="5308600"/>
          <p14:tracePt t="92297" x="2635250" y="5308600"/>
          <p14:tracePt t="92317" x="2654300" y="5308600"/>
          <p14:tracePt t="92333" x="2673350" y="5308600"/>
          <p14:tracePt t="92350" x="2724150" y="5308600"/>
          <p14:tracePt t="92367" x="2781300" y="5308600"/>
          <p14:tracePt t="92381" x="2825750" y="5308600"/>
          <p14:tracePt t="92400" x="2838450" y="5308600"/>
          <p14:tracePt t="92417" x="2851150" y="5308600"/>
          <p14:tracePt t="92641" x="2857500" y="5308600"/>
          <p14:tracePt t="92667" x="2870200" y="5295900"/>
          <p14:tracePt t="92676" x="2889250" y="5276850"/>
          <p14:tracePt t="92700" x="2914650" y="5251450"/>
          <p14:tracePt t="92708" x="2921000" y="5245100"/>
          <p14:tracePt t="92714" x="2933700" y="5232400"/>
          <p14:tracePt t="92732" x="2965450" y="5213350"/>
          <p14:tracePt t="92748" x="2984500" y="5207000"/>
          <p14:tracePt t="92765" x="3003550" y="5200650"/>
          <p14:tracePt t="92783" x="3028950" y="5194300"/>
          <p14:tracePt t="92800" x="3048000" y="5194300"/>
          <p14:tracePt t="92817" x="3067050" y="5194300"/>
          <p14:tracePt t="92832" x="3105150" y="5207000"/>
          <p14:tracePt t="92848" x="3155950" y="5213350"/>
          <p14:tracePt t="92866" x="3219450" y="5232400"/>
          <p14:tracePt t="92882" x="3263900" y="5238750"/>
          <p14:tracePt t="92899" x="3302000" y="5245100"/>
          <p14:tracePt t="92915" x="3321050" y="5245100"/>
          <p14:tracePt t="92932" x="3333750" y="5245100"/>
          <p14:tracePt t="92948" x="3359150" y="5245100"/>
          <p14:tracePt t="92964" x="3397250" y="5245100"/>
          <p14:tracePt t="92981" x="3435350" y="5245100"/>
          <p14:tracePt t="92999" x="3505200" y="5245100"/>
          <p14:tracePt t="93015" x="3536950" y="5238750"/>
          <p14:tracePt t="93031" x="3556000" y="5232400"/>
          <p14:tracePt t="93049" x="3575050" y="5232400"/>
          <p14:tracePt t="93067" x="3587750" y="5226050"/>
          <p14:tracePt t="93083" x="3606800" y="5219700"/>
          <p14:tracePt t="93100" x="3619500" y="5219700"/>
          <p14:tracePt t="93133" x="3625850" y="5219700"/>
          <p14:tracePt t="93329" x="3625850" y="5213350"/>
          <p14:tracePt t="93339" x="3632200" y="5207000"/>
          <p14:tracePt t="93350" x="3644900" y="5200650"/>
          <p14:tracePt t="93367" x="3740150" y="5181600"/>
          <p14:tracePt t="93381" x="3848100" y="5162550"/>
          <p14:tracePt t="93400" x="3975100" y="5143500"/>
          <p14:tracePt t="93417" x="4127500" y="5137150"/>
          <p14:tracePt t="93431" x="4235450" y="5137150"/>
          <p14:tracePt t="93449" x="4337050" y="5137150"/>
          <p14:tracePt t="93465" x="4413250" y="5137150"/>
          <p14:tracePt t="93482" x="4464050" y="5137150"/>
          <p14:tracePt t="93498" x="4476750" y="5137150"/>
          <p14:tracePt t="93515" x="4489450" y="5137150"/>
          <p14:tracePt t="93532" x="4502150" y="5143500"/>
          <p14:tracePt t="93548" x="4514850" y="5149850"/>
          <p14:tracePt t="93566" x="4514850" y="5156200"/>
          <p14:tracePt t="93599" x="4521200" y="5156200"/>
          <p14:tracePt t="93617" x="4521200" y="5162550"/>
          <p14:tracePt t="93633" x="4527550" y="5162550"/>
          <p14:tracePt t="93708" x="4533900" y="5162550"/>
          <p14:tracePt t="93724" x="4559300" y="5162550"/>
          <p14:tracePt t="93738" x="4629150" y="5175250"/>
          <p14:tracePt t="93760" x="4737100" y="5187950"/>
          <p14:tracePt t="93773" x="4775200" y="5194300"/>
          <p14:tracePt t="93785" x="4813300" y="5200650"/>
          <p14:tracePt t="93798" x="4908550" y="5213350"/>
          <p14:tracePt t="93817" x="4965700" y="5219700"/>
          <p14:tracePt t="93833" x="5035550" y="5226050"/>
          <p14:tracePt t="93850" x="5137150" y="5232400"/>
          <p14:tracePt t="93867" x="5207000" y="5238750"/>
          <p14:tracePt t="93883" x="5289550" y="5264150"/>
          <p14:tracePt t="93899" x="5391150" y="5295900"/>
          <p14:tracePt t="93914" x="5480050" y="5321300"/>
          <p14:tracePt t="93932" x="5556250" y="5334000"/>
          <p14:tracePt t="93949" x="5600700" y="5346700"/>
          <p14:tracePt t="93965" x="5607050" y="5346700"/>
          <p14:tracePt t="94241" x="5613400" y="5346700"/>
          <p14:tracePt t="94249" x="5632450" y="5346700"/>
          <p14:tracePt t="94265" x="5727700" y="5353050"/>
          <p14:tracePt t="94281" x="5854700" y="5372100"/>
          <p14:tracePt t="94300" x="6102350" y="5410200"/>
          <p14:tracePt t="94317" x="6235700" y="5435600"/>
          <p14:tracePt t="94333" x="6330950" y="5461000"/>
          <p14:tracePt t="94350" x="6388100" y="5473700"/>
          <p14:tracePt t="94367" x="6407150" y="5473700"/>
          <p14:tracePt t="94381" x="6426200" y="5480050"/>
          <p14:tracePt t="94562" x="6432550" y="5480050"/>
          <p14:tracePt t="94735" x="6438900" y="5480050"/>
          <p14:tracePt t="94792" x="6419850" y="5486400"/>
          <p14:tracePt t="94802" x="6388100" y="5499100"/>
          <p14:tracePt t="94817" x="6235700" y="5518150"/>
          <p14:tracePt t="94833" x="5981700" y="5537200"/>
          <p14:tracePt t="94850" x="5657850" y="5537200"/>
          <p14:tracePt t="94867" x="5327650" y="5537200"/>
          <p14:tracePt t="94882" x="4749800" y="5524500"/>
          <p14:tracePt t="94899" x="4343400" y="5499100"/>
          <p14:tracePt t="94914" x="3968750" y="5461000"/>
          <p14:tracePt t="94933" x="3663950" y="5441950"/>
          <p14:tracePt t="94948" x="3422650" y="5416550"/>
          <p14:tracePt t="94966" x="3282950" y="5397500"/>
          <p14:tracePt t="94983" x="3187700" y="5391150"/>
          <p14:tracePt t="94998" x="3168650" y="5391150"/>
          <p14:tracePt t="95015" x="3155950" y="5391150"/>
          <p14:tracePt t="95032" x="3136900" y="5391150"/>
          <p14:tracePt t="95048" x="3105150" y="5397500"/>
          <p14:tracePt t="95066" x="3041650" y="5410200"/>
          <p14:tracePt t="95083" x="2946400" y="5429250"/>
          <p14:tracePt t="95099" x="2794000" y="5435600"/>
          <p14:tracePt t="95118" x="2724150" y="5435600"/>
          <p14:tracePt t="95134" x="2698750" y="5435600"/>
          <p14:tracePt t="95150" x="2692400" y="5435600"/>
          <p14:tracePt t="95214" x="2686050" y="5429250"/>
          <p14:tracePt t="95235" x="2679700" y="5429250"/>
          <p14:tracePt t="95246" x="2667000" y="5422900"/>
          <p14:tracePt t="95265" x="2654300" y="5422900"/>
          <p14:tracePt t="95281" x="2647950" y="5422900"/>
          <p14:tracePt t="95300" x="2635250" y="5422900"/>
          <p14:tracePt t="95317" x="2616200" y="5422900"/>
          <p14:tracePt t="95333" x="2584450" y="5422900"/>
          <p14:tracePt t="95350" x="2533650" y="5422900"/>
          <p14:tracePt t="95366" x="2501900" y="5422900"/>
          <p14:tracePt t="95382" x="2476500" y="5422900"/>
          <p14:tracePt t="95399" x="2470150" y="5422900"/>
          <p14:tracePt t="95415" x="2463800" y="5422900"/>
          <p14:tracePt t="95432" x="2451100" y="5422900"/>
          <p14:tracePt t="95448" x="2438400" y="5422900"/>
          <p14:tracePt t="95467" x="2413000" y="5422900"/>
          <p14:tracePt t="95483" x="2393950" y="5416550"/>
          <p14:tracePt t="95546" x="2393950" y="5410200"/>
          <p14:tracePt t="95558" x="2393950" y="5403850"/>
          <p14:tracePt t="95566" x="2406650" y="5397500"/>
          <p14:tracePt t="95583" x="2425700" y="5372100"/>
          <p14:tracePt t="95600" x="2520950" y="5340350"/>
          <p14:tracePt t="95617" x="2597150" y="5321300"/>
          <p14:tracePt t="95632" x="2654300" y="5314950"/>
          <p14:tracePt t="95648" x="2698750" y="5308600"/>
          <p14:tracePt t="95665" x="2711450" y="5308600"/>
          <p14:tracePt t="95682" x="2730500" y="5308600"/>
          <p14:tracePt t="95699" x="2736850" y="5308600"/>
          <p14:tracePt t="95714" x="2755900" y="5295900"/>
          <p14:tracePt t="95732" x="2774950" y="5295900"/>
          <p14:tracePt t="95748" x="2806700" y="5295900"/>
          <p14:tracePt t="95765" x="2857500" y="5289550"/>
          <p14:tracePt t="95781" x="2921000" y="5283200"/>
          <p14:tracePt t="95800" x="3009900" y="5283200"/>
          <p14:tracePt t="95816" x="3079750" y="5270500"/>
          <p14:tracePt t="95833" x="3181350" y="5257800"/>
          <p14:tracePt t="95849" x="3314700" y="5226050"/>
          <p14:tracePt t="95867" x="3492500" y="5207000"/>
          <p14:tracePt t="95882" x="3702050" y="5181600"/>
          <p14:tracePt t="95899" x="4013200" y="5181600"/>
          <p14:tracePt t="95917" x="4146550" y="5207000"/>
          <p14:tracePt t="95931" x="4235450" y="5207000"/>
          <p14:tracePt t="95948" x="4286250" y="5207000"/>
          <p14:tracePt t="95965" x="4311650" y="5200650"/>
          <p14:tracePt t="96121" x="4305300" y="5200650"/>
          <p14:tracePt t="96129" x="4298950" y="5200650"/>
          <p14:tracePt t="96140" x="4292600" y="5200650"/>
          <p14:tracePt t="96151" x="4286250" y="5207000"/>
          <p14:tracePt t="96165" x="4279900" y="5207000"/>
          <p14:tracePt t="96182" x="4260850" y="5207000"/>
          <p14:tracePt t="96199" x="4248150" y="5213350"/>
          <p14:tracePt t="96206" x="4235450" y="5219700"/>
          <p14:tracePt t="96217" x="4171950" y="5238750"/>
          <p14:tracePt t="96233" x="4108450" y="5257800"/>
          <p14:tracePt t="96249" x="4044950" y="5264150"/>
          <p14:tracePt t="96265" x="3981450" y="5276850"/>
          <p14:tracePt t="96282" x="3949700" y="5283200"/>
          <p14:tracePt t="96299" x="3937000" y="5283200"/>
          <p14:tracePt t="96333" x="3930650" y="5283200"/>
          <p14:tracePt t="96350" x="3911600" y="5295900"/>
          <p14:tracePt t="96367" x="3886200" y="5314950"/>
          <p14:tracePt t="96382" x="3848100" y="5340350"/>
          <p14:tracePt t="96399" x="3835400" y="5346700"/>
          <p14:tracePt t="96441" x="3841750" y="5346700"/>
          <p14:tracePt t="96449" x="3854450" y="5346700"/>
          <p14:tracePt t="96465" x="3886200" y="5340350"/>
          <p14:tracePt t="96481" x="3905250" y="5334000"/>
          <p14:tracePt t="96498" x="3924300" y="5334000"/>
          <p14:tracePt t="96515" x="3930650" y="5327650"/>
          <p14:tracePt t="96531" x="3937000" y="5327650"/>
          <p14:tracePt t="96557" x="3937000" y="5321300"/>
          <p14:tracePt t="96626" x="3930650" y="5321300"/>
          <p14:tracePt t="96635" x="3924300" y="5321300"/>
          <p14:tracePt t="97025" x="3930650" y="5321300"/>
          <p14:tracePt t="97040" x="3937000" y="5314950"/>
          <p14:tracePt t="97055" x="3943350" y="5314950"/>
          <p14:tracePt t="97159" x="3949700" y="5314950"/>
          <p14:tracePt t="104155" x="3943350" y="5308600"/>
          <p14:tracePt t="104164" x="3898900" y="5295900"/>
          <p14:tracePt t="104172" x="3867150" y="5276850"/>
          <p14:tracePt t="104183" x="3790950" y="5238750"/>
          <p14:tracePt t="104200" x="3746500" y="5219700"/>
          <p14:tracePt t="104206" x="3740150" y="5207000"/>
          <p14:tracePt t="104218" x="3727450" y="5207000"/>
          <p14:tracePt t="104233" x="3721100" y="5187950"/>
          <p14:tracePt t="104249" x="3721100" y="5175250"/>
          <p14:tracePt t="104267" x="3721100" y="5156200"/>
          <p14:tracePt t="104284" x="3721100" y="5137150"/>
          <p14:tracePt t="104317" x="3721100" y="5130800"/>
          <p14:tracePt t="104335" x="3727450" y="5130800"/>
          <p14:tracePt t="104350" x="3727450" y="5124450"/>
          <p14:tracePt t="104379" x="3727450" y="5118100"/>
          <p14:tracePt t="104636" x="3721100" y="5118100"/>
          <p14:tracePt t="104654" x="3714750" y="5118100"/>
          <p14:tracePt t="104990" x="3714750" y="5124450"/>
          <p14:tracePt t="105009" x="3721100" y="5143500"/>
          <p14:tracePt t="105011" x="3727450" y="5149850"/>
          <p14:tracePt t="105020" x="3733800" y="5168900"/>
          <p14:tracePt t="105031" x="3733800" y="5175250"/>
          <p14:tracePt t="105048" x="3752850" y="5200650"/>
          <p14:tracePt t="105065" x="3759200" y="5219700"/>
          <p14:tracePt t="105082" x="3765550" y="5232400"/>
          <p14:tracePt t="105098" x="3771900" y="5251450"/>
          <p14:tracePt t="105116" x="3771900" y="5270500"/>
          <p14:tracePt t="105132" x="3771900" y="5283200"/>
          <p14:tracePt t="105149" x="3765550" y="5302250"/>
          <p14:tracePt t="105166" x="3746500" y="5314950"/>
          <p14:tracePt t="105182" x="3740150" y="5327650"/>
          <p14:tracePt t="105200" x="3727450" y="5327650"/>
          <p14:tracePt t="105218" x="3714750" y="5334000"/>
          <p14:tracePt t="105232" x="3708400" y="5334000"/>
          <p14:tracePt t="105250" x="3683000" y="5346700"/>
          <p14:tracePt t="105266" x="3606800" y="5353050"/>
          <p14:tracePt t="105282" x="3498850" y="5340350"/>
          <p14:tracePt t="105299" x="3359150" y="5289550"/>
          <p14:tracePt t="105315" x="3232150" y="5219700"/>
          <p14:tracePt t="105333" x="3136900" y="5156200"/>
          <p14:tracePt t="105349" x="3067050" y="5124450"/>
          <p14:tracePt t="105367" x="3048000" y="5105400"/>
          <p14:tracePt t="105384" x="3048000" y="5099050"/>
          <p14:tracePt t="105429" x="3048000" y="5092700"/>
          <p14:tracePt t="105434" x="3048000" y="5086350"/>
          <p14:tracePt t="105448" x="3054350" y="5080000"/>
          <p14:tracePt t="105466" x="3060700" y="5067300"/>
          <p14:tracePt t="105482" x="3073400" y="5060950"/>
          <p14:tracePt t="105499" x="3092450" y="5054600"/>
          <p14:tracePt t="105515" x="3124200" y="5054600"/>
          <p14:tracePt t="105531" x="3200400" y="5073650"/>
          <p14:tracePt t="105549" x="3270250" y="5099050"/>
          <p14:tracePt t="105566" x="3346450" y="5118100"/>
          <p14:tracePt t="105583" x="3403600" y="5149850"/>
          <p14:tracePt t="105598" x="3422650" y="5168900"/>
          <p14:tracePt t="105617" x="3435350" y="5175250"/>
          <p14:tracePt t="105634" x="3448050" y="5175250"/>
          <p14:tracePt t="105649" x="3467100" y="5175250"/>
          <p14:tracePt t="105667" x="3492500" y="5175250"/>
          <p14:tracePt t="105684" x="3575050" y="5175250"/>
          <p14:tracePt t="105699" x="3638550" y="5175250"/>
          <p14:tracePt t="105715" x="3689350" y="5175250"/>
          <p14:tracePt t="105734" x="3714750" y="5162550"/>
          <p14:tracePt t="105749" x="3733800" y="5156200"/>
          <p14:tracePt t="105765" x="3746500" y="5149850"/>
          <p14:tracePt t="105784" x="3746500" y="5137150"/>
          <p14:tracePt t="105826" x="3746500" y="5130800"/>
          <p14:tracePt t="105869" x="3740150" y="5130800"/>
          <p14:tracePt t="105878" x="3740150" y="5137150"/>
          <p14:tracePt t="105890" x="3721100" y="5156200"/>
          <p14:tracePt t="105900" x="3714750" y="5162550"/>
          <p14:tracePt t="105917" x="3683000" y="5187950"/>
          <p14:tracePt t="105933" x="3594100" y="5226050"/>
          <p14:tracePt t="105950" x="3556000" y="5245100"/>
          <p14:tracePt t="105965" x="3530600" y="5264150"/>
          <p14:tracePt t="105984" x="3511550" y="5283200"/>
          <p14:tracePt t="105999" x="3505200" y="5289550"/>
          <p14:tracePt t="106082" x="3524250" y="5283200"/>
          <p14:tracePt t="106091" x="3536950" y="5270500"/>
          <p14:tracePt t="106101" x="3556000" y="5264150"/>
          <p14:tracePt t="106117" x="3619500" y="5232400"/>
          <p14:tracePt t="106134" x="3733800" y="5194300"/>
          <p14:tracePt t="106149" x="3803650" y="5168900"/>
          <p14:tracePt t="106167" x="3873500" y="5156200"/>
          <p14:tracePt t="106184" x="3924300" y="5143500"/>
          <p14:tracePt t="106199" x="3943350" y="5137150"/>
          <p14:tracePt t="106203" x="3949700" y="5137150"/>
          <p14:tracePt t="106216" x="3956050" y="5137150"/>
          <p14:tracePt t="106233" x="3962400" y="5137150"/>
          <p14:tracePt t="106249" x="3981450" y="5137150"/>
          <p14:tracePt t="106267" x="3994150" y="5137150"/>
          <p14:tracePt t="106281" x="4006850" y="5137150"/>
          <p14:tracePt t="106299" x="4025900" y="5156200"/>
          <p14:tracePt t="106316" x="4044950" y="5175250"/>
          <p14:tracePt t="106333" x="4064000" y="5187950"/>
          <p14:tracePt t="106349" x="4076700" y="5194300"/>
          <p14:tracePt t="106365" x="4083050" y="5194300"/>
          <p14:tracePt t="106382" x="4089400" y="5207000"/>
          <p14:tracePt t="106399" x="4095750" y="5213350"/>
          <p14:tracePt t="106415" x="4102100" y="5219700"/>
          <p14:tracePt t="106433" x="4108450" y="5226050"/>
          <p14:tracePt t="106448" x="4121150" y="5238750"/>
          <p14:tracePt t="106466" x="4140200" y="5251450"/>
          <p14:tracePt t="106482" x="4159250" y="5270500"/>
          <p14:tracePt t="106498" x="4178300" y="5276850"/>
          <p14:tracePt t="106515" x="4191000" y="5289550"/>
          <p14:tracePt t="106532" x="4203700" y="5295900"/>
          <p14:tracePt t="106550" x="4229100" y="5302250"/>
          <p14:tracePt t="106567" x="4248150" y="5314950"/>
          <p14:tracePt t="106583" x="4267200" y="5334000"/>
          <p14:tracePt t="106600" x="4286250" y="5346700"/>
          <p14:tracePt t="106768" x="4292600" y="5346700"/>
        </p14:tracePtLst>
      </p14:laserTraceLst>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Rectangle 2"/>
          <p:cNvSpPr>
            <a:spLocks noGrp="1" noChangeArrowheads="1"/>
          </p:cNvSpPr>
          <p:nvPr>
            <p:ph type="title"/>
          </p:nvPr>
        </p:nvSpPr>
        <p:spPr/>
        <p:txBody>
          <a:bodyPr/>
          <a:lstStyle/>
          <a:p>
            <a:r>
              <a:rPr lang="en-US" dirty="0"/>
              <a:t>Internetworking Terms</a:t>
            </a:r>
            <a:endParaRPr lang="en-US" b="1" dirty="0"/>
          </a:p>
        </p:txBody>
      </p:sp>
      <p:sp>
        <p:nvSpPr>
          <p:cNvPr id="309251" name="Rectangle 3"/>
          <p:cNvSpPr>
            <a:spLocks noGrp="1" noChangeArrowheads="1"/>
          </p:cNvSpPr>
          <p:nvPr>
            <p:ph idx="1"/>
          </p:nvPr>
        </p:nvSpPr>
        <p:spPr/>
        <p:txBody>
          <a:bodyPr/>
          <a:lstStyle/>
          <a:p>
            <a:r>
              <a:rPr lang="en-US" sz="2800" dirty="0"/>
              <a:t>End System (ES) – device used to support end-user applications or services</a:t>
            </a:r>
          </a:p>
          <a:p>
            <a:r>
              <a:rPr lang="en-US" sz="2800" dirty="0"/>
              <a:t>Intermediate System (IS) – device used to connect two networks</a:t>
            </a:r>
          </a:p>
          <a:p>
            <a:r>
              <a:rPr lang="en-US" sz="2800" dirty="0"/>
              <a:t>Bridge – an IS used to connect two LANs that use similar LAN protocols</a:t>
            </a:r>
          </a:p>
          <a:p>
            <a:r>
              <a:rPr lang="en-US" sz="2800" dirty="0"/>
              <a:t>Router - an IS used to connect two networks that may or may not be similar</a:t>
            </a:r>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26</a:t>
            </a:fld>
            <a:endParaRPr lang="en-US" sz="1200" dirty="0">
              <a:latin typeface="Times New Roman"/>
              <a:cs typeface="Times New Roman"/>
            </a:endParaRPr>
          </a:p>
        </p:txBody>
      </p:sp>
    </p:spTree>
    <p:extLst>
      <p:ext uri="{BB962C8B-B14F-4D97-AF65-F5344CB8AC3E}">
        <p14:creationId xmlns="" xmlns:p14="http://schemas.microsoft.com/office/powerpoint/2010/main" val="3788142872"/>
      </p:ext>
    </p:extLst>
  </p:cSld>
  <p:clrMapOvr>
    <a:masterClrMapping/>
  </p:clrMapOvr>
  <mc:AlternateContent xmlns:mc="http://schemas.openxmlformats.org/markup-compatibility/2006">
    <mc:Choice xmlns="" xmlns:p14="http://schemas.microsoft.com/office/powerpoint/2010/main" Requires="p14">
      <p:transition spd="slow" p14:dur="2000" advTm="67371"/>
    </mc:Choice>
    <mc:Fallback>
      <p:transition spd="slow" advTm="67371"/>
    </mc:Fallback>
  </mc:AlternateContent>
  <p:extLst>
    <p:ext uri="{3A86A75C-4F4B-4683-9AE1-C65F6400EC91}">
      <p14:laserTraceLst xmlns="" xmlns:p14="http://schemas.microsoft.com/office/powerpoint/2010/main">
        <p14:tracePtLst>
          <p14:tracePt t="1802" x="4324350" y="5314950"/>
          <p14:tracePt t="1808" x="4349750" y="5257800"/>
          <p14:tracePt t="1818" x="4362450" y="5207000"/>
          <p14:tracePt t="1833" x="4375150" y="5092700"/>
          <p14:tracePt t="1849" x="4318000" y="4927600"/>
          <p14:tracePt t="1866" x="4133850" y="4622800"/>
          <p14:tracePt t="1882" x="3816350" y="4229100"/>
          <p14:tracePt t="1900" x="3314700" y="3549650"/>
          <p14:tracePt t="1916" x="3105150" y="3168650"/>
          <p14:tracePt t="1932" x="2959100" y="2711450"/>
          <p14:tracePt t="1948" x="2876550" y="2260600"/>
          <p14:tracePt t="1965" x="2838450" y="1905000"/>
          <p14:tracePt t="1980" x="2800350" y="1625600"/>
          <p14:tracePt t="1998" x="2768600" y="1460500"/>
          <p14:tracePt t="2014" x="2755900" y="1441450"/>
          <p14:tracePt t="2048" x="2749550" y="1441450"/>
          <p14:tracePt t="2126" x="2743200" y="1441450"/>
          <p14:tracePt t="2136" x="2736850" y="1441450"/>
          <p14:tracePt t="2162" x="2730500" y="1441450"/>
          <p14:tracePt t="2207" x="2705100" y="1441450"/>
          <p14:tracePt t="2215" x="2667000" y="1454150"/>
          <p14:tracePt t="2232" x="2597150" y="1479550"/>
          <p14:tracePt t="2248" x="2520950" y="1498600"/>
          <p14:tracePt t="2266" x="2387600" y="1536700"/>
          <p14:tracePt t="2283" x="2260600" y="1581150"/>
          <p14:tracePt t="2299" x="2120900" y="1619250"/>
          <p14:tracePt t="2315" x="2012950" y="1651000"/>
          <p14:tracePt t="2333" x="1905000" y="1695450"/>
          <p14:tracePt t="2350" x="1809750" y="1727200"/>
          <p14:tracePt t="2365" x="1708150" y="1758950"/>
          <p14:tracePt t="2384" x="1651000" y="1790700"/>
          <p14:tracePt t="2398" x="1600200" y="1816100"/>
          <p14:tracePt t="2414" x="1562100" y="1835150"/>
          <p14:tracePt t="2432" x="1549400" y="1847850"/>
          <p14:tracePt t="2484" x="1543050" y="1847850"/>
          <p14:tracePt t="2500" x="1543050" y="1854200"/>
          <p14:tracePt t="2507" x="1530350" y="1854200"/>
          <p14:tracePt t="2528" x="1524000" y="1854200"/>
          <p14:tracePt t="2539" x="1524000" y="1860550"/>
          <p14:tracePt t="2552" x="1517650" y="1860550"/>
          <p14:tracePt t="2606" x="1517650" y="1866900"/>
          <p14:tracePt t="2617" x="1517650" y="1873250"/>
          <p14:tracePt t="2626" x="1524000" y="1885950"/>
          <p14:tracePt t="2635" x="1530350" y="1898650"/>
          <p14:tracePt t="2650" x="1543050" y="1911350"/>
          <p14:tracePt t="2665" x="1562100" y="1936750"/>
          <p14:tracePt t="2671" x="1574800" y="1943100"/>
          <p14:tracePt t="2683" x="1593850" y="1955800"/>
          <p14:tracePt t="2699" x="1676400" y="1981200"/>
          <p14:tracePt t="2715" x="1752600" y="1981200"/>
          <p14:tracePt t="2731" x="1835150" y="1962150"/>
          <p14:tracePt t="2748" x="1911350" y="1936750"/>
          <p14:tracePt t="2766" x="1968500" y="1924050"/>
          <p14:tracePt t="2784" x="1987550" y="1911350"/>
          <p14:tracePt t="2798" x="1993900" y="1911350"/>
          <p14:tracePt t="3289" x="2000250" y="1911350"/>
          <p14:tracePt t="3321" x="2006600" y="1905000"/>
          <p14:tracePt t="3336" x="2012950" y="1898650"/>
          <p14:tracePt t="3365" x="2019300" y="1892300"/>
          <p14:tracePt t="3368" x="2025650" y="1892300"/>
          <p14:tracePt t="3380" x="2025650" y="1879600"/>
          <p14:tracePt t="3398" x="2076450" y="1854200"/>
          <p14:tracePt t="3415" x="2152650" y="1828800"/>
          <p14:tracePt t="3432" x="2254250" y="1803400"/>
          <p14:tracePt t="3448" x="2343150" y="1790700"/>
          <p14:tracePt t="3465" x="2413000" y="1778000"/>
          <p14:tracePt t="3481" x="2451100" y="1771650"/>
          <p14:tracePt t="3498" x="2457450" y="1771650"/>
          <p14:tracePt t="3556" x="2457450" y="1778000"/>
          <p14:tracePt t="3564" x="2457450" y="1784350"/>
          <p14:tracePt t="3571" x="2457450" y="1797050"/>
          <p14:tracePt t="3584" x="2457450" y="1803400"/>
          <p14:tracePt t="3600" x="2451100" y="1822450"/>
          <p14:tracePt t="3615" x="2432050" y="1841500"/>
          <p14:tracePt t="3631" x="2425700" y="1860550"/>
          <p14:tracePt t="3648" x="2413000" y="1866900"/>
          <p14:tracePt t="3665" x="2400300" y="1873250"/>
          <p14:tracePt t="3681" x="2393950" y="1879600"/>
          <p14:tracePt t="3698" x="2381250" y="1879600"/>
          <p14:tracePt t="3715" x="2381250" y="1885950"/>
          <p14:tracePt t="4090" x="2387600" y="1885950"/>
          <p14:tracePt t="4306" x="2393950" y="1873250"/>
          <p14:tracePt t="4318" x="2393950" y="1866900"/>
          <p14:tracePt t="4326" x="2400300" y="1860550"/>
          <p14:tracePt t="4338" x="2400300" y="1841500"/>
          <p14:tracePt t="4350" x="2406650" y="1835150"/>
          <p14:tracePt t="4365" x="2419350" y="1816100"/>
          <p14:tracePt t="4383" x="2425700" y="1790700"/>
          <p14:tracePt t="4398" x="2432050" y="1784350"/>
          <p14:tracePt t="4415" x="2444750" y="1752600"/>
          <p14:tracePt t="4432" x="2457450" y="1739900"/>
          <p14:tracePt t="4448" x="2476500" y="1720850"/>
          <p14:tracePt t="4465" x="2489200" y="1701800"/>
          <p14:tracePt t="4483" x="2508250" y="1689100"/>
          <p14:tracePt t="4500" x="2533650" y="1676400"/>
          <p14:tracePt t="4515" x="2546350" y="1670050"/>
          <p14:tracePt t="4534" x="2565400" y="1657350"/>
          <p14:tracePt t="4550" x="2584450" y="1651000"/>
          <p14:tracePt t="4564" x="2603500" y="1644650"/>
          <p14:tracePt t="4580" x="2654300" y="1644650"/>
          <p14:tracePt t="4599" x="2774950" y="1663700"/>
          <p14:tracePt t="4615" x="2870200" y="1689100"/>
          <p14:tracePt t="4631" x="2952750" y="1714500"/>
          <p14:tracePt t="4648" x="3016250" y="1739900"/>
          <p14:tracePt t="4665" x="3067050" y="1765300"/>
          <p14:tracePt t="4670" x="3086100" y="1771650"/>
          <p14:tracePt t="4683" x="3117850" y="1790700"/>
          <p14:tracePt t="4699" x="3149600" y="1809750"/>
          <p14:tracePt t="4715" x="3181350" y="1828800"/>
          <p14:tracePt t="4731" x="3219450" y="1847850"/>
          <p14:tracePt t="4748" x="3270250" y="1873250"/>
          <p14:tracePt t="4767" x="3321050" y="1892300"/>
          <p14:tracePt t="4784" x="3365500" y="1917700"/>
          <p14:tracePt t="4801" x="3416300" y="1936750"/>
          <p14:tracePt t="4816" x="3441700" y="1936750"/>
          <p14:tracePt t="4831" x="3454400" y="1949450"/>
          <p14:tracePt t="4849" x="3473450" y="1949450"/>
          <p14:tracePt t="4864" x="3492500" y="1955800"/>
          <p14:tracePt t="4883" x="3511550" y="1962150"/>
          <p14:tracePt t="4900" x="3594100" y="1974850"/>
          <p14:tracePt t="4915" x="3695700" y="1981200"/>
          <p14:tracePt t="4931" x="3822700" y="2000250"/>
          <p14:tracePt t="4950" x="3987800" y="2006600"/>
          <p14:tracePt t="4965" x="4133850" y="2012950"/>
          <p14:tracePt t="4981" x="4286250" y="2019300"/>
          <p14:tracePt t="4998" x="4419600" y="2025650"/>
          <p14:tracePt t="5016" x="4572000" y="2038350"/>
          <p14:tracePt t="5034" x="4654550" y="2044700"/>
          <p14:tracePt t="5049" x="4724400" y="2044700"/>
          <p14:tracePt t="5065" x="4756150" y="2051050"/>
          <p14:tracePt t="5082" x="4768850" y="2051050"/>
          <p14:tracePt t="5136" x="4775200" y="2051050"/>
          <p14:tracePt t="5163" x="4787900" y="2044700"/>
          <p14:tracePt t="5169" x="4794250" y="2038350"/>
          <p14:tracePt t="5182" x="4806950" y="2038350"/>
          <p14:tracePt t="5198" x="4826000" y="2025650"/>
          <p14:tracePt t="5215" x="4851400" y="2019300"/>
          <p14:tracePt t="5231" x="4908550" y="2006600"/>
          <p14:tracePt t="5249" x="4972050" y="2000250"/>
          <p14:tracePt t="5265" x="5029200" y="1993900"/>
          <p14:tracePt t="5283" x="5080000" y="1993900"/>
          <p14:tracePt t="5300" x="5130800" y="1987550"/>
          <p14:tracePt t="5316" x="5175250" y="1987550"/>
          <p14:tracePt t="5333" x="5213350" y="1987550"/>
          <p14:tracePt t="5349" x="5232400" y="1987550"/>
          <p14:tracePt t="5365" x="5245100" y="1993900"/>
          <p14:tracePt t="5381" x="5270500" y="2000250"/>
          <p14:tracePt t="5398" x="5289550" y="2006600"/>
          <p14:tracePt t="5415" x="5314950" y="2012950"/>
          <p14:tracePt t="5433" x="5334000" y="2012950"/>
          <p14:tracePt t="5448" x="5340350" y="2012950"/>
          <p14:tracePt t="5465" x="5353050" y="2012950"/>
          <p14:tracePt t="5484" x="5365750" y="2012950"/>
          <p14:tracePt t="5498" x="5378450" y="2012950"/>
          <p14:tracePt t="5516" x="5391150" y="2006600"/>
          <p14:tracePt t="5534" x="5416550" y="1993900"/>
          <p14:tracePt t="5549" x="5422900" y="1993900"/>
          <p14:tracePt t="5613" x="5429250" y="1993900"/>
          <p14:tracePt t="5627" x="5441950" y="1993900"/>
          <p14:tracePt t="5644" x="5454650" y="1993900"/>
          <p14:tracePt t="5653" x="5461000" y="1993900"/>
          <p14:tracePt t="5666" x="5480050" y="2000250"/>
          <p14:tracePt t="5681" x="5492750" y="2006600"/>
          <p14:tracePt t="5698" x="5511800" y="2019300"/>
          <p14:tracePt t="5715" x="5530850" y="2025650"/>
          <p14:tracePt t="5733" x="5543550" y="2032000"/>
          <p14:tracePt t="5750" x="5556250" y="2032000"/>
          <p14:tracePt t="5767" x="5575300" y="2032000"/>
          <p14:tracePt t="5782" x="5638800" y="2038350"/>
          <p14:tracePt t="5800" x="5715000" y="2038350"/>
          <p14:tracePt t="5816" x="5784850" y="2038350"/>
          <p14:tracePt t="5834" x="5854700" y="2044700"/>
          <p14:tracePt t="5849" x="5930900" y="2044700"/>
          <p14:tracePt t="5867" x="5969000" y="2044700"/>
          <p14:tracePt t="5881" x="6007100" y="2044700"/>
          <p14:tracePt t="5900" x="6064250" y="2051050"/>
          <p14:tracePt t="5915" x="6134100" y="2057400"/>
          <p14:tracePt t="5931" x="6203950" y="2057400"/>
          <p14:tracePt t="5950" x="6299200" y="2051050"/>
          <p14:tracePt t="5964" x="6375400" y="2038350"/>
          <p14:tracePt t="5981" x="6445250" y="2025650"/>
          <p14:tracePt t="5998" x="6540500" y="2019300"/>
          <p14:tracePt t="6015" x="6648450" y="2012950"/>
          <p14:tracePt t="6033" x="6794500" y="2012950"/>
          <p14:tracePt t="6049" x="6864350" y="2000250"/>
          <p14:tracePt t="6067" x="6927850" y="1987550"/>
          <p14:tracePt t="6084" x="6985000" y="1968500"/>
          <p14:tracePt t="6100" x="7035800" y="1943100"/>
          <p14:tracePt t="6117" x="7092950" y="1924050"/>
          <p14:tracePt t="6133" x="7143750" y="1898650"/>
          <p14:tracePt t="6148" x="7245350" y="1866900"/>
          <p14:tracePt t="6166" x="7308850" y="1841500"/>
          <p14:tracePt t="6181" x="7385050" y="1816100"/>
          <p14:tracePt t="6198" x="7454900" y="1790700"/>
          <p14:tracePt t="6215" x="7493000" y="1778000"/>
          <p14:tracePt t="6231" x="7512050" y="1765300"/>
          <p14:tracePt t="6249" x="7518400" y="1765300"/>
          <p14:tracePt t="6376" x="7524750" y="1765300"/>
          <p14:tracePt t="6386" x="7531100" y="1765300"/>
          <p14:tracePt t="6398" x="7531100" y="1758950"/>
          <p14:tracePt t="6416" x="7550150" y="1758950"/>
          <p14:tracePt t="6433" x="7562850" y="1758950"/>
          <p14:tracePt t="6450" x="7581900" y="1758950"/>
          <p14:tracePt t="6465" x="7594600" y="1765300"/>
          <p14:tracePt t="6482" x="7613650" y="1771650"/>
          <p14:tracePt t="6498" x="7626350" y="1778000"/>
          <p14:tracePt t="6515" x="7651750" y="1784350"/>
          <p14:tracePt t="6534" x="7664450" y="1784350"/>
          <p14:tracePt t="6550" x="7670800" y="1790700"/>
          <p14:tracePt t="6565" x="7689850" y="1790700"/>
          <p14:tracePt t="6582" x="7708900" y="1790700"/>
          <p14:tracePt t="6598" x="7727950" y="1803400"/>
          <p14:tracePt t="6615" x="7759700" y="1809750"/>
          <p14:tracePt t="6631" x="7804150" y="1835150"/>
          <p14:tracePt t="6648" x="7829550" y="1854200"/>
          <p14:tracePt t="6665" x="7854950" y="1873250"/>
          <p14:tracePt t="6668" x="7861300" y="1879600"/>
          <p14:tracePt t="6681" x="7867650" y="1892300"/>
          <p14:tracePt t="6698" x="7886700" y="1898650"/>
          <p14:tracePt t="6715" x="7899400" y="1911350"/>
          <p14:tracePt t="6732" x="7918450" y="1924050"/>
          <p14:tracePt t="6748" x="7918450" y="1930400"/>
          <p14:tracePt t="6766" x="7931150" y="1943100"/>
          <p14:tracePt t="6784" x="7937500" y="1955800"/>
          <p14:tracePt t="6800" x="7956550" y="1968500"/>
          <p14:tracePt t="6817" x="7962900" y="1981200"/>
          <p14:tracePt t="6834" x="7969250" y="1987550"/>
          <p14:tracePt t="6871" x="7969250" y="1993900"/>
          <p14:tracePt t="6892" x="7962900" y="1993900"/>
          <p14:tracePt t="6899" x="7956550" y="1993900"/>
          <p14:tracePt t="6917" x="7950200" y="1993900"/>
          <p14:tracePt t="6931" x="7931150" y="2012950"/>
          <p14:tracePt t="6949" x="7880350" y="2032000"/>
          <p14:tracePt t="6966" x="7804150" y="2051050"/>
          <p14:tracePt t="6983" x="7645400" y="2089150"/>
          <p14:tracePt t="6998" x="7505700" y="2114550"/>
          <p14:tracePt t="7016" x="7334250" y="2146300"/>
          <p14:tracePt t="7034" x="7073900" y="2178050"/>
          <p14:tracePt t="7051" x="6553200" y="2228850"/>
          <p14:tracePt t="7066" x="6356350" y="2241550"/>
          <p14:tracePt t="7083" x="5975350" y="2260600"/>
          <p14:tracePt t="7101" x="5499100" y="2305050"/>
          <p14:tracePt t="7114" x="5226050" y="2343150"/>
          <p14:tracePt t="7133" x="4965700" y="2368550"/>
          <p14:tracePt t="7149" x="4711700" y="2393950"/>
          <p14:tracePt t="7165" x="4451350" y="2393950"/>
          <p14:tracePt t="7168" x="4305300" y="2381250"/>
          <p14:tracePt t="7181" x="4159250" y="2362200"/>
          <p14:tracePt t="7199" x="3670300" y="2317750"/>
          <p14:tracePt t="7214" x="3378200" y="2279650"/>
          <p14:tracePt t="7232" x="3067050" y="2241550"/>
          <p14:tracePt t="7251" x="2838450" y="2209800"/>
          <p14:tracePt t="7266" x="2686050" y="2184400"/>
          <p14:tracePt t="7284" x="2552700" y="2159000"/>
          <p14:tracePt t="7300" x="2508250" y="2159000"/>
          <p14:tracePt t="7315" x="2470150" y="2159000"/>
          <p14:tracePt t="7332" x="2438400" y="2159000"/>
          <p14:tracePt t="7348" x="2413000" y="2159000"/>
          <p14:tracePt t="7365" x="2387600" y="2159000"/>
          <p14:tracePt t="7384" x="2355850" y="2159000"/>
          <p14:tracePt t="7400" x="2343150" y="2159000"/>
          <p14:tracePt t="7416" x="2330450" y="2165350"/>
          <p14:tracePt t="7432" x="2317750" y="2165350"/>
          <p14:tracePt t="7448" x="2298700" y="2178050"/>
          <p14:tracePt t="7465" x="2286000" y="2190750"/>
          <p14:tracePt t="7482" x="2266950" y="2203450"/>
          <p14:tracePt t="7498" x="2260600" y="2209800"/>
          <p14:tracePt t="7521" x="2260600" y="2216150"/>
          <p14:tracePt t="7539" x="2260600" y="2222500"/>
          <p14:tracePt t="7551" x="2292350" y="2235200"/>
          <p14:tracePt t="7566" x="2349500" y="2260600"/>
          <p14:tracePt t="7583" x="2419350" y="2273300"/>
          <p14:tracePt t="7600" x="2514600" y="2298700"/>
          <p14:tracePt t="7616" x="2622550" y="2317750"/>
          <p14:tracePt t="7633" x="2698750" y="2336800"/>
          <p14:tracePt t="7649" x="2781300" y="2355850"/>
          <p14:tracePt t="7667" x="2806700" y="2368550"/>
          <p14:tracePt t="7677" x="2813050" y="2381250"/>
          <p14:tracePt t="7689" x="2825750" y="2387600"/>
          <p14:tracePt t="7700" x="2851150" y="2406650"/>
          <p14:tracePt t="7715" x="2882900" y="2425700"/>
          <p14:tracePt t="7731" x="2946400" y="2438400"/>
          <p14:tracePt t="7748" x="3054350" y="2451100"/>
          <p14:tracePt t="7766" x="3111500" y="2451100"/>
          <p14:tracePt t="7783" x="3149600" y="2451100"/>
          <p14:tracePt t="7799" x="3175000" y="2444750"/>
          <p14:tracePt t="7815" x="3200400" y="2438400"/>
          <p14:tracePt t="7833" x="3219450" y="2438400"/>
          <p14:tracePt t="7850" x="3244850" y="2432050"/>
          <p14:tracePt t="7865" x="3263900" y="2432050"/>
          <p14:tracePt t="7884" x="3276600" y="2432050"/>
          <p14:tracePt t="7899" x="3289300" y="2432050"/>
          <p14:tracePt t="8120" x="3295650" y="2425700"/>
          <p14:tracePt t="8129" x="3302000" y="2419350"/>
          <p14:tracePt t="8138" x="3308350" y="2419350"/>
          <p14:tracePt t="8148" x="3314700" y="2413000"/>
          <p14:tracePt t="8166" x="3333750" y="2400300"/>
          <p14:tracePt t="8173" x="3340100" y="2393950"/>
          <p14:tracePt t="8181" x="3365500" y="2381250"/>
          <p14:tracePt t="8197" x="3416300" y="2355850"/>
          <p14:tracePt t="8215" x="3498850" y="2330450"/>
          <p14:tracePt t="8231" x="3594100" y="2305050"/>
          <p14:tracePt t="8248" x="3708400" y="2279650"/>
          <p14:tracePt t="8267" x="3860800" y="2254250"/>
          <p14:tracePt t="8283" x="4121150" y="2178050"/>
          <p14:tracePt t="8300" x="4273550" y="2139950"/>
          <p14:tracePt t="8315" x="4387850" y="2114550"/>
          <p14:tracePt t="8332" x="4451350" y="2101850"/>
          <p14:tracePt t="8349" x="4470400" y="2095500"/>
          <p14:tracePt t="8425" x="4470400" y="2089150"/>
          <p14:tracePt t="8435" x="4476750" y="2089150"/>
          <p14:tracePt t="8465" x="4476750" y="2082800"/>
          <p14:tracePt t="8502" x="4476750" y="2076450"/>
          <p14:tracePt t="8522" x="4464050" y="2076450"/>
          <p14:tracePt t="8528" x="4457700" y="2070100"/>
          <p14:tracePt t="8536" x="4451350" y="2070100"/>
          <p14:tracePt t="8548" x="4445000" y="2070100"/>
          <p14:tracePt t="8565" x="4425950" y="2070100"/>
          <p14:tracePt t="8582" x="4419600" y="2070100"/>
          <p14:tracePt t="8598" x="4413250" y="2063750"/>
          <p14:tracePt t="8673" x="4406900" y="2063750"/>
          <p14:tracePt t="8709" x="4400550" y="2063750"/>
          <p14:tracePt t="8728" x="4394200" y="2063750"/>
          <p14:tracePt t="8857" x="4400550" y="2063750"/>
          <p14:tracePt t="8870" x="4406900" y="2057400"/>
          <p14:tracePt t="8882" x="4413250" y="2057400"/>
          <p14:tracePt t="8900" x="4432300" y="2044700"/>
          <p14:tracePt t="8917" x="4445000" y="2038350"/>
          <p14:tracePt t="8931" x="4457700" y="2032000"/>
          <p14:tracePt t="8949" x="4476750" y="2032000"/>
          <p14:tracePt t="8965" x="4495800" y="2025650"/>
          <p14:tracePt t="8983" x="4527550" y="2025650"/>
          <p14:tracePt t="8999" x="4584700" y="2032000"/>
          <p14:tracePt t="9016" x="4616450" y="2032000"/>
          <p14:tracePt t="9033" x="4635500" y="2032000"/>
          <p14:tracePt t="9049" x="4654550" y="2032000"/>
          <p14:tracePt t="9235" x="4660900" y="2032000"/>
          <p14:tracePt t="9243" x="4667250" y="2032000"/>
          <p14:tracePt t="9251" x="4673600" y="2032000"/>
          <p14:tracePt t="9266" x="4699000" y="2032000"/>
          <p14:tracePt t="9284" x="4730750" y="2032000"/>
          <p14:tracePt t="9300" x="4787900" y="2032000"/>
          <p14:tracePt t="9315" x="4883150" y="2032000"/>
          <p14:tracePt t="9332" x="4940300" y="2032000"/>
          <p14:tracePt t="9349" x="5016500" y="2032000"/>
          <p14:tracePt t="9365" x="5092700" y="2019300"/>
          <p14:tracePt t="9381" x="5194300" y="2006600"/>
          <p14:tracePt t="9397" x="5302250" y="1987550"/>
          <p14:tracePt t="9414" x="5454650" y="1962150"/>
          <p14:tracePt t="9432" x="5588000" y="1936750"/>
          <p14:tracePt t="9449" x="5721350" y="1930400"/>
          <p14:tracePt t="9465" x="5822950" y="1924050"/>
          <p14:tracePt t="9481" x="5905500" y="1924050"/>
          <p14:tracePt t="9497" x="5949950" y="1936750"/>
          <p14:tracePt t="9516" x="5988050" y="1943100"/>
          <p14:tracePt t="9549" x="5994400" y="1943100"/>
          <p14:tracePt t="9564" x="6000750" y="1943100"/>
          <p14:tracePt t="9582" x="6007100" y="1943100"/>
          <p14:tracePt t="9712" x="6000750" y="1943100"/>
          <p14:tracePt t="9767" x="6000750" y="1949450"/>
          <p14:tracePt t="9776" x="5994400" y="1949450"/>
          <p14:tracePt t="9790" x="5981700" y="1962150"/>
          <p14:tracePt t="9799" x="5969000" y="1968500"/>
          <p14:tracePt t="9816" x="5949950" y="1987550"/>
          <p14:tracePt t="9833" x="5918200" y="2000250"/>
          <p14:tracePt t="9850" x="5886450" y="2025650"/>
          <p14:tracePt t="9865" x="5842000" y="2044700"/>
          <p14:tracePt t="9883" x="5791200" y="2070100"/>
          <p14:tracePt t="9900" x="5772150" y="2089150"/>
          <p14:tracePt t="9916" x="5753100" y="2101850"/>
          <p14:tracePt t="9931" x="5734050" y="2114550"/>
          <p14:tracePt t="9948" x="5721350" y="2120900"/>
          <p14:tracePt t="9965" x="5715000" y="2127250"/>
          <p14:tracePt t="9982" x="5702300" y="2133600"/>
          <p14:tracePt t="10176" x="5702300" y="2127250"/>
          <p14:tracePt t="10185" x="5702300" y="2120900"/>
          <p14:tracePt t="10200" x="5702300" y="2108200"/>
          <p14:tracePt t="10215" x="5702300" y="2101850"/>
          <p14:tracePt t="10231" x="5702300" y="2076450"/>
          <p14:tracePt t="10248" x="5702300" y="2063750"/>
          <p14:tracePt t="10333" x="5702300" y="2057400"/>
          <p14:tracePt t="10370" x="5702300" y="2051050"/>
          <p14:tracePt t="10378" x="5708650" y="2051050"/>
          <p14:tracePt t="10386" x="5715000" y="2051050"/>
          <p14:tracePt t="10399" x="5727700" y="2038350"/>
          <p14:tracePt t="10415" x="5734050" y="2032000"/>
          <p14:tracePt t="10431" x="5740400" y="2032000"/>
          <p14:tracePt t="10465" x="5746750" y="2032000"/>
          <p14:tracePt t="10496" x="5753100" y="2025650"/>
          <p14:tracePt t="10609" x="5759450" y="2025650"/>
          <p14:tracePt t="10620" x="5765800" y="2025650"/>
          <p14:tracePt t="10636" x="5772150" y="2025650"/>
          <p14:tracePt t="10648" x="5778500" y="2025650"/>
          <p14:tracePt t="10665" x="5810250" y="2032000"/>
          <p14:tracePt t="10681" x="5822950" y="2038350"/>
          <p14:tracePt t="10698" x="5854700" y="2044700"/>
          <p14:tracePt t="10715" x="5880100" y="2063750"/>
          <p14:tracePt t="10731" x="5905500" y="2070100"/>
          <p14:tracePt t="10748" x="5930900" y="2089150"/>
          <p14:tracePt t="10766" x="5981700" y="2120900"/>
          <p14:tracePt t="10783" x="6019800" y="2139950"/>
          <p14:tracePt t="10800" x="6038850" y="2159000"/>
          <p14:tracePt t="10817" x="6051550" y="2165350"/>
          <p14:tracePt t="10875" x="6057900" y="2165350"/>
          <p14:tracePt t="10884" x="6064250" y="2165350"/>
          <p14:tracePt t="10909" x="6070600" y="2165350"/>
          <p14:tracePt t="10917" x="6070600" y="2159000"/>
          <p14:tracePt t="10933" x="6083300" y="2152650"/>
          <p14:tracePt t="10949" x="6089650" y="2146300"/>
          <p14:tracePt t="10965" x="6096000" y="2139950"/>
          <p14:tracePt t="10981" x="6108700" y="2127250"/>
          <p14:tracePt t="10999" x="6121400" y="2114550"/>
          <p14:tracePt t="11016" x="6134100" y="2095500"/>
          <p14:tracePt t="11034" x="6153150" y="2076450"/>
          <p14:tracePt t="11050" x="6165850" y="2057400"/>
          <p14:tracePt t="11066" x="6172200" y="2038350"/>
          <p14:tracePt t="11083" x="6184900" y="2019300"/>
          <p14:tracePt t="11100" x="6191250" y="2012950"/>
          <p14:tracePt t="11115" x="6197600" y="2006600"/>
          <p14:tracePt t="11131" x="6197600" y="2000250"/>
          <p14:tracePt t="11165" x="6203950" y="2000250"/>
          <p14:tracePt t="11182" x="6210300" y="1993900"/>
          <p14:tracePt t="11198" x="6216650" y="1993900"/>
          <p14:tracePt t="11234" x="6216650" y="1981200"/>
          <p14:tracePt t="11251" x="6216650" y="1974850"/>
          <p14:tracePt t="11266" x="6216650" y="1968500"/>
          <p14:tracePt t="11284" x="6216650" y="1955800"/>
          <p14:tracePt t="11491" x="6216650" y="1949450"/>
          <p14:tracePt t="11728" x="6223000" y="1949450"/>
          <p14:tracePt t="11742" x="6229350" y="1949450"/>
          <p14:tracePt t="11790" x="6223000" y="1949450"/>
          <p14:tracePt t="11800" x="6184900" y="1949450"/>
          <p14:tracePt t="11808" x="6108700" y="1962150"/>
          <p14:tracePt t="11817" x="6013450" y="1968500"/>
          <p14:tracePt t="11831" x="5778500" y="1968500"/>
          <p14:tracePt t="11848" x="5378450" y="1968500"/>
          <p14:tracePt t="11864" x="5124450" y="1974850"/>
          <p14:tracePt t="11881" x="4864100" y="2006600"/>
          <p14:tracePt t="11898" x="4559300" y="2044700"/>
          <p14:tracePt t="11915" x="4216400" y="2082800"/>
          <p14:tracePt t="11931" x="3905250" y="2114550"/>
          <p14:tracePt t="11949" x="3556000" y="2114550"/>
          <p14:tracePt t="11965" x="3390900" y="2101850"/>
          <p14:tracePt t="11981" x="3295650" y="2089150"/>
          <p14:tracePt t="11998" x="3206750" y="2070100"/>
          <p14:tracePt t="12016" x="3130550" y="2051050"/>
          <p14:tracePt t="12034" x="3016250" y="2019300"/>
          <p14:tracePt t="12048" x="2774950" y="1981200"/>
          <p14:tracePt t="12064" x="2603500" y="1949450"/>
          <p14:tracePt t="12081" x="2457450" y="1930400"/>
          <p14:tracePt t="12098" x="2324100" y="1924050"/>
          <p14:tracePt t="12116" x="2222500" y="1924050"/>
          <p14:tracePt t="12132" x="2152650" y="1911350"/>
          <p14:tracePt t="12150" x="2095500" y="1892300"/>
          <p14:tracePt t="12166" x="1993900" y="1866900"/>
          <p14:tracePt t="12181" x="1924050" y="1841500"/>
          <p14:tracePt t="12199" x="1847850" y="1822450"/>
          <p14:tracePt t="12214" x="1778000" y="1816100"/>
          <p14:tracePt t="12232" x="1727200" y="1809750"/>
          <p14:tracePt t="12248" x="1701800" y="1809750"/>
          <p14:tracePt t="12265" x="1676400" y="1809750"/>
          <p14:tracePt t="12283" x="1651000" y="1809750"/>
          <p14:tracePt t="12300" x="1606550" y="1816100"/>
          <p14:tracePt t="12317" x="1543050" y="1822450"/>
          <p14:tracePt t="12333" x="1473200" y="1828800"/>
          <p14:tracePt t="12350" x="1422400" y="1841500"/>
          <p14:tracePt t="12365" x="1409700" y="1854200"/>
          <p14:tracePt t="12382" x="1390650" y="1873250"/>
          <p14:tracePt t="12399" x="1384300" y="1892300"/>
          <p14:tracePt t="12415" x="1371600" y="1911350"/>
          <p14:tracePt t="12431" x="1352550" y="1924050"/>
          <p14:tracePt t="12449" x="1339850" y="1943100"/>
          <p14:tracePt t="12464" x="1333500" y="1962150"/>
          <p14:tracePt t="12482" x="1327150" y="1987550"/>
          <p14:tracePt t="12514" x="1327150" y="1993900"/>
          <p14:tracePt t="12532" x="1339850" y="2000250"/>
          <p14:tracePt t="12549" x="1352550" y="2000250"/>
          <p14:tracePt t="12565" x="1365250" y="2000250"/>
          <p14:tracePt t="12583" x="1377950" y="2000250"/>
          <p14:tracePt t="12601" x="1390650" y="2000250"/>
          <p14:tracePt t="12615" x="1397000" y="2000250"/>
          <p14:tracePt t="12641" x="1403350" y="2000250"/>
          <p14:tracePt t="12727" x="1409700" y="2000250"/>
          <p14:tracePt t="12758" x="1416050" y="2000250"/>
          <p14:tracePt t="12767" x="1422400" y="1993900"/>
          <p14:tracePt t="12776" x="1422400" y="1987550"/>
          <p14:tracePt t="12797" x="1428750" y="1987550"/>
          <p14:tracePt t="12808" x="1428750" y="1981200"/>
          <p14:tracePt t="12837" x="1428750" y="1974850"/>
          <p14:tracePt t="12961" x="1435100" y="1974850"/>
          <p14:tracePt t="13025" x="1441450" y="1974850"/>
          <p14:tracePt t="13039" x="1447800" y="1974850"/>
          <p14:tracePt t="13052" x="1454150" y="1974850"/>
          <p14:tracePt t="13066" x="1460500" y="1974850"/>
          <p14:tracePt t="13084" x="1466850" y="1974850"/>
          <p14:tracePt t="13102" x="1473200" y="1974850"/>
          <p14:tracePt t="13124" x="1479550" y="1974850"/>
          <p14:tracePt t="13134" x="1485900" y="1974850"/>
          <p14:tracePt t="13150" x="1504950" y="1974850"/>
          <p14:tracePt t="13165" x="1530350" y="1981200"/>
          <p14:tracePt t="13170" x="1536700" y="1981200"/>
          <p14:tracePt t="13183" x="1549400" y="1993900"/>
          <p14:tracePt t="13199" x="1568450" y="2012950"/>
          <p14:tracePt t="13215" x="1581150" y="2032000"/>
          <p14:tracePt t="13231" x="1587500" y="2057400"/>
          <p14:tracePt t="13247" x="1593850" y="2101850"/>
          <p14:tracePt t="13265" x="1593850" y="2133600"/>
          <p14:tracePt t="13282" x="1612900" y="2159000"/>
          <p14:tracePt t="13299" x="1638300" y="2184400"/>
          <p14:tracePt t="13315" x="1644650" y="2203450"/>
          <p14:tracePt t="13332" x="1644650" y="2222500"/>
          <p14:tracePt t="13349" x="1644650" y="2228850"/>
          <p14:tracePt t="13366" x="1644650" y="2241550"/>
          <p14:tracePt t="13382" x="1644650" y="2254250"/>
          <p14:tracePt t="13400" x="1644650" y="2266950"/>
          <p14:tracePt t="13416" x="1644650" y="2273300"/>
          <p14:tracePt t="13432" x="1644650" y="2279650"/>
          <p14:tracePt t="13449" x="1638300" y="2292350"/>
          <p14:tracePt t="13465" x="1631950" y="2311400"/>
          <p14:tracePt t="13481" x="1619250" y="2324100"/>
          <p14:tracePt t="13498" x="1606550" y="2336800"/>
          <p14:tracePt t="13516" x="1600200" y="2349500"/>
          <p14:tracePt t="13534" x="1593850" y="2362200"/>
          <p14:tracePt t="13549" x="1587500" y="2368550"/>
          <p14:tracePt t="13565" x="1574800" y="2387600"/>
          <p14:tracePt t="13584" x="1555750" y="2400300"/>
          <p14:tracePt t="13600" x="1543050" y="2413000"/>
          <p14:tracePt t="13617" x="1524000" y="2425700"/>
          <p14:tracePt t="13633" x="1517650" y="2425700"/>
          <p14:tracePt t="13648" x="1517650" y="2432050"/>
          <p14:tracePt t="13708" x="1504950" y="2432050"/>
          <p14:tracePt t="13719" x="1504950" y="2438400"/>
          <p14:tracePt t="13875" x="1511300" y="2432050"/>
          <p14:tracePt t="13890" x="1517650" y="2419350"/>
          <p14:tracePt t="13906" x="1524000" y="2419350"/>
          <p14:tracePt t="13912" x="1530350" y="2413000"/>
          <p14:tracePt t="13922" x="1536700" y="2413000"/>
          <p14:tracePt t="13935" x="1543050" y="2413000"/>
          <p14:tracePt t="13947" x="1549400" y="2413000"/>
          <p14:tracePt t="13966" x="1562100" y="2413000"/>
          <p14:tracePt t="13981" x="1574800" y="2413000"/>
          <p14:tracePt t="13998" x="1600200" y="2413000"/>
          <p14:tracePt t="14014" x="1619250" y="2413000"/>
          <p14:tracePt t="14034" x="1638300" y="2413000"/>
          <p14:tracePt t="14049" x="1651000" y="2419350"/>
          <p14:tracePt t="14067" x="1670050" y="2419350"/>
          <p14:tracePt t="14083" x="1682750" y="2419350"/>
          <p14:tracePt t="14100" x="1708150" y="2419350"/>
          <p14:tracePt t="14188" x="1714500" y="2419350"/>
          <p14:tracePt t="14201" x="1727200" y="2419350"/>
          <p14:tracePt t="14215" x="1739900" y="2419350"/>
          <p14:tracePt t="14232" x="1752600" y="2419350"/>
          <p14:tracePt t="14935" x="1752600" y="2413000"/>
          <p14:tracePt t="14957" x="1752600" y="2406650"/>
          <p14:tracePt t="15141" x="1758950" y="2406650"/>
          <p14:tracePt t="15149" x="1765300" y="2406650"/>
          <p14:tracePt t="15289" x="1771650" y="2406650"/>
          <p14:tracePt t="15298" x="1771650" y="2400300"/>
          <p14:tracePt t="15769" x="1778000" y="2393950"/>
          <p14:tracePt t="15779" x="1790700" y="2387600"/>
          <p14:tracePt t="15792" x="1803400" y="2381250"/>
          <p14:tracePt t="15802" x="1816100" y="2381250"/>
          <p14:tracePt t="15816" x="1873250" y="2362200"/>
          <p14:tracePt t="15834" x="1981200" y="2355850"/>
          <p14:tracePt t="15849" x="2203450" y="2355850"/>
          <p14:tracePt t="15865" x="2368550" y="2355850"/>
          <p14:tracePt t="15882" x="2527300" y="2381250"/>
          <p14:tracePt t="15899" x="2673350" y="2406650"/>
          <p14:tracePt t="15916" x="2800350" y="2438400"/>
          <p14:tracePt t="15932" x="2914650" y="2463800"/>
          <p14:tracePt t="15949" x="3067050" y="2489200"/>
          <p14:tracePt t="15965" x="3175000" y="2501900"/>
          <p14:tracePt t="15981" x="3244850" y="2501900"/>
          <p14:tracePt t="15997" x="3282950" y="2508250"/>
          <p14:tracePt t="16015" x="3302000" y="2508250"/>
          <p14:tracePt t="16032" x="3314700" y="2508250"/>
          <p14:tracePt t="16049" x="3333750" y="2508250"/>
          <p14:tracePt t="16066" x="3378200" y="2501900"/>
          <p14:tracePt t="16082" x="3460750" y="2501900"/>
          <p14:tracePt t="16099" x="3568700" y="2527300"/>
          <p14:tracePt t="16116" x="3663950" y="2546350"/>
          <p14:tracePt t="16132" x="3721100" y="2552700"/>
          <p14:tracePt t="16149" x="3727450" y="2552700"/>
          <p14:tracePt t="16252" x="3733800" y="2552700"/>
          <p14:tracePt t="16286" x="3733800" y="2546350"/>
          <p14:tracePt t="16476" x="3733800" y="2540000"/>
          <p14:tracePt t="16489" x="3740150" y="2527300"/>
          <p14:tracePt t="16505" x="3740150" y="2520950"/>
          <p14:tracePt t="16512" x="3746500" y="2520950"/>
          <p14:tracePt t="16520" x="3746500" y="2514600"/>
          <p14:tracePt t="16538" x="3746500" y="2508250"/>
          <p14:tracePt t="16598" x="3746500" y="2501900"/>
          <p14:tracePt t="16607" x="3752850" y="2501900"/>
          <p14:tracePt t="16618" x="3752850" y="2495550"/>
          <p14:tracePt t="16635" x="3752850" y="2489200"/>
          <p14:tracePt t="17643" x="3759200" y="2482850"/>
          <p14:tracePt t="17650" x="3759200" y="2476500"/>
          <p14:tracePt t="17660" x="3759200" y="2470150"/>
          <p14:tracePt t="17673" x="3765550" y="2463800"/>
          <p14:tracePt t="17689" x="3765550" y="2457450"/>
          <p14:tracePt t="17743" x="3771900" y="2457450"/>
          <p14:tracePt t="17888" x="3778250" y="2463800"/>
          <p14:tracePt t="18178" x="3765550" y="2470150"/>
          <p14:tracePt t="18186" x="3752850" y="2476500"/>
          <p14:tracePt t="18194" x="3733800" y="2489200"/>
          <p14:tracePt t="18203" x="3702050" y="2501900"/>
          <p14:tracePt t="18214" x="3670300" y="2514600"/>
          <p14:tracePt t="18231" x="3594100" y="2540000"/>
          <p14:tracePt t="18247" x="3479800" y="2565400"/>
          <p14:tracePt t="18264" x="3390900" y="2590800"/>
          <p14:tracePt t="18281" x="3289300" y="2616200"/>
          <p14:tracePt t="18298" x="3200400" y="2641600"/>
          <p14:tracePt t="18314" x="3098800" y="2673350"/>
          <p14:tracePt t="18331" x="2990850" y="2698750"/>
          <p14:tracePt t="18347" x="2857500" y="2730500"/>
          <p14:tracePt t="18364" x="2768600" y="2755900"/>
          <p14:tracePt t="18381" x="2679700" y="2781300"/>
          <p14:tracePt t="18398" x="2578100" y="2800350"/>
          <p14:tracePt t="18414" x="2470150" y="2813050"/>
          <p14:tracePt t="18432" x="2393950" y="2819400"/>
          <p14:tracePt t="18448" x="2324100" y="2832100"/>
          <p14:tracePt t="18465" x="2305050" y="2832100"/>
          <p14:tracePt t="18481" x="2279650" y="2832100"/>
          <p14:tracePt t="18499" x="2260600" y="2844800"/>
          <p14:tracePt t="18517" x="2235200" y="2851150"/>
          <p14:tracePt t="18533" x="2203450" y="2863850"/>
          <p14:tracePt t="18551" x="2139950" y="2889250"/>
          <p14:tracePt t="18565" x="2120900" y="2895600"/>
          <p14:tracePt t="18584" x="2101850" y="2914650"/>
          <p14:tracePt t="18599" x="2082800" y="2927350"/>
          <p14:tracePt t="18616" x="2063750" y="2946400"/>
          <p14:tracePt t="18649" x="2057400" y="2952750"/>
          <p14:tracePt t="18778" x="2070100" y="2952750"/>
          <p14:tracePt t="18792" x="2076450" y="2952750"/>
          <p14:tracePt t="18800" x="2082800" y="2946400"/>
          <p14:tracePt t="18816" x="2114550" y="2940050"/>
          <p14:tracePt t="18834" x="2146300" y="2933700"/>
          <p14:tracePt t="18850" x="2197100" y="2927350"/>
          <p14:tracePt t="18865" x="2247900" y="2927350"/>
          <p14:tracePt t="18882" x="2292350" y="2927350"/>
          <p14:tracePt t="18898" x="2317750" y="2927350"/>
          <p14:tracePt t="18915" x="2343150" y="2927350"/>
          <p14:tracePt t="18931" x="2349500" y="2927350"/>
          <p14:tracePt t="18979" x="2349500" y="2933700"/>
          <p14:tracePt t="18989" x="2355850" y="2933700"/>
          <p14:tracePt t="19004" x="2355850" y="2940050"/>
          <p14:tracePt t="19022" x="2362200" y="2946400"/>
          <p14:tracePt t="19168" x="2368550" y="2946400"/>
          <p14:tracePt t="19183" x="2374900" y="2946400"/>
          <p14:tracePt t="19196" x="2387600" y="2946400"/>
          <p14:tracePt t="19206" x="2400300" y="2946400"/>
          <p14:tracePt t="19220" x="2463800" y="2940050"/>
          <p14:tracePt t="19233" x="2546350" y="2940050"/>
          <p14:tracePt t="19249" x="2647950" y="2940050"/>
          <p14:tracePt t="19267" x="2768600" y="2952750"/>
          <p14:tracePt t="19284" x="2876550" y="2959100"/>
          <p14:tracePt t="19300" x="2978150" y="2965450"/>
          <p14:tracePt t="19317" x="3073400" y="2978150"/>
          <p14:tracePt t="19334" x="3155950" y="2984500"/>
          <p14:tracePt t="19350" x="3175000" y="2990850"/>
          <p14:tracePt t="19366" x="3194050" y="2990850"/>
          <p14:tracePt t="19383" x="3200400" y="2990850"/>
          <p14:tracePt t="19461" x="3206750" y="2990850"/>
          <p14:tracePt t="19475" x="3213100" y="2990850"/>
          <p14:tracePt t="19484" x="3219450" y="2990850"/>
          <p14:tracePt t="19498" x="3225800" y="2990850"/>
          <p14:tracePt t="19517" x="3238500" y="2990850"/>
          <p14:tracePt t="19534" x="3263900" y="2978150"/>
          <p14:tracePt t="19551" x="3295650" y="2965450"/>
          <p14:tracePt t="19565" x="3314700" y="2952750"/>
          <p14:tracePt t="19582" x="3327400" y="2940050"/>
          <p14:tracePt t="19600" x="3346450" y="2933700"/>
          <p14:tracePt t="19614" x="3352800" y="2927350"/>
          <p14:tracePt t="19631" x="3359150" y="2927350"/>
          <p14:tracePt t="19649" x="3371850" y="2927350"/>
          <p14:tracePt t="19665" x="3384550" y="2927350"/>
          <p14:tracePt t="19682" x="3403600" y="2933700"/>
          <p14:tracePt t="19699" x="3422650" y="2952750"/>
          <p14:tracePt t="19715" x="3435350" y="2965450"/>
          <p14:tracePt t="19733" x="3460750" y="2965450"/>
          <p14:tracePt t="19793" x="3467100" y="2965450"/>
          <p14:tracePt t="20163" x="3454400" y="2978150"/>
          <p14:tracePt t="20172" x="3441700" y="2990850"/>
          <p14:tracePt t="20182" x="3435350" y="2990850"/>
          <p14:tracePt t="20198" x="3416300" y="3009900"/>
          <p14:tracePt t="20215" x="3403600" y="3016250"/>
          <p14:tracePt t="20278" x="3416300" y="3016250"/>
          <p14:tracePt t="20290" x="3416300" y="3003550"/>
          <p14:tracePt t="20300" x="3429000" y="3003550"/>
          <p14:tracePt t="20317" x="3460750" y="2978150"/>
          <p14:tracePt t="20333" x="3479800" y="2971800"/>
          <p14:tracePt t="20350" x="3505200" y="2959100"/>
          <p14:tracePt t="20365" x="3524250" y="2952750"/>
          <p14:tracePt t="20382" x="3530600" y="2946400"/>
          <p14:tracePt t="20776" x="3524250" y="2952750"/>
          <p14:tracePt t="20788" x="3505200" y="2952750"/>
          <p14:tracePt t="20800" x="3435350" y="2959100"/>
          <p14:tracePt t="20815" x="3289300" y="2959100"/>
          <p14:tracePt t="20833" x="3124200" y="2959100"/>
          <p14:tracePt t="20850" x="2965450" y="2959100"/>
          <p14:tracePt t="20865" x="2825750" y="2959100"/>
          <p14:tracePt t="20883" x="2692400" y="2952750"/>
          <p14:tracePt t="20899" x="2647950" y="2952750"/>
          <p14:tracePt t="20915" x="2635250" y="2952750"/>
          <p14:tracePt t="20932" x="2616200" y="2946400"/>
          <p14:tracePt t="20948" x="2603500" y="2946400"/>
          <p14:tracePt t="20965" x="2571750" y="2946400"/>
          <p14:tracePt t="20983" x="2527300" y="2946400"/>
          <p14:tracePt t="21000" x="2508250" y="2940050"/>
          <p14:tracePt t="21016" x="2495550" y="2940050"/>
          <p14:tracePt t="21034" x="2476500" y="2933700"/>
          <p14:tracePt t="21050" x="2470150" y="2933700"/>
          <p14:tracePt t="21065" x="2470150" y="2927350"/>
          <p14:tracePt t="21129" x="2476500" y="2921000"/>
          <p14:tracePt t="21137" x="2489200" y="2914650"/>
          <p14:tracePt t="21148" x="2508250" y="2901950"/>
          <p14:tracePt t="21165" x="2609850" y="2870200"/>
          <p14:tracePt t="21182" x="2679700" y="2857500"/>
          <p14:tracePt t="21200" x="2749550" y="2851150"/>
          <p14:tracePt t="21215" x="2819400" y="2844800"/>
          <p14:tracePt t="21234" x="2914650" y="2844800"/>
          <p14:tracePt t="21250" x="2984500" y="2844800"/>
          <p14:tracePt t="21267" x="3060700" y="2857500"/>
          <p14:tracePt t="21283" x="3130550" y="2876550"/>
          <p14:tracePt t="21298" x="3200400" y="2876550"/>
          <p14:tracePt t="21316" x="3270250" y="2889250"/>
          <p14:tracePt t="21331" x="3327400" y="2895600"/>
          <p14:tracePt t="21349" x="3365500" y="2901950"/>
          <p14:tracePt t="21365" x="3384550" y="2901950"/>
          <p14:tracePt t="21382" x="3397250" y="2901950"/>
          <p14:tracePt t="21399" x="3422650" y="2908300"/>
          <p14:tracePt t="21416" x="3435350" y="2908300"/>
          <p14:tracePt t="21432" x="3441700" y="2914650"/>
          <p14:tracePt t="21636" x="3448050" y="2914650"/>
          <p14:tracePt t="21664" x="3454400" y="2914650"/>
          <p14:tracePt t="21674" x="3460750" y="2914650"/>
          <p14:tracePt t="21681" x="3467100" y="2914650"/>
          <p14:tracePt t="21701" x="3524250" y="2908300"/>
          <p14:tracePt t="21715" x="3594100" y="2908300"/>
          <p14:tracePt t="21732" x="3752850" y="2914650"/>
          <p14:tracePt t="21749" x="3873500" y="2940050"/>
          <p14:tracePt t="21766" x="4019550" y="2959100"/>
          <p14:tracePt t="21784" x="4159250" y="2984500"/>
          <p14:tracePt t="21798" x="4311650" y="3016250"/>
          <p14:tracePt t="21815" x="4483100" y="3041650"/>
          <p14:tracePt t="21832" x="4737100" y="3098800"/>
          <p14:tracePt t="21848" x="4921250" y="3175000"/>
          <p14:tracePt t="21865" x="5029200" y="3238500"/>
          <p14:tracePt t="21881" x="5067300" y="3308350"/>
          <p14:tracePt t="21899" x="5054600" y="3378200"/>
          <p14:tracePt t="22103" x="5048250" y="3378200"/>
          <p14:tracePt t="22113" x="5041900" y="3378200"/>
          <p14:tracePt t="22119" x="5035550" y="3371850"/>
          <p14:tracePt t="22178" x="5035550" y="3365500"/>
          <p14:tracePt t="22186" x="5035550" y="3359150"/>
          <p14:tracePt t="22199" x="5041900" y="3327400"/>
          <p14:tracePt t="22215" x="5067300" y="3302000"/>
          <p14:tracePt t="22231" x="5086350" y="3282950"/>
          <p14:tracePt t="22248" x="5111750" y="3263900"/>
          <p14:tracePt t="22267" x="5162550" y="3232150"/>
          <p14:tracePt t="22284" x="5226050" y="3213100"/>
          <p14:tracePt t="22301" x="5283200" y="3187700"/>
          <p14:tracePt t="22315" x="5334000" y="3168650"/>
          <p14:tracePt t="22331" x="5378450" y="3149600"/>
          <p14:tracePt t="22348" x="5448300" y="3124200"/>
          <p14:tracePt t="22365" x="5524500" y="3105150"/>
          <p14:tracePt t="22383" x="5632450" y="3079750"/>
          <p14:tracePt t="22399" x="5708650" y="3054350"/>
          <p14:tracePt t="22415" x="5784850" y="3041650"/>
          <p14:tracePt t="22432" x="5835650" y="3028950"/>
          <p14:tracePt t="22449" x="5873750" y="3022600"/>
          <p14:tracePt t="22466" x="5899150" y="3009900"/>
          <p14:tracePt t="22485" x="5930900" y="2997200"/>
          <p14:tracePt t="22500" x="5943600" y="2990850"/>
          <p14:tracePt t="22517" x="5949950" y="2990850"/>
          <p14:tracePt t="22534" x="5956300" y="2984500"/>
          <p14:tracePt t="22550" x="5962650" y="2984500"/>
          <p14:tracePt t="22565" x="5975350" y="2984500"/>
          <p14:tracePt t="22582" x="5994400" y="2978150"/>
          <p14:tracePt t="22599" x="6013450" y="2971800"/>
          <p14:tracePt t="22615" x="6019800" y="2971800"/>
          <p14:tracePt t="22631" x="6026150" y="2971800"/>
          <p14:tracePt t="22649" x="6032500" y="2971800"/>
          <p14:tracePt t="22665" x="6038850" y="2971800"/>
          <p14:tracePt t="22684" x="6064250" y="2971800"/>
          <p14:tracePt t="22699" x="6083300" y="2971800"/>
          <p14:tracePt t="22715" x="6115050" y="2978150"/>
          <p14:tracePt t="22732" x="6140450" y="2978150"/>
          <p14:tracePt t="22750" x="6165850" y="2978150"/>
          <p14:tracePt t="22766" x="6184900" y="2978150"/>
          <p14:tracePt t="22784" x="6197600" y="2978150"/>
          <p14:tracePt t="22798" x="6216650" y="2978150"/>
          <p14:tracePt t="22817" x="6229350" y="2978150"/>
          <p14:tracePt t="22832" x="6242050" y="2978150"/>
          <p14:tracePt t="22848" x="6248400" y="2971800"/>
          <p14:tracePt t="22866" x="6286500" y="2959100"/>
          <p14:tracePt t="22882" x="6356350" y="2952750"/>
          <p14:tracePt t="22898" x="6426200" y="2946400"/>
          <p14:tracePt t="22915" x="6553200" y="2933700"/>
          <p14:tracePt t="22932" x="6642100" y="2927350"/>
          <p14:tracePt t="22949" x="6718300" y="2921000"/>
          <p14:tracePt t="22965" x="6788150" y="2921000"/>
          <p14:tracePt t="22983" x="6845300" y="2914650"/>
          <p14:tracePt t="22999" x="6877050" y="2908300"/>
          <p14:tracePt t="23016" x="6908800" y="2901950"/>
          <p14:tracePt t="23034" x="6927850" y="2901950"/>
          <p14:tracePt t="23051" x="6953250" y="2901950"/>
          <p14:tracePt t="23065" x="6972300" y="2901950"/>
          <p14:tracePt t="23083" x="6978650" y="2901950"/>
          <p14:tracePt t="23163" x="6940550" y="2914650"/>
          <p14:tracePt t="23172" x="6896100" y="2933700"/>
          <p14:tracePt t="23182" x="6845300" y="2959100"/>
          <p14:tracePt t="23199" x="6667500" y="3009900"/>
          <p14:tracePt t="23215" x="6369050" y="3060700"/>
          <p14:tracePt t="23231" x="5759450" y="3124200"/>
          <p14:tracePt t="23249" x="5321300" y="3155950"/>
          <p14:tracePt t="23266" x="4876800" y="3187700"/>
          <p14:tracePt t="23284" x="4502150" y="3232150"/>
          <p14:tracePt t="23300" x="4171950" y="3270250"/>
          <p14:tracePt t="23317" x="3905250" y="3295650"/>
          <p14:tracePt t="23334" x="3587750" y="3327400"/>
          <p14:tracePt t="23351" x="3422650" y="3333750"/>
          <p14:tracePt t="23365" x="3270250" y="3333750"/>
          <p14:tracePt t="23382" x="3143250" y="3333750"/>
          <p14:tracePt t="23399" x="3035300" y="3333750"/>
          <p14:tracePt t="23416" x="2921000" y="3333750"/>
          <p14:tracePt t="23434" x="2711450" y="3321050"/>
          <p14:tracePt t="23450" x="2559050" y="3314700"/>
          <p14:tracePt t="23465" x="2444750" y="3308350"/>
          <p14:tracePt t="23481" x="2362200" y="3308350"/>
          <p14:tracePt t="23499" x="2286000" y="3308350"/>
          <p14:tracePt t="23516" x="2209800" y="3321050"/>
          <p14:tracePt t="23534" x="2133600" y="3346450"/>
          <p14:tracePt t="23551" x="2108200" y="3359150"/>
          <p14:tracePt t="23566" x="2089150" y="3371850"/>
          <p14:tracePt t="23584" x="2076450" y="3384550"/>
          <p14:tracePt t="23601" x="2063750" y="3397250"/>
          <p14:tracePt t="23617" x="2051050" y="3403600"/>
          <p14:tracePt t="23634" x="2025650" y="3429000"/>
          <p14:tracePt t="23650" x="1993900" y="3441700"/>
          <p14:tracePt t="23666" x="1949450" y="3448050"/>
          <p14:tracePt t="23681" x="1924050" y="3448050"/>
          <p14:tracePt t="23741" x="1924050" y="3441700"/>
          <p14:tracePt t="23749" x="1924050" y="3435350"/>
          <p14:tracePt t="23754" x="1924050" y="3422650"/>
          <p14:tracePt t="23771" x="1930400" y="3416300"/>
          <p14:tracePt t="23783" x="1936750" y="3403600"/>
          <p14:tracePt t="23800" x="1949450" y="3384550"/>
          <p14:tracePt t="23816" x="1968500" y="3371850"/>
          <p14:tracePt t="23834" x="2006600" y="3340100"/>
          <p14:tracePt t="23851" x="2051050" y="3321050"/>
          <p14:tracePt t="23866" x="2082800" y="3302000"/>
          <p14:tracePt t="23883" x="2101850" y="3302000"/>
          <p14:tracePt t="23898" x="2114550" y="3302000"/>
          <p14:tracePt t="23997" x="2114550" y="3308350"/>
          <p14:tracePt t="24122" x="2127250" y="3302000"/>
          <p14:tracePt t="24135" x="2190750" y="3276600"/>
          <p14:tracePt t="24151" x="2286000" y="3251200"/>
          <p14:tracePt t="24166" x="2387600" y="3225800"/>
          <p14:tracePt t="24175" x="2457450" y="3213100"/>
          <p14:tracePt t="24186" x="2533650" y="3206750"/>
          <p14:tracePt t="24199" x="2705100" y="3175000"/>
          <p14:tracePt t="24215" x="2984500" y="3143250"/>
          <p14:tracePt t="24232" x="3276600" y="3105150"/>
          <p14:tracePt t="24251" x="3562350" y="3060700"/>
          <p14:tracePt t="24266" x="3695700" y="3022600"/>
          <p14:tracePt t="24283" x="3835400" y="2990850"/>
          <p14:tracePt t="24298" x="3975100" y="2959100"/>
          <p14:tracePt t="24316" x="4159250" y="2914650"/>
          <p14:tracePt t="24332" x="4349750" y="2882900"/>
          <p14:tracePt t="24349" x="4724400" y="2876550"/>
          <p14:tracePt t="24365" x="4959350" y="2863850"/>
          <p14:tracePt t="24382" x="5143500" y="2857500"/>
          <p14:tracePt t="24398" x="5289550" y="2857500"/>
          <p14:tracePt t="24416" x="5422900" y="2863850"/>
          <p14:tracePt t="24432" x="5556250" y="2870200"/>
          <p14:tracePt t="24448" x="5689600" y="2895600"/>
          <p14:tracePt t="24465" x="5892800" y="2927350"/>
          <p14:tracePt t="24482" x="6057900" y="2952750"/>
          <p14:tracePt t="24500" x="6223000" y="2978150"/>
          <p14:tracePt t="24516" x="6356350" y="2990850"/>
          <p14:tracePt t="24534" x="6432550" y="3003550"/>
          <p14:tracePt t="24548" x="6451600" y="3009900"/>
          <p14:tracePt t="25037" x="6457950" y="3009900"/>
          <p14:tracePt t="25043" x="6464300" y="3009900"/>
          <p14:tracePt t="25058" x="6483350" y="3009900"/>
          <p14:tracePt t="25067" x="6502400" y="3003550"/>
          <p14:tracePt t="25082" x="6534150" y="2997200"/>
          <p14:tracePt t="25099" x="6572250" y="2997200"/>
          <p14:tracePt t="25114" x="6604000" y="2997200"/>
          <p14:tracePt t="25132" x="6648450" y="2997200"/>
          <p14:tracePt t="25149" x="6667500" y="3003550"/>
          <p14:tracePt t="25164" x="6686550" y="3003550"/>
          <p14:tracePt t="25182" x="6699250" y="3003550"/>
          <p14:tracePt t="25198" x="6711950" y="3003550"/>
          <p14:tracePt t="25214" x="6718300" y="3003550"/>
          <p14:tracePt t="25326" x="6711950" y="3009900"/>
          <p14:tracePt t="25337" x="6699250" y="3016250"/>
          <p14:tracePt t="25349" x="6686550" y="3028950"/>
          <p14:tracePt t="25366" x="6635750" y="3041650"/>
          <p14:tracePt t="25382" x="6559550" y="3054350"/>
          <p14:tracePt t="25399" x="6457950" y="3073400"/>
          <p14:tracePt t="25415" x="6343650" y="3086100"/>
          <p14:tracePt t="25433" x="6102350" y="3124200"/>
          <p14:tracePt t="25449" x="5899150" y="3155950"/>
          <p14:tracePt t="25465" x="5613400" y="3168650"/>
          <p14:tracePt t="25483" x="5264150" y="3181350"/>
          <p14:tracePt t="25498" x="4959350" y="3187700"/>
          <p14:tracePt t="25517" x="4705350" y="3162300"/>
          <p14:tracePt t="25535" x="4451350" y="3155950"/>
          <p14:tracePt t="25551" x="4298950" y="3155950"/>
          <p14:tracePt t="25567" x="4140200" y="3155950"/>
          <p14:tracePt t="25583" x="3949700" y="3168650"/>
          <p14:tracePt t="25598" x="3683000" y="3187700"/>
          <p14:tracePt t="25615" x="3403600" y="3187700"/>
          <p14:tracePt t="25632" x="3168650" y="3206750"/>
          <p14:tracePt t="25649" x="2952750" y="3232150"/>
          <p14:tracePt t="25665" x="2832100" y="3257550"/>
          <p14:tracePt t="25683" x="2717800" y="3282950"/>
          <p14:tracePt t="25698" x="2622550" y="3308350"/>
          <p14:tracePt t="25715" x="2501900" y="3340100"/>
          <p14:tracePt t="25732" x="2368550" y="3340100"/>
          <p14:tracePt t="25750" x="2152650" y="3346450"/>
          <p14:tracePt t="25773" x="1987550" y="3346450"/>
          <p14:tracePt t="25786" x="1949450" y="3346450"/>
          <p14:tracePt t="25803" x="1898650" y="3340100"/>
          <p14:tracePt t="25817" x="1866900" y="3333750"/>
          <p14:tracePt t="25834" x="1841500" y="3327400"/>
          <p14:tracePt t="25852" x="1803400" y="3308350"/>
          <p14:tracePt t="25867" x="1784350" y="3302000"/>
          <p14:tracePt t="25883" x="1771650" y="3289300"/>
          <p14:tracePt t="25900" x="1765300" y="3289300"/>
          <p14:tracePt t="26153" x="1771650" y="3289300"/>
          <p14:tracePt t="26163" x="1784350" y="3276600"/>
          <p14:tracePt t="26171" x="1790700" y="3270250"/>
          <p14:tracePt t="26181" x="1803400" y="3263900"/>
          <p14:tracePt t="26199" x="1854200" y="3238500"/>
          <p14:tracePt t="26214" x="1949450" y="3213100"/>
          <p14:tracePt t="26232" x="2114550" y="3175000"/>
          <p14:tracePt t="26248" x="2247900" y="3149600"/>
          <p14:tracePt t="26267" x="2406650" y="3124200"/>
          <p14:tracePt t="26284" x="2578100" y="3098800"/>
          <p14:tracePt t="26299" x="2768600" y="3067050"/>
          <p14:tracePt t="26316" x="3060700" y="3028950"/>
          <p14:tracePt t="26334" x="3562350" y="3003550"/>
          <p14:tracePt t="26348" x="3841750" y="2997200"/>
          <p14:tracePt t="26367" x="4051300" y="2971800"/>
          <p14:tracePt t="26382" x="4191000" y="2952750"/>
          <p14:tracePt t="26400" x="4298950" y="2933700"/>
          <p14:tracePt t="26415" x="4368800" y="2921000"/>
          <p14:tracePt t="26435" x="4400550" y="2908300"/>
          <p14:tracePt t="26448" x="4419600" y="2908300"/>
          <p14:tracePt t="26467" x="4432300" y="2895600"/>
          <p14:tracePt t="26482" x="4451350" y="2882900"/>
          <p14:tracePt t="26498" x="4464050" y="2876550"/>
          <p14:tracePt t="26516" x="4470400" y="2870200"/>
          <p14:tracePt t="26534" x="4489450" y="2863850"/>
          <p14:tracePt t="26550" x="4508500" y="2851150"/>
          <p14:tracePt t="26566" x="4540250" y="2832100"/>
          <p14:tracePt t="26582" x="4597400" y="2819400"/>
          <p14:tracePt t="26600" x="4648200" y="2806700"/>
          <p14:tracePt t="26617" x="4660900" y="2800350"/>
          <p14:tracePt t="26758" x="4654550" y="2794000"/>
          <p14:tracePt t="26767" x="4648200" y="2787650"/>
          <p14:tracePt t="26783" x="4622800" y="2743200"/>
          <p14:tracePt t="26800" x="4603750" y="2686050"/>
          <p14:tracePt t="26815" x="4578350" y="2654300"/>
          <p14:tracePt t="26834" x="4540250" y="2622550"/>
          <p14:tracePt t="26849" x="4514850" y="2603500"/>
          <p14:tracePt t="26867" x="4489450" y="2590800"/>
          <p14:tracePt t="26883" x="4464050" y="2584450"/>
          <p14:tracePt t="26900" x="4432300" y="2571750"/>
          <p14:tracePt t="26915" x="4400550" y="2565400"/>
          <p14:tracePt t="26934" x="4292600" y="2565400"/>
          <p14:tracePt t="26948" x="4235450" y="2559050"/>
          <p14:tracePt t="26965" x="4203700" y="2559050"/>
          <p14:tracePt t="26981" x="4191000" y="2559050"/>
          <p14:tracePt t="26998" x="4171950" y="2559050"/>
          <p14:tracePt t="27016" x="4152900" y="2565400"/>
          <p14:tracePt t="27033" x="4064000" y="2590800"/>
          <p14:tracePt t="27050" x="3994150" y="2609850"/>
          <p14:tracePt t="27067" x="3949700" y="2622550"/>
          <p14:tracePt t="27082" x="3930650" y="2635250"/>
          <p14:tracePt t="27098" x="3911600" y="2647950"/>
          <p14:tracePt t="27116" x="3892550" y="2667000"/>
          <p14:tracePt t="27133" x="3873500" y="2686050"/>
          <p14:tracePt t="27149" x="3848100" y="2724150"/>
          <p14:tracePt t="27165" x="3829050" y="2755900"/>
          <p14:tracePt t="27183" x="3816350" y="2787650"/>
          <p14:tracePt t="27198" x="3810000" y="2806700"/>
          <p14:tracePt t="27214" x="3810000" y="2832100"/>
          <p14:tracePt t="27231" x="3810000" y="2870200"/>
          <p14:tracePt t="27249" x="3829050" y="2914650"/>
          <p14:tracePt t="27266" x="3848100" y="2952750"/>
          <p14:tracePt t="27283" x="3867150" y="2965450"/>
          <p14:tracePt t="27301" x="3879850" y="2984500"/>
          <p14:tracePt t="27316" x="3898900" y="3003550"/>
          <p14:tracePt t="27334" x="3924300" y="3022600"/>
          <p14:tracePt t="27350" x="3949700" y="3041650"/>
          <p14:tracePt t="27367" x="3987800" y="3067050"/>
          <p14:tracePt t="27382" x="4019550" y="3086100"/>
          <p14:tracePt t="27401" x="4051300" y="3105150"/>
          <p14:tracePt t="27415" x="4095750" y="3117850"/>
          <p14:tracePt t="27432" x="4165600" y="3124200"/>
          <p14:tracePt t="27450" x="4235450" y="3130550"/>
          <p14:tracePt t="27464" x="4337050" y="3130550"/>
          <p14:tracePt t="27482" x="4381500" y="3117850"/>
          <p14:tracePt t="27498" x="4406900" y="3098800"/>
          <p14:tracePt t="27515" x="4425950" y="3079750"/>
          <p14:tracePt t="27534" x="4445000" y="3060700"/>
          <p14:tracePt t="27551" x="4464050" y="3028950"/>
          <p14:tracePt t="27565" x="4483100" y="2990850"/>
          <p14:tracePt t="27584" x="4514850" y="2914650"/>
          <p14:tracePt t="27598" x="4540250" y="2870200"/>
          <p14:tracePt t="27617" x="4559300" y="2832100"/>
          <p14:tracePt t="27632" x="4572000" y="2806700"/>
          <p14:tracePt t="27648" x="4578350" y="2787650"/>
          <p14:tracePt t="27665" x="4584700" y="2768600"/>
          <p14:tracePt t="27676" x="4584700" y="2743200"/>
          <p14:tracePt t="27690" x="4584700" y="2724150"/>
          <p14:tracePt t="27699" x="4572000" y="2711450"/>
          <p14:tracePt t="27716" x="4559300" y="2698750"/>
          <p14:tracePt t="27732" x="4546600" y="2679700"/>
          <p14:tracePt t="27749" x="4533900" y="2660650"/>
          <p14:tracePt t="27767" x="4521200" y="2647950"/>
          <p14:tracePt t="27783" x="4495800" y="2628900"/>
          <p14:tracePt t="27801" x="4470400" y="2616200"/>
          <p14:tracePt t="27817" x="4438650" y="2590800"/>
          <p14:tracePt t="27834" x="4406900" y="2578100"/>
          <p14:tracePt t="27851" x="4375150" y="2565400"/>
          <p14:tracePt t="27867" x="4349750" y="2559050"/>
          <p14:tracePt t="27884" x="4337050" y="2559050"/>
          <p14:tracePt t="27898" x="4298950" y="2559050"/>
          <p14:tracePt t="27917" x="4254500" y="2559050"/>
          <p14:tracePt t="27932" x="4203700" y="2559050"/>
          <p14:tracePt t="27950" x="4152900" y="2559050"/>
          <p14:tracePt t="27967" x="4057650" y="2565400"/>
          <p14:tracePt t="27983" x="4019550" y="2578100"/>
          <p14:tracePt t="27999" x="4000500" y="2584450"/>
          <p14:tracePt t="28017" x="3987800" y="2603500"/>
          <p14:tracePt t="28034" x="3968750" y="2622550"/>
          <p14:tracePt t="28050" x="3949700" y="2641600"/>
          <p14:tracePt t="28066" x="3930650" y="2660650"/>
          <p14:tracePt t="28085" x="3917950" y="2711450"/>
          <p14:tracePt t="28100" x="3905250" y="2743200"/>
          <p14:tracePt t="28117" x="3905250" y="2768600"/>
          <p14:tracePt t="28134" x="3905250" y="2794000"/>
          <p14:tracePt t="28150" x="3905250" y="2813050"/>
          <p14:tracePt t="28166" x="3911600" y="2844800"/>
          <p14:tracePt t="28170" x="3911600" y="2851150"/>
          <p14:tracePt t="28183" x="3917950" y="2882900"/>
          <p14:tracePt t="28200" x="3930650" y="2908300"/>
          <p14:tracePt t="28216" x="3943350" y="2927350"/>
          <p14:tracePt t="28232" x="3962400" y="2940050"/>
          <p14:tracePt t="28249" x="3975100" y="2959100"/>
          <p14:tracePt t="28267" x="3994150" y="2978150"/>
          <p14:tracePt t="28284" x="4025900" y="3003550"/>
          <p14:tracePt t="28301" x="4044950" y="3022600"/>
          <p14:tracePt t="28317" x="4089400" y="3048000"/>
          <p14:tracePt t="28334" x="4152900" y="3067050"/>
          <p14:tracePt t="28351" x="4235450" y="3092450"/>
          <p14:tracePt t="28367" x="4305300" y="3111500"/>
          <p14:tracePt t="28384" x="4400550" y="3111500"/>
          <p14:tracePt t="28401" x="4425950" y="3111500"/>
          <p14:tracePt t="28417" x="4445000" y="3098800"/>
          <p14:tracePt t="28434" x="4464050" y="3079750"/>
          <p14:tracePt t="28449" x="4483100" y="3067050"/>
          <p14:tracePt t="28466" x="4508500" y="3041650"/>
          <p14:tracePt t="28484" x="4572000" y="2990850"/>
          <p14:tracePt t="28500" x="4616450" y="2965450"/>
          <p14:tracePt t="28517" x="4641850" y="2940050"/>
          <p14:tracePt t="28534" x="4660900" y="2914650"/>
          <p14:tracePt t="28550" x="4679950" y="2901950"/>
          <p14:tracePt t="28566" x="4686300" y="2882900"/>
          <p14:tracePt t="28584" x="4686300" y="2851150"/>
          <p14:tracePt t="28601" x="4686300" y="2838450"/>
          <p14:tracePt t="28617" x="4673600" y="2813050"/>
          <p14:tracePt t="28634" x="4654550" y="2787650"/>
          <p14:tracePt t="28648" x="4635500" y="2762250"/>
          <p14:tracePt t="28667" x="4616450" y="2724150"/>
          <p14:tracePt t="28674" x="4603750" y="2711450"/>
          <p14:tracePt t="28686" x="4578350" y="2673350"/>
          <p14:tracePt t="28700" x="4533900" y="2641600"/>
          <p14:tracePt t="28716" x="4483100" y="2622550"/>
          <p14:tracePt t="28732" x="4425950" y="2597150"/>
          <p14:tracePt t="28748" x="4394200" y="2584450"/>
          <p14:tracePt t="28766" x="4375150" y="2571750"/>
          <p14:tracePt t="28784" x="4362450" y="2565400"/>
          <p14:tracePt t="28801" x="4337050" y="2559050"/>
          <p14:tracePt t="28816" x="4318000" y="2559050"/>
          <p14:tracePt t="28834" x="4273550" y="2559050"/>
          <p14:tracePt t="28850" x="4203700" y="2552700"/>
          <p14:tracePt t="28867" x="4140200" y="2552700"/>
          <p14:tracePt t="28884" x="4070350" y="2546350"/>
          <p14:tracePt t="28900" x="4000500" y="2546350"/>
          <p14:tracePt t="28916" x="3975100" y="2546350"/>
          <p14:tracePt t="28934" x="3949700" y="2546350"/>
          <p14:tracePt t="28948" x="3937000" y="2559050"/>
          <p14:tracePt t="28965" x="3917950" y="2559050"/>
          <p14:tracePt t="28984" x="3892550" y="2571750"/>
          <p14:tracePt t="29001" x="3867150" y="2590800"/>
          <p14:tracePt t="29017" x="3822700" y="2622550"/>
          <p14:tracePt t="29034" x="3803650" y="2641600"/>
          <p14:tracePt t="29050" x="3784600" y="2660650"/>
          <p14:tracePt t="29065" x="3771900" y="2673350"/>
          <p14:tracePt t="29084" x="3752850" y="2692400"/>
          <p14:tracePt t="29101" x="3746500" y="2724150"/>
          <p14:tracePt t="29117" x="3733800" y="2762250"/>
          <p14:tracePt t="29132" x="3733800" y="2794000"/>
          <p14:tracePt t="29152" x="3727450" y="2825750"/>
          <p14:tracePt t="29165" x="3727450" y="2851150"/>
          <p14:tracePt t="29182" x="3727450" y="2882900"/>
          <p14:tracePt t="29198" x="3733800" y="2908300"/>
          <p14:tracePt t="29214" x="3746500" y="2921000"/>
          <p14:tracePt t="29232" x="3771900" y="2952750"/>
          <p14:tracePt t="29248" x="3790950" y="2971800"/>
          <p14:tracePt t="29266" x="3803650" y="2984500"/>
          <p14:tracePt t="29282" x="3822700" y="3003550"/>
          <p14:tracePt t="29299" x="3841750" y="3009900"/>
          <p14:tracePt t="29316" x="3854450" y="3009900"/>
          <p14:tracePt t="29332" x="3867150" y="3009900"/>
          <p14:tracePt t="29365" x="3873500" y="3009900"/>
          <p14:tracePt t="29384" x="3886200" y="3009900"/>
          <p14:tracePt t="29416" x="3892550" y="3009900"/>
          <p14:tracePt t="29432" x="3892550" y="3003550"/>
          <p14:tracePt t="29532" x="3898900" y="3003550"/>
          <p14:tracePt t="29542" x="3898900" y="2997200"/>
          <p14:tracePt t="29559" x="3905250" y="2990850"/>
          <p14:tracePt t="29585" x="3924300" y="2984500"/>
          <p14:tracePt t="29598" x="3943350" y="2984500"/>
          <p14:tracePt t="29617" x="3968750" y="2984500"/>
          <p14:tracePt t="29632" x="4000500" y="2984500"/>
          <p14:tracePt t="29649" x="4044950" y="2984500"/>
          <p14:tracePt t="29666" x="4102100" y="2971800"/>
          <p14:tracePt t="29682" x="4127500" y="2965450"/>
          <p14:tracePt t="29699" x="4146550" y="2946400"/>
          <p14:tracePt t="29715" x="4165600" y="2921000"/>
          <p14:tracePt t="29732" x="4184650" y="2882900"/>
          <p14:tracePt t="29750" x="4203700" y="2825750"/>
          <p14:tracePt t="29766" x="4203700" y="2762250"/>
          <p14:tracePt t="29783" x="4184650" y="2654300"/>
          <p14:tracePt t="29799" x="4159250" y="2590800"/>
          <p14:tracePt t="29816" x="4133850" y="2533650"/>
          <p14:tracePt t="29833" x="4114800" y="2482850"/>
          <p14:tracePt t="29849" x="4095750" y="2457450"/>
          <p14:tracePt t="29867" x="4076700" y="2438400"/>
          <p14:tracePt t="29883" x="4057650" y="2413000"/>
          <p14:tracePt t="29900" x="4044950" y="2393950"/>
          <p14:tracePt t="29915" x="4032250" y="2387600"/>
          <p14:tracePt t="29931" x="4013200" y="2374900"/>
          <p14:tracePt t="29948" x="4000500" y="2362200"/>
          <p14:tracePt t="29965" x="3975100" y="2355850"/>
          <p14:tracePt t="29983" x="3930650" y="2349500"/>
          <p14:tracePt t="29998" x="3892550" y="2349500"/>
          <p14:tracePt t="30016" x="3854450" y="2349500"/>
          <p14:tracePt t="30032" x="3816350" y="2362200"/>
          <p14:tracePt t="30050" x="3790950" y="2381250"/>
          <p14:tracePt t="30065" x="3752850" y="2438400"/>
          <p14:tracePt t="30083" x="3702050" y="2552700"/>
          <p14:tracePt t="30100" x="3689350" y="2628900"/>
          <p14:tracePt t="30117" x="3689350" y="2705100"/>
          <p14:tracePt t="30132" x="3689350" y="2762250"/>
          <p14:tracePt t="30149" x="3708400" y="2781300"/>
          <p14:tracePt t="30166" x="3727450" y="2800350"/>
          <p14:tracePt t="30171" x="3733800" y="2813050"/>
          <p14:tracePt t="30184" x="3746500" y="2819400"/>
          <p14:tracePt t="30218" x="3752850" y="2819400"/>
          <p14:tracePt t="30242" x="3759200" y="2819400"/>
          <p14:tracePt t="30260" x="3765550" y="2819400"/>
          <p14:tracePt t="30274" x="3771900" y="2819400"/>
          <p14:tracePt t="30461" x="3784600" y="2825750"/>
          <p14:tracePt t="30471" x="3790950" y="2838450"/>
          <p14:tracePt t="30482" x="3829050" y="2876550"/>
          <p14:tracePt t="30499" x="3898900" y="2927350"/>
          <p14:tracePt t="30516" x="3975100" y="2959100"/>
          <p14:tracePt t="30534" x="4044950" y="2984500"/>
          <p14:tracePt t="30551" x="4089400" y="3003550"/>
          <p14:tracePt t="30566" x="4133850" y="3022600"/>
          <p14:tracePt t="30584" x="4159250" y="3028950"/>
          <p14:tracePt t="30599" x="4171950" y="3035300"/>
          <p14:tracePt t="30617" x="4191000" y="3035300"/>
          <p14:tracePt t="30634" x="4216400" y="3028950"/>
          <p14:tracePt t="30648" x="4235450" y="3022600"/>
          <p14:tracePt t="30667" x="4260850" y="2997200"/>
          <p14:tracePt t="30677" x="4267200" y="2997200"/>
          <p14:tracePt t="30685" x="4273550" y="2990850"/>
          <p14:tracePt t="30698" x="4286250" y="2971800"/>
          <p14:tracePt t="30715" x="4305300" y="2952750"/>
          <p14:tracePt t="30732" x="4330700" y="2933700"/>
          <p14:tracePt t="30749" x="4368800" y="2914650"/>
          <p14:tracePt t="30767" x="4438650" y="2889250"/>
          <p14:tracePt t="30784" x="4540250" y="2857500"/>
          <p14:tracePt t="30799" x="4610100" y="2838450"/>
          <p14:tracePt t="30816" x="4699000" y="2825750"/>
          <p14:tracePt t="30832" x="4800600" y="2794000"/>
          <p14:tracePt t="30849" x="4908550" y="2774950"/>
          <p14:tracePt t="30866" x="5010150" y="2762250"/>
          <p14:tracePt t="30882" x="5162550" y="2730500"/>
          <p14:tracePt t="30898" x="5245100" y="2717800"/>
          <p14:tracePt t="30918" x="5327650" y="2711450"/>
          <p14:tracePt t="30932" x="5397500" y="2711450"/>
          <p14:tracePt t="30949" x="5467350" y="2711450"/>
          <p14:tracePt t="30966" x="5511800" y="2711450"/>
          <p14:tracePt t="30983" x="5562600" y="2717800"/>
          <p14:tracePt t="30998" x="5581650" y="2717800"/>
          <p14:tracePt t="31017" x="5619750" y="2717800"/>
          <p14:tracePt t="31034" x="5657850" y="2717800"/>
          <p14:tracePt t="31051" x="5715000" y="2717800"/>
          <p14:tracePt t="31066" x="5816600" y="2717800"/>
          <p14:tracePt t="31084" x="5886450" y="2736850"/>
          <p14:tracePt t="31098" x="5918200" y="2743200"/>
          <p14:tracePt t="31117" x="5937250" y="2755900"/>
          <p14:tracePt t="31132" x="5949950" y="2755900"/>
          <p14:tracePt t="31151" x="5969000" y="2774950"/>
          <p14:tracePt t="31167" x="5988050" y="2774950"/>
          <p14:tracePt t="31170" x="5994400" y="2787650"/>
          <p14:tracePt t="31183" x="6032500" y="2800350"/>
          <p14:tracePt t="31201" x="6108700" y="2819400"/>
          <p14:tracePt t="31215" x="6178550" y="2838450"/>
          <p14:tracePt t="31232" x="6248400" y="2851150"/>
          <p14:tracePt t="31251" x="6318250" y="2857500"/>
          <p14:tracePt t="31266" x="6381750" y="2857500"/>
          <p14:tracePt t="31285" x="6445250" y="2857500"/>
          <p14:tracePt t="31302" x="6483350" y="2857500"/>
          <p14:tracePt t="31315" x="6515100" y="2857500"/>
          <p14:tracePt t="31333" x="6553200" y="2863850"/>
          <p14:tracePt t="31349" x="6597650" y="2870200"/>
          <p14:tracePt t="31365" x="6661150" y="2876550"/>
          <p14:tracePt t="31383" x="6762750" y="2889250"/>
          <p14:tracePt t="31399" x="6832600" y="2895600"/>
          <p14:tracePt t="31416" x="6902450" y="2914650"/>
          <p14:tracePt t="31435" x="6985000" y="2940050"/>
          <p14:tracePt t="31449" x="7073900" y="2965450"/>
          <p14:tracePt t="31466" x="7143750" y="2990850"/>
          <p14:tracePt t="31485" x="7188200" y="3009900"/>
          <p14:tracePt t="31532" x="7181850" y="3016250"/>
          <p14:tracePt t="31542" x="7175500" y="3028950"/>
          <p14:tracePt t="31552" x="7169150" y="3035300"/>
          <p14:tracePt t="31567" x="7143750" y="3054350"/>
          <p14:tracePt t="31585" x="7042150" y="3092450"/>
          <p14:tracePt t="31598" x="6927850" y="3117850"/>
          <p14:tracePt t="31617" x="6769100" y="3136900"/>
          <p14:tracePt t="31632" x="6565900" y="3162300"/>
          <p14:tracePt t="31651" x="6400800" y="3175000"/>
          <p14:tracePt t="31665" x="6210300" y="3194050"/>
          <p14:tracePt t="31672" x="6121400" y="3213100"/>
          <p14:tracePt t="31684" x="5911850" y="3244850"/>
          <p14:tracePt t="31700" x="5626100" y="3270250"/>
          <p14:tracePt t="31715" x="5270500" y="3257550"/>
          <p14:tracePt t="31732" x="4965700" y="3238500"/>
          <p14:tracePt t="31749" x="4730750" y="3219450"/>
          <p14:tracePt t="31766" x="4565650" y="3206750"/>
          <p14:tracePt t="31784" x="4445000" y="3206750"/>
          <p14:tracePt t="31800" x="4273550" y="3213100"/>
          <p14:tracePt t="31820" x="4127500" y="3232150"/>
          <p14:tracePt t="31834" x="3968750" y="3257550"/>
          <p14:tracePt t="31849" x="3721100" y="3276600"/>
          <p14:tracePt t="31867" x="3409950" y="3302000"/>
          <p14:tracePt t="31882" x="3130550" y="3308350"/>
          <p14:tracePt t="31901" x="2857500" y="3327400"/>
          <p14:tracePt t="31916" x="2730500" y="3340100"/>
          <p14:tracePt t="31934" x="2622550" y="3346450"/>
          <p14:tracePt t="31948" x="2514600" y="3346450"/>
          <p14:tracePt t="31966" x="2381250" y="3346450"/>
          <p14:tracePt t="31982" x="2279650" y="3352800"/>
          <p14:tracePt t="32000" x="2120900" y="3390900"/>
          <p14:tracePt t="32016" x="2038350" y="3416300"/>
          <p14:tracePt t="32032" x="1968500" y="3435350"/>
          <p14:tracePt t="32049" x="1917700" y="3441700"/>
          <p14:tracePt t="32066" x="1892300" y="3441700"/>
          <p14:tracePt t="32175" x="1898650" y="3441700"/>
          <p14:tracePt t="32181" x="1905000" y="3441700"/>
          <p14:tracePt t="32193" x="1911350" y="3435350"/>
          <p14:tracePt t="32205" x="1917700" y="3435350"/>
          <p14:tracePt t="32227" x="1924050" y="3429000"/>
          <p14:tracePt t="32276" x="1930400" y="3429000"/>
          <p14:tracePt t="32290" x="1930400" y="3422650"/>
          <p14:tracePt t="32305" x="1936750" y="3416300"/>
          <p14:tracePt t="32317" x="1943100" y="3416300"/>
          <p14:tracePt t="32332" x="1949450" y="3409950"/>
          <p14:tracePt t="32367" x="1949450" y="3403600"/>
          <p14:tracePt t="32387" x="1955800" y="3403600"/>
          <p14:tracePt t="32407" x="1955800" y="3397250"/>
          <p14:tracePt t="32419" x="1962150" y="3397250"/>
          <p14:tracePt t="32471" x="1968500" y="3397250"/>
          <p14:tracePt t="32600" x="1968500" y="3390900"/>
          <p14:tracePt t="32902" x="1974850" y="3384550"/>
          <p14:tracePt t="32924" x="1981200" y="3378200"/>
          <p14:tracePt t="33186" x="1981200" y="3371850"/>
          <p14:tracePt t="33606" x="1987550" y="3365500"/>
          <p14:tracePt t="33620" x="1993900" y="3365500"/>
          <p14:tracePt t="33635" x="1993900" y="3359150"/>
          <p14:tracePt t="33649" x="2000250" y="3359150"/>
          <p14:tracePt t="34586" x="1993900" y="3359150"/>
          <p14:tracePt t="34625" x="1987550" y="3359150"/>
          <p14:tracePt t="35054" x="1981200" y="3365500"/>
          <p14:tracePt t="35068" x="1974850" y="3371850"/>
          <p14:tracePt t="35083" x="1955800" y="3390900"/>
          <p14:tracePt t="35099" x="1943100" y="3409950"/>
          <p14:tracePt t="35118" x="1911350" y="3441700"/>
          <p14:tracePt t="35134" x="1873250" y="3460750"/>
          <p14:tracePt t="35149" x="1803400" y="3492500"/>
          <p14:tracePt t="35165" x="1714500" y="3536950"/>
          <p14:tracePt t="35182" x="1612900" y="3581400"/>
          <p14:tracePt t="35199" x="1536700" y="3619500"/>
          <p14:tracePt t="35217" x="1454150" y="3657600"/>
          <p14:tracePt t="35233" x="1409700" y="3689350"/>
          <p14:tracePt t="35249" x="1397000" y="3702050"/>
          <p14:tracePt t="35267" x="1377950" y="3721100"/>
          <p14:tracePt t="35284" x="1365250" y="3740150"/>
          <p14:tracePt t="35300" x="1339850" y="3759200"/>
          <p14:tracePt t="35317" x="1308100" y="3784600"/>
          <p14:tracePt t="35334" x="1282700" y="3803650"/>
          <p14:tracePt t="35351" x="1276350" y="3810000"/>
          <p14:tracePt t="35366" x="1276350" y="3822700"/>
          <p14:tracePt t="35384" x="1276350" y="3829050"/>
          <p14:tracePt t="35399" x="1276350" y="3835400"/>
          <p14:tracePt t="35480" x="1282700" y="3835400"/>
          <p14:tracePt t="35511" x="1282700" y="3841750"/>
          <p14:tracePt t="35520" x="1289050" y="3848100"/>
          <p14:tracePt t="35670" x="1295400" y="3848100"/>
          <p14:tracePt t="35703" x="1301750" y="3848100"/>
          <p14:tracePt t="35791" x="1308100" y="3848100"/>
          <p14:tracePt t="35807" x="1314450" y="3848100"/>
          <p14:tracePt t="36260" x="1314450" y="3841750"/>
          <p14:tracePt t="36274" x="1327150" y="3841750"/>
          <p14:tracePt t="36285" x="1333500" y="3835400"/>
          <p14:tracePt t="36302" x="1384300" y="3835400"/>
          <p14:tracePt t="36314" x="1454150" y="3835400"/>
          <p14:tracePt t="36331" x="1555750" y="3841750"/>
          <p14:tracePt t="36348" x="1682750" y="3860800"/>
          <p14:tracePt t="36365" x="1816100" y="3873500"/>
          <p14:tracePt t="36382" x="1974850" y="3879850"/>
          <p14:tracePt t="36399" x="2044700" y="3879850"/>
          <p14:tracePt t="36415" x="2108200" y="3873500"/>
          <p14:tracePt t="36432" x="2146300" y="3860800"/>
          <p14:tracePt t="36449" x="2203450" y="3848100"/>
          <p14:tracePt t="36467" x="2260600" y="3829050"/>
          <p14:tracePt t="36484" x="2336800" y="3803650"/>
          <p14:tracePt t="36499" x="2381250" y="3790950"/>
          <p14:tracePt t="36517" x="2413000" y="3784600"/>
          <p14:tracePt t="36534" x="2432050" y="3778250"/>
          <p14:tracePt t="36551" x="2444750" y="3771900"/>
          <p14:tracePt t="36567" x="2457450" y="3765550"/>
          <p14:tracePt t="36583" x="2476500" y="3759200"/>
          <p14:tracePt t="36599" x="2489200" y="3746500"/>
          <p14:tracePt t="36615" x="2508250" y="3740150"/>
          <p14:tracePt t="36632" x="2527300" y="3727450"/>
          <p14:tracePt t="36648" x="2533650" y="3721100"/>
          <p14:tracePt t="36665" x="2540000" y="3714750"/>
          <p14:tracePt t="36786" x="2540000" y="3727450"/>
          <p14:tracePt t="36806" x="2552700" y="3746500"/>
          <p14:tracePt t="36815" x="2565400" y="3752850"/>
          <p14:tracePt t="36833" x="2584450" y="3765550"/>
          <p14:tracePt t="36849" x="2609850" y="3784600"/>
          <p14:tracePt t="36867" x="2635250" y="3797300"/>
          <p14:tracePt t="36884" x="2654300" y="3816350"/>
          <p14:tracePt t="36899" x="2673350" y="3829050"/>
          <p14:tracePt t="36915" x="2717800" y="3835400"/>
          <p14:tracePt t="36932" x="2762250" y="3848100"/>
          <p14:tracePt t="36949" x="2787650" y="3854450"/>
          <p14:tracePt t="36967" x="2800350" y="3854450"/>
          <p14:tracePt t="36985" x="2813050" y="3841750"/>
          <p14:tracePt t="37001" x="2825750" y="3822700"/>
          <p14:tracePt t="37017" x="2838450" y="3803650"/>
          <p14:tracePt t="37034" x="2851150" y="3790950"/>
          <p14:tracePt t="37051" x="2851150" y="3759200"/>
          <p14:tracePt t="37065" x="2851150" y="3733800"/>
          <p14:tracePt t="37084" x="2844800" y="3708400"/>
          <p14:tracePt t="37100" x="2832100" y="3689350"/>
          <p14:tracePt t="37118" x="2825750" y="3657600"/>
          <p14:tracePt t="37133" x="2819400" y="3613150"/>
          <p14:tracePt t="37149" x="2800350" y="3581400"/>
          <p14:tracePt t="37166" x="2787650" y="3543300"/>
          <p14:tracePt t="37170" x="2781300" y="3530600"/>
          <p14:tracePt t="37183" x="2774950" y="3505200"/>
          <p14:tracePt t="37199" x="2768600" y="3492500"/>
          <p14:tracePt t="37216" x="2762250" y="3473450"/>
          <p14:tracePt t="37233" x="2755900" y="3454400"/>
          <p14:tracePt t="37250" x="2736850" y="3435350"/>
          <p14:tracePt t="37266" x="2711450" y="3416300"/>
          <p14:tracePt t="37284" x="2667000" y="3390900"/>
          <p14:tracePt t="37301" x="2565400" y="3333750"/>
          <p14:tracePt t="37316" x="2495550" y="3282950"/>
          <p14:tracePt t="37334" x="2444750" y="3244850"/>
          <p14:tracePt t="37350" x="2381250" y="3206750"/>
          <p14:tracePt t="37367" x="2324100" y="3175000"/>
          <p14:tracePt t="37382" x="2292350" y="3155950"/>
          <p14:tracePt t="37399" x="2254250" y="3130550"/>
          <p14:tracePt t="37415" x="2241550" y="3117850"/>
          <p14:tracePt t="37432" x="2228850" y="3098800"/>
          <p14:tracePt t="37449" x="2216150" y="3079750"/>
          <p14:tracePt t="37466" x="2203450" y="3073400"/>
          <p14:tracePt t="37482" x="2197100" y="3067050"/>
          <p14:tracePt t="37499" x="2184400" y="3054350"/>
          <p14:tracePt t="37517" x="2171700" y="3041650"/>
          <p14:tracePt t="37534" x="2165350" y="3022600"/>
          <p14:tracePt t="37551" x="2159000" y="3009900"/>
          <p14:tracePt t="37567" x="2152650" y="2990850"/>
          <p14:tracePt t="37584" x="2152650" y="2984500"/>
          <p14:tracePt t="37601" x="2152650" y="2971800"/>
          <p14:tracePt t="37728" x="2159000" y="2971800"/>
          <p14:tracePt t="37759" x="2159000" y="2965450"/>
          <p14:tracePt t="37810" x="2165350" y="2965450"/>
          <p14:tracePt t="37823" x="2171700" y="2959100"/>
          <p14:tracePt t="37835" x="2178050" y="2959100"/>
          <p14:tracePt t="37848" x="2184400" y="2959100"/>
          <p14:tracePt t="37867" x="2197100" y="2952750"/>
          <p14:tracePt t="37882" x="2209800" y="2952750"/>
          <p14:tracePt t="37899" x="2216150" y="2952750"/>
          <p14:tracePt t="37916" x="2247900" y="2946400"/>
          <p14:tracePt t="37932" x="2305050" y="2946400"/>
          <p14:tracePt t="37949" x="2387600" y="2940050"/>
          <p14:tracePt t="37964" x="2489200" y="2940050"/>
          <p14:tracePt t="37981" x="2590800" y="2940050"/>
          <p14:tracePt t="37999" x="2686050" y="2952750"/>
          <p14:tracePt t="38016" x="2781300" y="2959100"/>
          <p14:tracePt t="38034" x="2908300" y="2959100"/>
          <p14:tracePt t="38049" x="2997200" y="2959100"/>
          <p14:tracePt t="38066" x="3060700" y="2959100"/>
          <p14:tracePt t="38082" x="3124200" y="2959100"/>
          <p14:tracePt t="38099" x="3162300" y="2959100"/>
          <p14:tracePt t="38116" x="3168650" y="2959100"/>
          <p14:tracePt t="38194" x="3175000" y="2959100"/>
          <p14:tracePt t="38201" x="3181350" y="2959100"/>
          <p14:tracePt t="38209" x="3187700" y="2959100"/>
          <p14:tracePt t="38218" x="3194050" y="2959100"/>
          <p14:tracePt t="38232" x="3200400" y="2959100"/>
          <p14:tracePt t="38394" x="3206750" y="2959100"/>
          <p14:tracePt t="38473" x="3200400" y="2965450"/>
          <p14:tracePt t="38480" x="3187700" y="2984500"/>
          <p14:tracePt t="38491" x="3168650" y="3028950"/>
          <p14:tracePt t="38498" x="3149600" y="3067050"/>
          <p14:tracePt t="38516" x="3117850" y="3149600"/>
          <p14:tracePt t="38533" x="3079750" y="3251200"/>
          <p14:tracePt t="38549" x="3035300" y="3352800"/>
          <p14:tracePt t="38565" x="2990850" y="3460750"/>
          <p14:tracePt t="38584" x="2863850" y="3638550"/>
          <p14:tracePt t="38598" x="2787650" y="3721100"/>
          <p14:tracePt t="38615" x="2762250" y="3759200"/>
          <p14:tracePt t="38632" x="2743200" y="3784600"/>
          <p14:tracePt t="38649" x="2736850" y="3790950"/>
          <p14:tracePt t="38665" x="2736850" y="3797300"/>
          <p14:tracePt t="38762" x="2730500" y="3797300"/>
          <p14:tracePt t="38774" x="2711450" y="3816350"/>
          <p14:tracePt t="38784" x="2705100" y="3822700"/>
          <p14:tracePt t="38799" x="2692400" y="3841750"/>
          <p14:tracePt t="38815" x="2686050" y="3848100"/>
          <p14:tracePt t="38897" x="2686050" y="3841750"/>
          <p14:tracePt t="38908" x="2698750" y="3829050"/>
          <p14:tracePt t="38918" x="2705100" y="3822700"/>
          <p14:tracePt t="38935" x="2717800" y="3803650"/>
          <p14:tracePt t="38949" x="2736850" y="3778250"/>
          <p14:tracePt t="38966" x="2774950" y="3733800"/>
          <p14:tracePt t="38982" x="2844800" y="3657600"/>
          <p14:tracePt t="39001" x="2933700" y="3556000"/>
          <p14:tracePt t="39017" x="3086100" y="3378200"/>
          <p14:tracePt t="39034" x="3168650" y="3270250"/>
          <p14:tracePt t="39051" x="3238500" y="3181350"/>
          <p14:tracePt t="39066" x="3276600" y="3117850"/>
          <p14:tracePt t="39084" x="3295650" y="3073400"/>
          <p14:tracePt t="39101" x="3314700" y="3054350"/>
          <p14:tracePt t="39117" x="3340100" y="3022600"/>
          <p14:tracePt t="39132" x="3359150" y="3009900"/>
          <p14:tracePt t="39151" x="3378200" y="2990850"/>
          <p14:tracePt t="39165" x="3397250" y="2978150"/>
          <p14:tracePt t="39184" x="3416300" y="2959100"/>
          <p14:tracePt t="39199" x="3435350" y="2946400"/>
          <p14:tracePt t="39216" x="3486150" y="2921000"/>
          <p14:tracePt t="39232" x="3505200" y="2908300"/>
          <p14:tracePt t="39251" x="3517900" y="2901950"/>
          <p14:tracePt t="39310" x="3511550" y="2901950"/>
          <p14:tracePt t="39319" x="3511550" y="2908300"/>
          <p14:tracePt t="39334" x="3492500" y="2946400"/>
          <p14:tracePt t="39348" x="3467100" y="3022600"/>
          <p14:tracePt t="39366" x="3441700" y="3092450"/>
          <p14:tracePt t="39383" x="3416300" y="3168650"/>
          <p14:tracePt t="39400" x="3390900" y="3251200"/>
          <p14:tracePt t="39415" x="3359150" y="3340100"/>
          <p14:tracePt t="39432" x="3295650" y="3479800"/>
          <p14:tracePt t="39448" x="3270250" y="3543300"/>
          <p14:tracePt t="39465" x="3257550" y="3562350"/>
          <p14:tracePt t="39525" x="3251200" y="3568700"/>
          <p14:tracePt t="39543" x="3244850" y="3568700"/>
          <p14:tracePt t="39692" x="3238500" y="3568700"/>
          <p14:tracePt t="39728" x="3238500" y="3575050"/>
          <p14:tracePt t="40194" x="3225800" y="3575050"/>
          <p14:tracePt t="40205" x="3194050" y="3575050"/>
          <p14:tracePt t="40216" x="3155950" y="3575050"/>
          <p14:tracePt t="40232" x="3130550" y="3594100"/>
          <p14:tracePt t="40250" x="3111500" y="3613150"/>
          <p14:tracePt t="40266" x="3086100" y="3632200"/>
          <p14:tracePt t="40284" x="3067050" y="3663950"/>
          <p14:tracePt t="40301" x="3035300" y="3708400"/>
          <p14:tracePt t="40317" x="3035300" y="3733800"/>
          <p14:tracePt t="40334" x="3035300" y="3752850"/>
          <p14:tracePt t="40348" x="3035300" y="3778250"/>
          <p14:tracePt t="40367" x="3035300" y="3790950"/>
          <p14:tracePt t="40382" x="3048000" y="3810000"/>
          <p14:tracePt t="40401" x="3067050" y="3822700"/>
          <p14:tracePt t="40416" x="3079750" y="3835400"/>
          <p14:tracePt t="40434" x="3117850" y="3841750"/>
          <p14:tracePt t="40449" x="3162300" y="3848100"/>
          <p14:tracePt t="40465" x="3206750" y="3848100"/>
          <p14:tracePt t="40482" x="3225800" y="3848100"/>
          <p14:tracePt t="40501" x="3244850" y="3848100"/>
          <p14:tracePt t="40517" x="3289300" y="3835400"/>
          <p14:tracePt t="40534" x="3340100" y="3835400"/>
          <p14:tracePt t="40550" x="3409950" y="3854450"/>
          <p14:tracePt t="40565" x="3486150" y="3879850"/>
          <p14:tracePt t="40584" x="3556000" y="3905250"/>
          <p14:tracePt t="40601" x="3594100" y="3911600"/>
          <p14:tracePt t="40617" x="3606800" y="3917950"/>
          <p14:tracePt t="40670" x="3613150" y="3917950"/>
          <p14:tracePt t="40683" x="3625850" y="3917950"/>
          <p14:tracePt t="40693" x="3638550" y="3917950"/>
          <p14:tracePt t="40705" x="3644900" y="3917950"/>
          <p14:tracePt t="40716" x="3676650" y="3917950"/>
          <p14:tracePt t="40733" x="3714750" y="3924300"/>
          <p14:tracePt t="40750" x="3746500" y="3924300"/>
          <p14:tracePt t="40768" x="3778250" y="3924300"/>
          <p14:tracePt t="40784" x="3886200" y="3917950"/>
          <p14:tracePt t="40801" x="3962400" y="3898900"/>
          <p14:tracePt t="40815" x="4070350" y="3879850"/>
          <p14:tracePt t="40834" x="4165600" y="3854450"/>
          <p14:tracePt t="40849" x="4235450" y="3841750"/>
          <p14:tracePt t="40867" x="4305300" y="3829050"/>
          <p14:tracePt t="40882" x="4330700" y="3829050"/>
          <p14:tracePt t="40899" x="4343400" y="3829050"/>
          <p14:tracePt t="40916" x="4362450" y="3829050"/>
          <p14:tracePt t="40932" x="4381500" y="3835400"/>
          <p14:tracePt t="40948" x="4400550" y="3835400"/>
          <p14:tracePt t="40967" x="4432300" y="3835400"/>
          <p14:tracePt t="40984" x="4464050" y="3822700"/>
          <p14:tracePt t="41001" x="4483100" y="3810000"/>
          <p14:tracePt t="41017" x="4489450" y="3803650"/>
          <p14:tracePt t="41034" x="4502150" y="3803650"/>
          <p14:tracePt t="41051" x="4521200" y="3803650"/>
          <p14:tracePt t="41067" x="4540250" y="3803650"/>
          <p14:tracePt t="41084" x="4597400" y="3803650"/>
          <p14:tracePt t="41101" x="4660900" y="3810000"/>
          <p14:tracePt t="41117" x="4724400" y="3810000"/>
          <p14:tracePt t="41133" x="4794250" y="3810000"/>
          <p14:tracePt t="41149" x="4851400" y="3810000"/>
          <p14:tracePt t="41166" x="4921250" y="3816350"/>
          <p14:tracePt t="41170" x="4953000" y="3822700"/>
          <p14:tracePt t="41183" x="5003800" y="3835400"/>
          <p14:tracePt t="41199" x="5035550" y="3835400"/>
          <p14:tracePt t="41216" x="5067300" y="3848100"/>
          <p14:tracePt t="41232" x="5086350" y="3854450"/>
          <p14:tracePt t="41251" x="5099050" y="3854450"/>
          <p14:tracePt t="41267" x="5118100" y="3854450"/>
          <p14:tracePt t="41285" x="5130800" y="3854450"/>
          <p14:tracePt t="41301" x="5143500" y="3854450"/>
          <p14:tracePt t="41317" x="5162550" y="3867150"/>
          <p14:tracePt t="41334" x="5232400" y="3892550"/>
          <p14:tracePt t="41351" x="5295900" y="3917950"/>
          <p14:tracePt t="41367" x="5334000" y="3937000"/>
          <p14:tracePt t="41384" x="5359400" y="3956050"/>
          <p14:tracePt t="41399" x="5365750" y="3956050"/>
          <p14:tracePt t="41463" x="5372100" y="3956050"/>
          <p14:tracePt t="41472" x="5378450" y="3956050"/>
          <p14:tracePt t="41490" x="5391150" y="3956050"/>
          <p14:tracePt t="41501" x="5397500" y="3956050"/>
          <p14:tracePt t="41517" x="5410200" y="3956050"/>
          <p14:tracePt t="41534" x="5429250" y="3956050"/>
          <p14:tracePt t="41551" x="5441950" y="3956050"/>
          <p14:tracePt t="41567" x="5454650" y="3956050"/>
          <p14:tracePt t="41585" x="5480050" y="3956050"/>
          <p14:tracePt t="41601" x="5518150" y="3962400"/>
          <p14:tracePt t="41617" x="5556250" y="3962400"/>
          <p14:tracePt t="41632" x="5594350" y="3962400"/>
          <p14:tracePt t="41648" x="5638800" y="3943350"/>
          <p14:tracePt t="41665" x="5683250" y="3930650"/>
          <p14:tracePt t="41682" x="5727700" y="3911600"/>
          <p14:tracePt t="41699" x="5778500" y="3898900"/>
          <p14:tracePt t="41715" x="5822950" y="3879850"/>
          <p14:tracePt t="41732" x="5848350" y="3867150"/>
          <p14:tracePt t="41749" x="5867400" y="3860800"/>
          <p14:tracePt t="41766" x="5867400" y="3854450"/>
          <p14:tracePt t="41784" x="5873750" y="3854450"/>
          <p14:tracePt t="41801" x="5899150" y="3848100"/>
          <p14:tracePt t="41817" x="5911850" y="3841750"/>
          <p14:tracePt t="41834" x="5930900" y="3841750"/>
          <p14:tracePt t="41850" x="5949950" y="3841750"/>
          <p14:tracePt t="41867" x="5988050" y="3841750"/>
          <p14:tracePt t="41884" x="6038850" y="3841750"/>
          <p14:tracePt t="41899" x="6108700" y="3841750"/>
          <p14:tracePt t="41917" x="6197600" y="3848100"/>
          <p14:tracePt t="41932" x="6261100" y="3854450"/>
          <p14:tracePt t="41949" x="6324600" y="3867150"/>
          <p14:tracePt t="41965" x="6381750" y="3873500"/>
          <p14:tracePt t="41981" x="6407150" y="3879850"/>
          <p14:tracePt t="42000" x="6426200" y="3879850"/>
          <p14:tracePt t="42016" x="6451600" y="3879850"/>
          <p14:tracePt t="42032" x="6470650" y="3879850"/>
          <p14:tracePt t="42050" x="6483350" y="3879850"/>
          <p14:tracePt t="42067" x="6496050" y="3879850"/>
          <p14:tracePt t="42084" x="6502400" y="3873500"/>
          <p14:tracePt t="42101" x="6515100" y="3873500"/>
          <p14:tracePt t="42117" x="6521450" y="3873500"/>
          <p14:tracePt t="42523" x="6521450" y="3867150"/>
          <p14:tracePt t="42538" x="6527800" y="3867150"/>
          <p14:tracePt t="42790" x="6534150" y="3867150"/>
          <p14:tracePt t="42806" x="6540500" y="3867150"/>
          <p14:tracePt t="42816" x="6559550" y="3867150"/>
          <p14:tracePt t="42825" x="6565900" y="3867150"/>
          <p14:tracePt t="42835" x="6584950" y="3867150"/>
          <p14:tracePt t="42851" x="6642100" y="3867150"/>
          <p14:tracePt t="42865" x="6711950" y="3873500"/>
          <p14:tracePt t="42884" x="6813550" y="3879850"/>
          <p14:tracePt t="42899" x="6838950" y="3879850"/>
          <p14:tracePt t="43070" x="6851650" y="3879850"/>
          <p14:tracePt t="43086" x="6870700" y="3886200"/>
          <p14:tracePt t="43095" x="6877050" y="3886200"/>
          <p14:tracePt t="43105" x="6940550" y="3898900"/>
          <p14:tracePt t="43117" x="6978650" y="3911600"/>
          <p14:tracePt t="43132" x="7067550" y="3937000"/>
          <p14:tracePt t="43149" x="7194550" y="3962400"/>
          <p14:tracePt t="43165" x="7264400" y="3968750"/>
          <p14:tracePt t="43182" x="7334250" y="3968750"/>
          <p14:tracePt t="43199" x="7404100" y="3968750"/>
          <p14:tracePt t="43216" x="7473950" y="3968750"/>
          <p14:tracePt t="43232" x="7543800" y="3968750"/>
          <p14:tracePt t="43250" x="7620000" y="3968750"/>
          <p14:tracePt t="43266" x="7658100" y="3968750"/>
          <p14:tracePt t="43284" x="7677150" y="3968750"/>
          <p14:tracePt t="43301" x="7689850" y="3962400"/>
          <p14:tracePt t="43317" x="7696200" y="3962400"/>
          <p14:tracePt t="43334" x="7702550" y="3962400"/>
          <p14:tracePt t="43351" x="7708900" y="3956050"/>
          <p14:tracePt t="43366" x="7715250" y="3956050"/>
          <p14:tracePt t="43384" x="7721600" y="3949700"/>
          <p14:tracePt t="43465" x="7683500" y="3956050"/>
          <p14:tracePt t="43474" x="7639050" y="3968750"/>
          <p14:tracePt t="43482" x="7588250" y="3987800"/>
          <p14:tracePt t="43501" x="7429500" y="4013200"/>
          <p14:tracePt t="43517" x="6953250" y="4070350"/>
          <p14:tracePt t="43534" x="6496050" y="4089400"/>
          <p14:tracePt t="43550" x="5994400" y="4102100"/>
          <p14:tracePt t="43566" x="5524500" y="4121150"/>
          <p14:tracePt t="43583" x="5105400" y="4133850"/>
          <p14:tracePt t="43601" x="4724400" y="4133850"/>
          <p14:tracePt t="43617" x="4184650" y="4121150"/>
          <p14:tracePt t="43634" x="3822700" y="4083050"/>
          <p14:tracePt t="43648" x="3429000" y="4038600"/>
          <p14:tracePt t="43666" x="3117850" y="4000500"/>
          <p14:tracePt t="43672" x="2984500" y="3981450"/>
          <p14:tracePt t="43686" x="2794000" y="3956050"/>
          <p14:tracePt t="43700" x="2717800" y="3949700"/>
          <p14:tracePt t="43716" x="2584450" y="3949700"/>
          <p14:tracePt t="43732" x="2362200" y="3930650"/>
          <p14:tracePt t="43751" x="2222500" y="3911600"/>
          <p14:tracePt t="43769" x="2108200" y="3911600"/>
          <p14:tracePt t="43784" x="2000250" y="3905250"/>
          <p14:tracePt t="43801" x="1905000" y="3905250"/>
          <p14:tracePt t="43818" x="1784350" y="3905250"/>
          <p14:tracePt t="43835" x="1708150" y="3911600"/>
          <p14:tracePt t="43850" x="1631950" y="3924300"/>
          <p14:tracePt t="43867" x="1568450" y="3943350"/>
          <p14:tracePt t="43883" x="1530350" y="3956050"/>
          <p14:tracePt t="43901" x="1504950" y="3968750"/>
          <p14:tracePt t="43917" x="1479550" y="3994150"/>
          <p14:tracePt t="43935" x="1447800" y="4013200"/>
          <p14:tracePt t="43948" x="1416050" y="4044950"/>
          <p14:tracePt t="43966" x="1352550" y="4076700"/>
          <p14:tracePt t="43982" x="1333500" y="4095750"/>
          <p14:tracePt t="44001" x="1327150" y="4114800"/>
          <p14:tracePt t="44018" x="1346200" y="4140200"/>
          <p14:tracePt t="44035" x="1403350" y="4152900"/>
          <p14:tracePt t="44051" x="1473200" y="4159250"/>
          <p14:tracePt t="44065" x="1536700" y="4165600"/>
          <p14:tracePt t="44084" x="1606550" y="4165600"/>
          <p14:tracePt t="44100" x="1689100" y="4165600"/>
          <p14:tracePt t="44117" x="1822450" y="4165600"/>
          <p14:tracePt t="44133" x="2070100" y="4165600"/>
          <p14:tracePt t="44151" x="2190750" y="4165600"/>
          <p14:tracePt t="44166" x="2266950" y="4178300"/>
          <p14:tracePt t="44173" x="2279650" y="4178300"/>
          <p14:tracePt t="44194" x="2298700" y="4178300"/>
          <p14:tracePt t="44209" x="2305050" y="4178300"/>
          <p14:tracePt t="44230" x="2311400" y="4178300"/>
          <p14:tracePt t="44255" x="2324100" y="4184650"/>
          <p14:tracePt t="44272" x="2336800" y="4184650"/>
          <p14:tracePt t="44286" x="2349500" y="4197350"/>
          <p14:tracePt t="44304" x="2368550" y="4197350"/>
          <p14:tracePt t="44317" x="2387600" y="4203700"/>
          <p14:tracePt t="44334" x="2419350" y="4210050"/>
          <p14:tracePt t="44350" x="2470150" y="4216400"/>
          <p14:tracePt t="44366" x="2533650" y="4216400"/>
          <p14:tracePt t="44384" x="2578100" y="4216400"/>
          <p14:tracePt t="44399" x="2597150" y="4216400"/>
          <p14:tracePt t="44416" x="2603500" y="4216400"/>
          <p14:tracePt t="44432" x="2616200" y="4216400"/>
          <p14:tracePt t="44449" x="2628900" y="4216400"/>
          <p14:tracePt t="44466" x="2660650" y="4235450"/>
          <p14:tracePt t="44485" x="2743200" y="4273550"/>
          <p14:tracePt t="44501" x="2806700" y="4292600"/>
          <p14:tracePt t="44517" x="2876550" y="4318000"/>
          <p14:tracePt t="44534" x="2946400" y="4337050"/>
          <p14:tracePt t="44551" x="3003550" y="4349750"/>
          <p14:tracePt t="44565" x="3054350" y="4349750"/>
          <p14:tracePt t="44584" x="3111500" y="4349750"/>
          <p14:tracePt t="44599" x="3136900" y="4349750"/>
          <p14:tracePt t="44617" x="3149600" y="4356100"/>
          <p14:tracePt t="44632" x="3168650" y="4362450"/>
          <p14:tracePt t="44650" x="3187700" y="4368800"/>
          <p14:tracePt t="44665" x="3206750" y="4381500"/>
          <p14:tracePt t="44682" x="3219450" y="4394200"/>
          <p14:tracePt t="44698" x="3257550" y="4413250"/>
          <p14:tracePt t="44715" x="3282950" y="4425950"/>
          <p14:tracePt t="44732" x="3295650" y="4425950"/>
          <p14:tracePt t="44750" x="3302000" y="4425950"/>
          <p14:tracePt t="44766" x="3308350" y="4425950"/>
          <p14:tracePt t="44886" x="3302000" y="4425950"/>
          <p14:tracePt t="45121" x="3302000" y="4419600"/>
          <p14:tracePt t="45132" x="3302000" y="4413250"/>
          <p14:tracePt t="45152" x="3308350" y="4413250"/>
          <p14:tracePt t="45644" x="3314700" y="4413250"/>
          <p14:tracePt t="45654" x="3314700" y="4406900"/>
          <p14:tracePt t="45669" x="3321050" y="4400550"/>
          <p14:tracePt t="46471" x="3327400" y="4400550"/>
          <p14:tracePt t="46506" x="3327400" y="4394200"/>
          <p14:tracePt t="46521" x="3333750" y="4387850"/>
          <p14:tracePt t="46528" x="3340100" y="4387850"/>
          <p14:tracePt t="46538" x="3340100" y="4381500"/>
          <p14:tracePt t="46553" x="3346450" y="4375150"/>
          <p14:tracePt t="46565" x="3346450" y="4362450"/>
          <p14:tracePt t="50237" x="3365500" y="4356100"/>
          <p14:tracePt t="50245" x="3448050" y="4305300"/>
          <p14:tracePt t="50255" x="3790950" y="4089400"/>
          <p14:tracePt t="50266" x="3911600" y="4006850"/>
          <p14:tracePt t="50282" x="3962400" y="3968750"/>
          <p14:tracePt t="50680" x="3956050" y="3968750"/>
          <p14:tracePt t="50690" x="3924300" y="3975100"/>
          <p14:tracePt t="50699" x="3879850" y="3987800"/>
          <p14:tracePt t="50717" x="3797300" y="4006850"/>
          <p14:tracePt t="50734" x="3778250" y="4013200"/>
          <p14:tracePt t="50752" x="3765550" y="4013200"/>
          <p14:tracePt t="50766" x="3759200" y="4013200"/>
          <p14:tracePt t="50785" x="3733800" y="4025900"/>
          <p14:tracePt t="50801" x="3670300" y="4038600"/>
          <p14:tracePt t="50818" x="3562350" y="4044950"/>
          <p14:tracePt t="50834" x="3479800" y="4044950"/>
          <p14:tracePt t="50849" x="3352800" y="4044950"/>
          <p14:tracePt t="50867" x="3155950" y="4019550"/>
          <p14:tracePt t="50882" x="2952750" y="4000500"/>
          <p14:tracePt t="50901" x="2800350" y="3987800"/>
          <p14:tracePt t="50917" x="2711450" y="3968750"/>
          <p14:tracePt t="50934" x="2692400" y="3968750"/>
          <p14:tracePt t="50949" x="2686050" y="3968750"/>
          <p14:tracePt t="51029" x="2679700" y="3968750"/>
          <p14:tracePt t="51038" x="2673350" y="3962400"/>
          <p14:tracePt t="51056" x="2667000" y="3956050"/>
          <p14:tracePt t="51067" x="2647950" y="3956050"/>
          <p14:tracePt t="51084" x="2590800" y="3930650"/>
          <p14:tracePt t="51101" x="2527300" y="3911600"/>
          <p14:tracePt t="51116" x="2457450" y="3886200"/>
          <p14:tracePt t="51134" x="2425700" y="3879850"/>
          <p14:tracePt t="51152" x="2413000" y="3873500"/>
          <p14:tracePt t="51165" x="2400300" y="3873500"/>
          <p14:tracePt t="51167" x="2393950" y="3873500"/>
          <p14:tracePt t="51183" x="2362200" y="3867150"/>
          <p14:tracePt t="51198" x="2317750" y="3860800"/>
          <p14:tracePt t="51215" x="2273300" y="3860800"/>
          <p14:tracePt t="51233" x="2247900" y="3854450"/>
          <p14:tracePt t="51353" x="2222500" y="3854450"/>
          <p14:tracePt t="51365" x="2190750" y="3854450"/>
          <p14:tracePt t="51384" x="2044700" y="3854450"/>
          <p14:tracePt t="51400" x="1930400" y="3829050"/>
          <p14:tracePt t="51416" x="1828800" y="3810000"/>
          <p14:tracePt t="51433" x="1739900" y="3803650"/>
          <p14:tracePt t="51449" x="1689100" y="3797300"/>
          <p14:tracePt t="51467" x="1670050" y="3797300"/>
          <p14:tracePt t="51481" x="1663700" y="3797300"/>
          <p14:tracePt t="51516" x="1651000" y="3797300"/>
          <p14:tracePt t="51533" x="1644650" y="3797300"/>
          <p14:tracePt t="51550" x="1619250" y="3797300"/>
          <p14:tracePt t="51567" x="1600200" y="3797300"/>
          <p14:tracePt t="51584" x="1587500" y="3803650"/>
          <p14:tracePt t="51599" x="1568450" y="3803650"/>
          <p14:tracePt t="51617" x="1549400" y="3810000"/>
          <p14:tracePt t="51632" x="1536700" y="3810000"/>
          <p14:tracePt t="51651" x="1511300" y="3822700"/>
          <p14:tracePt t="51666" x="1498600" y="3829050"/>
          <p14:tracePt t="51682" x="1479550" y="3835400"/>
          <p14:tracePt t="51700" x="1447800" y="3841750"/>
          <p14:tracePt t="51716" x="1422400" y="3848100"/>
          <p14:tracePt t="51732" x="1403350" y="3854450"/>
          <p14:tracePt t="51751" x="1384300" y="3854450"/>
          <p14:tracePt t="51767" x="1352550" y="3867150"/>
          <p14:tracePt t="51784" x="1333500" y="3879850"/>
          <p14:tracePt t="51799" x="1308100" y="3879850"/>
          <p14:tracePt t="51879" x="1314450" y="3879850"/>
          <p14:tracePt t="51884" x="1314450" y="3873500"/>
          <p14:tracePt t="51898" x="1320800" y="3873500"/>
          <p14:tracePt t="51916" x="1346200" y="3848100"/>
          <p14:tracePt t="51934" x="1358900" y="3835400"/>
          <p14:tracePt t="51948" x="1377950" y="3816350"/>
          <p14:tracePt t="51965" x="1390650" y="3810000"/>
          <p14:tracePt t="51982" x="1409700" y="3803650"/>
          <p14:tracePt t="51999" x="1447800" y="3797300"/>
          <p14:tracePt t="52016" x="1530350" y="3816350"/>
          <p14:tracePt t="52033" x="1568450" y="3841750"/>
          <p14:tracePt t="52049" x="1587500" y="3854450"/>
          <p14:tracePt t="52066" x="1587500" y="3860800"/>
          <p14:tracePt t="52085" x="1587500" y="3867150"/>
          <p14:tracePt t="52105" x="1593850" y="3867150"/>
          <p14:tracePt t="52120" x="1600200" y="3867150"/>
          <p14:tracePt t="52132" x="1606550" y="3860800"/>
          <p14:tracePt t="52151" x="1625600" y="3848100"/>
          <p14:tracePt t="52167" x="1651000" y="3841750"/>
          <p14:tracePt t="52184" x="1663700" y="3835400"/>
          <p14:tracePt t="52199" x="1689100" y="3829050"/>
          <p14:tracePt t="52217" x="1752600" y="3816350"/>
          <p14:tracePt t="52234" x="1822450" y="3810000"/>
          <p14:tracePt t="52252" x="1879600" y="3803650"/>
          <p14:tracePt t="52267" x="1885950" y="3803650"/>
          <p14:tracePt t="52302" x="1879600" y="3803650"/>
          <p14:tracePt t="52316" x="1854200" y="3803650"/>
          <p14:tracePt t="52333" x="1822450" y="3816350"/>
          <p14:tracePt t="52350" x="1771650" y="3822700"/>
          <p14:tracePt t="52367" x="1727200" y="3829050"/>
          <p14:tracePt t="52383" x="1701800" y="3848100"/>
          <p14:tracePt t="52400" x="1682750" y="3860800"/>
          <p14:tracePt t="52416" x="1663700" y="3873500"/>
          <p14:tracePt t="52434" x="1651000" y="3886200"/>
          <p14:tracePt t="52449" x="1644650" y="3892550"/>
          <p14:tracePt t="52654" x="1651000" y="3886200"/>
          <p14:tracePt t="52667" x="1657350" y="3879850"/>
          <p14:tracePt t="52684" x="1657350" y="3873500"/>
          <p14:tracePt t="52699" x="1657350" y="3867150"/>
          <p14:tracePt t="53788" x="1657350" y="3873500"/>
          <p14:tracePt t="53805" x="1657350" y="3879850"/>
          <p14:tracePt t="53876" x="1663700" y="3879850"/>
          <p14:tracePt t="53883" x="1670050" y="3873500"/>
          <p14:tracePt t="53892" x="1682750" y="3867150"/>
          <p14:tracePt t="53900" x="1689100" y="3867150"/>
          <p14:tracePt t="53915" x="1714500" y="3854450"/>
          <p14:tracePt t="53934" x="1739900" y="3848100"/>
          <p14:tracePt t="53949" x="1809750" y="3829050"/>
          <p14:tracePt t="53967" x="1962150" y="3822700"/>
          <p14:tracePt t="53985" x="2108200" y="3835400"/>
          <p14:tracePt t="54001" x="2247900" y="3867150"/>
          <p14:tracePt t="54017" x="2362200" y="3892550"/>
          <p14:tracePt t="54034" x="2438400" y="3911600"/>
          <p14:tracePt t="54051" x="2501900" y="3930650"/>
          <p14:tracePt t="54065" x="2565400" y="3937000"/>
          <p14:tracePt t="54083" x="2667000" y="3937000"/>
          <p14:tracePt t="54100" x="2736850" y="3937000"/>
          <p14:tracePt t="54116" x="2800350" y="3937000"/>
          <p14:tracePt t="54133" x="2863850" y="3930650"/>
          <p14:tracePt t="54150" x="2901950" y="3930650"/>
          <p14:tracePt t="54166" x="2933700" y="3930650"/>
          <p14:tracePt t="54168" x="2940050" y="3930650"/>
          <p14:tracePt t="54183" x="2959100" y="3930650"/>
          <p14:tracePt t="54198" x="2965450" y="3930650"/>
          <p14:tracePt t="54243" x="2971800" y="3930650"/>
          <p14:tracePt t="54268" x="2978150" y="3924300"/>
          <p14:tracePt t="54272" x="2990850" y="3917950"/>
          <p14:tracePt t="54283" x="2997200" y="3911600"/>
          <p14:tracePt t="54300" x="3016250" y="3905250"/>
          <p14:tracePt t="54316" x="3041650" y="3886200"/>
          <p14:tracePt t="54334" x="3073400" y="3867150"/>
          <p14:tracePt t="54351" x="3092450" y="3835400"/>
          <p14:tracePt t="54368" x="3105150" y="3822700"/>
          <p14:tracePt t="54383" x="3111500" y="3803650"/>
          <p14:tracePt t="54399" x="3111500" y="3778250"/>
          <p14:tracePt t="54416" x="3105150" y="3759200"/>
          <p14:tracePt t="54432" x="3092450" y="3733800"/>
          <p14:tracePt t="54450" x="3067050" y="3708400"/>
          <p14:tracePt t="54466" x="3048000" y="3689350"/>
          <p14:tracePt t="54484" x="3035300" y="3670300"/>
          <p14:tracePt t="54501" x="3016250" y="3657600"/>
          <p14:tracePt t="54517" x="2997200" y="3638550"/>
          <p14:tracePt t="54534" x="2978150" y="3619500"/>
          <p14:tracePt t="54551" x="2946400" y="3587750"/>
          <p14:tracePt t="54567" x="2927350" y="3575050"/>
          <p14:tracePt t="54584" x="2908300" y="3562350"/>
          <p14:tracePt t="54601" x="2901950" y="3549650"/>
          <p14:tracePt t="54617" x="2889250" y="3549650"/>
          <p14:tracePt t="54633" x="2876550" y="3549650"/>
          <p14:tracePt t="54649" x="2863850" y="3549650"/>
          <p14:tracePt t="54666" x="2838450" y="3549650"/>
          <p14:tracePt t="54682" x="2825750" y="3549650"/>
          <p14:tracePt t="54699" x="2800350" y="3556000"/>
          <p14:tracePt t="54716" x="2781300" y="3568700"/>
          <p14:tracePt t="54733" x="2768600" y="3581400"/>
          <p14:tracePt t="54752" x="2749550" y="3594100"/>
          <p14:tracePt t="54767" x="2717800" y="3619500"/>
          <p14:tracePt t="54784" x="2705100" y="3638550"/>
          <p14:tracePt t="54801" x="2686050" y="3670300"/>
          <p14:tracePt t="54817" x="2667000" y="3689350"/>
          <p14:tracePt t="54834" x="2654300" y="3714750"/>
          <p14:tracePt t="54851" x="2635250" y="3740150"/>
          <p14:tracePt t="54867" x="2635250" y="3765550"/>
          <p14:tracePt t="54882" x="2628900" y="3790950"/>
          <p14:tracePt t="54899" x="2628900" y="3810000"/>
          <p14:tracePt t="54916" x="2628900" y="3835400"/>
          <p14:tracePt t="54932" x="2641600" y="3854450"/>
          <p14:tracePt t="54949" x="2660650" y="3873500"/>
          <p14:tracePt t="54967" x="2686050" y="3898900"/>
          <p14:tracePt t="54982" x="2705100" y="3911600"/>
          <p14:tracePt t="55001" x="2724150" y="3924300"/>
          <p14:tracePt t="55017" x="2743200" y="3930650"/>
          <p14:tracePt t="55035" x="2774950" y="3949700"/>
          <p14:tracePt t="55052" x="2825750" y="3956050"/>
          <p14:tracePt t="55068" x="2876550" y="3956050"/>
          <p14:tracePt t="55084" x="2889250" y="3956050"/>
          <p14:tracePt t="55100" x="2901950" y="3956050"/>
          <p14:tracePt t="55118" x="2914650" y="3956050"/>
          <p14:tracePt t="55132" x="2927350" y="3949700"/>
          <p14:tracePt t="55150" x="2940050" y="3937000"/>
          <p14:tracePt t="55167" x="2971800" y="3911600"/>
          <p14:tracePt t="55183" x="2984500" y="3892550"/>
          <p14:tracePt t="55199" x="3003550" y="3879850"/>
          <p14:tracePt t="55217" x="3009900" y="3860800"/>
          <p14:tracePt t="55233" x="3009900" y="3841750"/>
          <p14:tracePt t="55251" x="3009900" y="3829050"/>
          <p14:tracePt t="55267" x="3009900" y="3797300"/>
          <p14:tracePt t="55284" x="2990850" y="3778250"/>
          <p14:tracePt t="55301" x="2978150" y="3759200"/>
          <p14:tracePt t="55317" x="2959100" y="3740150"/>
          <p14:tracePt t="55334" x="2946400" y="3727450"/>
          <p14:tracePt t="55351" x="2933700" y="3708400"/>
          <p14:tracePt t="55368" x="2908300" y="3689350"/>
          <p14:tracePt t="55384" x="2889250" y="3683000"/>
          <p14:tracePt t="55399" x="2876550" y="3683000"/>
          <p14:tracePt t="55416" x="2851150" y="3676650"/>
          <p14:tracePt t="55433" x="2832100" y="3670300"/>
          <p14:tracePt t="55450" x="2800350" y="3670300"/>
          <p14:tracePt t="55467" x="2736850" y="3657600"/>
          <p14:tracePt t="55485" x="2667000" y="3651250"/>
          <p14:tracePt t="55501" x="2597150" y="3651250"/>
          <p14:tracePt t="55517" x="2540000" y="3651250"/>
          <p14:tracePt t="55534" x="2489200" y="3657600"/>
          <p14:tracePt t="55550" x="2432050" y="3670300"/>
          <p14:tracePt t="55567" x="2362200" y="3695700"/>
          <p14:tracePt t="55585" x="2247900" y="3733800"/>
          <p14:tracePt t="55600" x="2197100" y="3759200"/>
          <p14:tracePt t="55616" x="2178050" y="3778250"/>
          <p14:tracePt t="55634" x="2171700" y="3790950"/>
          <p14:tracePt t="55651" x="2171700" y="3803650"/>
          <p14:tracePt t="55666" x="2190750" y="3822700"/>
          <p14:tracePt t="55672" x="2203450" y="3829050"/>
          <p14:tracePt t="55688" x="2216150" y="3854450"/>
          <p14:tracePt t="55699" x="2247900" y="3873500"/>
          <p14:tracePt t="55716" x="2298700" y="3905250"/>
          <p14:tracePt t="55732" x="2374900" y="3930650"/>
          <p14:tracePt t="55751" x="2463800" y="3956050"/>
          <p14:tracePt t="55766" x="2565400" y="3975100"/>
          <p14:tracePt t="55783" x="2730500" y="3987800"/>
          <p14:tracePt t="55800" x="2800350" y="3987800"/>
          <p14:tracePt t="55816" x="2825750" y="3981450"/>
          <p14:tracePt t="55833" x="2844800" y="3962400"/>
          <p14:tracePt t="55852" x="2851150" y="3930650"/>
          <p14:tracePt t="55866" x="2844800" y="3867150"/>
          <p14:tracePt t="55884" x="2819400" y="3803650"/>
          <p14:tracePt t="55899" x="2781300" y="3727450"/>
          <p14:tracePt t="55916" x="2755900" y="3695700"/>
          <p14:tracePt t="55932" x="2736850" y="3676650"/>
          <p14:tracePt t="55949" x="2711450" y="3663950"/>
          <p14:tracePt t="55966" x="2667000" y="3651250"/>
          <p14:tracePt t="55983" x="2603500" y="3651250"/>
          <p14:tracePt t="56001" x="2508250" y="3651250"/>
          <p14:tracePt t="56017" x="2463800" y="3651250"/>
          <p14:tracePt t="56034" x="2425700" y="3663950"/>
          <p14:tracePt t="56051" x="2406650" y="3676650"/>
          <p14:tracePt t="56066" x="2381250" y="3721100"/>
          <p14:tracePt t="56083" x="2355850" y="3784600"/>
          <p14:tracePt t="56099" x="2330450" y="3854450"/>
          <p14:tracePt t="56116" x="2336800" y="3873500"/>
          <p14:tracePt t="56132" x="2355850" y="3892550"/>
          <p14:tracePt t="56149" x="2393950" y="3911600"/>
          <p14:tracePt t="56165" x="2438400" y="3924300"/>
          <p14:tracePt t="56168" x="2457450" y="3930650"/>
          <p14:tracePt t="56182" x="2476500" y="3937000"/>
          <p14:tracePt t="56200" x="2482850" y="3937000"/>
          <p14:tracePt t="56260" x="2463800" y="3924300"/>
          <p14:tracePt t="56270" x="2406650" y="3898900"/>
          <p14:tracePt t="56284" x="2241550" y="3854450"/>
          <p14:tracePt t="56301" x="1987550" y="3803650"/>
          <p14:tracePt t="56318" x="1568450" y="3752850"/>
          <p14:tracePt t="56334" x="1454150" y="3746500"/>
          <p14:tracePt t="56351" x="1320800" y="3727450"/>
          <p14:tracePt t="56368" x="1244600" y="3727450"/>
          <p14:tracePt t="56383" x="1231900" y="3733800"/>
          <p14:tracePt t="56400" x="1225550" y="3752850"/>
          <p14:tracePt t="56416" x="1225550" y="3778250"/>
          <p14:tracePt t="56433" x="1244600" y="3810000"/>
          <p14:tracePt t="56451" x="1301750" y="3848100"/>
          <p14:tracePt t="56467" x="1371600" y="3873500"/>
          <p14:tracePt t="56483" x="1466850" y="3886200"/>
          <p14:tracePt t="56501" x="1581150" y="3886200"/>
          <p14:tracePt t="56517" x="1670050" y="3873500"/>
          <p14:tracePt t="56535" x="1708150" y="3854450"/>
          <p14:tracePt t="56551" x="1695450" y="3759200"/>
          <p14:tracePt t="56568" x="1631950" y="3663950"/>
          <p14:tracePt t="56584" x="1543050" y="3575050"/>
          <p14:tracePt t="56600" x="1435100" y="3492500"/>
          <p14:tracePt t="56618" x="1327150" y="3460750"/>
          <p14:tracePt t="56635" x="1174750" y="3441700"/>
          <p14:tracePt t="56651" x="1079500" y="3441700"/>
          <p14:tracePt t="56666" x="1003300" y="3473450"/>
          <p14:tracePt t="56684" x="939800" y="3524250"/>
          <p14:tracePt t="56699" x="908050" y="3619500"/>
          <p14:tracePt t="56715" x="901700" y="3721100"/>
          <p14:tracePt t="56732" x="927100" y="3810000"/>
          <p14:tracePt t="56750" x="965200" y="3879850"/>
          <p14:tracePt t="56766" x="1022350" y="3905250"/>
          <p14:tracePt t="56783" x="1149350" y="3930650"/>
          <p14:tracePt t="56800" x="1250950" y="3930650"/>
          <p14:tracePt t="56816" x="1352550" y="3911600"/>
          <p14:tracePt t="56832" x="1454150" y="3860800"/>
          <p14:tracePt t="56849" x="1517650" y="3803650"/>
          <p14:tracePt t="56867" x="1536700" y="3740150"/>
          <p14:tracePt t="56883" x="1498600" y="3708400"/>
          <p14:tracePt t="56903" x="1422400" y="3670300"/>
          <p14:tracePt t="56916" x="1333500" y="3644900"/>
          <p14:tracePt t="56933" x="1231900" y="3638550"/>
          <p14:tracePt t="56949" x="1130300" y="3632200"/>
          <p14:tracePt t="56967" x="1016000" y="3670300"/>
          <p14:tracePt t="56985" x="990600" y="3733800"/>
          <p14:tracePt t="57000" x="990600" y="3803650"/>
          <p14:tracePt t="57017" x="1060450" y="3886200"/>
          <p14:tracePt t="57035" x="1136650" y="3943350"/>
          <p14:tracePt t="57052" x="1231900" y="3987800"/>
          <p14:tracePt t="57068" x="1466850" y="4006850"/>
          <p14:tracePt t="57083" x="1631950" y="4000500"/>
          <p14:tracePt t="57101" x="1765300" y="3962400"/>
          <p14:tracePt t="57116" x="1828800" y="3886200"/>
          <p14:tracePt t="57132" x="1828800" y="3803650"/>
          <p14:tracePt t="57149" x="1752600" y="3695700"/>
          <p14:tracePt t="57166" x="1631950" y="3587750"/>
          <p14:tracePt t="57171" x="1568450" y="3543300"/>
          <p14:tracePt t="57187" x="1428750" y="3492500"/>
          <p14:tracePt t="57199" x="1301750" y="3467100"/>
          <p14:tracePt t="57216" x="1187450" y="3473450"/>
          <p14:tracePt t="57232" x="1092200" y="3511550"/>
          <p14:tracePt t="57252" x="1028700" y="3587750"/>
          <p14:tracePt t="57267" x="1009650" y="3676650"/>
          <p14:tracePt t="57285" x="1035050" y="3816350"/>
          <p14:tracePt t="57301" x="1073150" y="3867150"/>
          <p14:tracePt t="57317" x="1149350" y="3911600"/>
          <p14:tracePt t="57332" x="1263650" y="3937000"/>
          <p14:tracePt t="57350" x="1409700" y="3943350"/>
          <p14:tracePt t="57366" x="1568450" y="3937000"/>
          <p14:tracePt t="57383" x="1676400" y="3898900"/>
          <p14:tracePt t="57400" x="1720850" y="3790950"/>
          <p14:tracePt t="57415" x="1663700" y="3695700"/>
          <p14:tracePt t="57445" x="1454150" y="3517900"/>
          <p14:tracePt t="57455" x="1390650" y="3498850"/>
          <p14:tracePt t="57466" x="1327150" y="3486150"/>
          <p14:tracePt t="57485" x="1231900" y="3473450"/>
          <p14:tracePt t="57501" x="1174750" y="3479800"/>
          <p14:tracePt t="57517" x="1174750" y="3486150"/>
          <p14:tracePt t="57535" x="1168400" y="3498850"/>
          <p14:tracePt t="57552" x="1168400" y="3511550"/>
          <p14:tracePt t="57706" x="1168400" y="3517900"/>
          <p14:tracePt t="57714" x="1174750" y="3517900"/>
          <p14:tracePt t="57724" x="1174750" y="3524250"/>
          <p14:tracePt t="57732" x="1181100" y="3530600"/>
          <p14:tracePt t="57752" x="1200150" y="3549650"/>
          <p14:tracePt t="57765" x="1225550" y="3587750"/>
          <p14:tracePt t="57782" x="1244600" y="3638550"/>
          <p14:tracePt t="57798" x="1263650" y="3702050"/>
          <p14:tracePt t="57815" x="1289050" y="3771900"/>
          <p14:tracePt t="57833" x="1327150" y="3879850"/>
          <p14:tracePt t="57849" x="1416050" y="4114800"/>
          <p14:tracePt t="57865" x="1587500" y="4489450"/>
          <p14:tracePt t="57882" x="1803400" y="4876800"/>
          <p14:tracePt t="57899" x="1879600" y="5003800"/>
          <p14:tracePt t="57916" x="1936750" y="5092700"/>
          <p14:tracePt t="57933" x="1962150" y="5143500"/>
          <p14:tracePt t="57949" x="1962150" y="5162550"/>
          <p14:tracePt t="57967" x="1943100" y="5175250"/>
          <p14:tracePt t="57982" x="1911350" y="5175250"/>
          <p14:tracePt t="57998" x="1879600" y="5175250"/>
          <p14:tracePt t="58015" x="1803400" y="5207000"/>
          <p14:tracePt t="58033" x="1714500" y="5276850"/>
          <p14:tracePt t="58050" x="1638300" y="5353050"/>
          <p14:tracePt t="58066" x="1587500" y="5397500"/>
          <p14:tracePt t="58082" x="1568450" y="5416550"/>
          <p14:tracePt t="58100" x="1574800" y="5416550"/>
          <p14:tracePt t="58116" x="1581150" y="5410200"/>
          <p14:tracePt t="58133" x="1581150" y="5359400"/>
          <p14:tracePt t="58150" x="1562100" y="5270500"/>
          <p14:tracePt t="58167" x="1530350" y="5168900"/>
          <p14:tracePt t="58168" x="1511300" y="5118100"/>
          <p14:tracePt t="58183" x="1447800" y="4991100"/>
          <p14:tracePt t="58200" x="1365250" y="4883150"/>
          <p14:tracePt t="58216" x="1270000" y="4794250"/>
          <p14:tracePt t="58233" x="1193800" y="4730750"/>
          <p14:tracePt t="58248" x="1123950" y="4705350"/>
          <p14:tracePt t="58267" x="1022350" y="4699000"/>
          <p14:tracePt t="58283" x="939800" y="4711700"/>
          <p14:tracePt t="58300" x="857250" y="4768850"/>
          <p14:tracePt t="58316" x="812800" y="4883150"/>
          <p14:tracePt t="58334" x="850900" y="5048250"/>
          <p14:tracePt t="58349" x="958850" y="5162550"/>
          <p14:tracePt t="58368" x="1200150" y="5232400"/>
          <p14:tracePt t="58383" x="1346200" y="5226050"/>
          <p14:tracePt t="58401" x="1473200" y="5143500"/>
          <p14:tracePt t="58416" x="1543050" y="5029200"/>
          <p14:tracePt t="58434" x="1543050" y="4908550"/>
          <p14:tracePt t="58450" x="1447800" y="4737100"/>
          <p14:tracePt t="58467" x="1327150" y="4629150"/>
          <p14:tracePt t="58484" x="1301750" y="4622800"/>
          <p14:tracePt t="58501" x="1289050" y="4635500"/>
          <p14:tracePt t="58517" x="1289050" y="4654550"/>
          <p14:tracePt t="58534" x="1314450" y="4692650"/>
          <p14:tracePt t="58550" x="1377950" y="4730750"/>
          <p14:tracePt t="58568" x="1447800" y="4756150"/>
          <p14:tracePt t="58582" x="1543050" y="4781550"/>
          <p14:tracePt t="58601" x="1619250" y="4800600"/>
          <p14:tracePt t="58616" x="1701800" y="4826000"/>
          <p14:tracePt t="58635" x="1778000" y="4851400"/>
          <p14:tracePt t="58650" x="1854200" y="4864100"/>
          <p14:tracePt t="58668" x="1917700" y="4876800"/>
          <p14:tracePt t="58678" x="1968500" y="4876800"/>
          <p14:tracePt t="58689" x="1993900" y="4876800"/>
          <p14:tracePt t="58701" x="2057400" y="4876800"/>
          <p14:tracePt t="58716" x="2095500" y="4876800"/>
          <p14:tracePt t="58733" x="2127250" y="4870450"/>
          <p14:tracePt t="58751" x="2159000" y="4870450"/>
          <p14:tracePt t="58768" x="2184400" y="4870450"/>
          <p14:tracePt t="58784" x="2286000" y="4883150"/>
          <p14:tracePt t="58801" x="2387600" y="4908550"/>
          <p14:tracePt t="58817" x="2508250" y="4933950"/>
          <p14:tracePt t="58832" x="2616200" y="4959350"/>
          <p14:tracePt t="58851" x="2692400" y="4978400"/>
          <p14:tracePt t="58868" x="2743200" y="4984750"/>
          <p14:tracePt t="58884" x="2762250" y="4984750"/>
          <p14:tracePt t="58900" x="2813050" y="4984750"/>
          <p14:tracePt t="58917" x="2844800" y="4984750"/>
          <p14:tracePt t="58933" x="2857500" y="4978400"/>
          <p14:tracePt t="58949" x="2870200" y="4972050"/>
          <p14:tracePt t="58966" x="2882900" y="4965700"/>
          <p14:tracePt t="58985" x="2895600" y="4953000"/>
          <p14:tracePt t="59001" x="2914650" y="4933950"/>
          <p14:tracePt t="59017" x="2921000" y="4933950"/>
          <p14:tracePt t="59194" x="2914650" y="4902200"/>
          <p14:tracePt t="59204" x="2914650" y="4876800"/>
          <p14:tracePt t="59216" x="2914650" y="4800600"/>
          <p14:tracePt t="59233" x="2914650" y="4699000"/>
          <p14:tracePt t="59251" x="2908300" y="4559300"/>
          <p14:tracePt t="59272" x="2876550" y="4286250"/>
          <p14:tracePt t="59284" x="2863850" y="4152900"/>
          <p14:tracePt t="59301" x="2832100" y="3924300"/>
          <p14:tracePt t="59317" x="2717800" y="3619500"/>
          <p14:tracePt t="59334" x="2622550" y="3409950"/>
          <p14:tracePt t="59350" x="2546350" y="3232150"/>
          <p14:tracePt t="59368" x="2495550" y="3117850"/>
          <p14:tracePt t="59385" x="2457450" y="3022600"/>
          <p14:tracePt t="59401" x="2438400" y="2946400"/>
          <p14:tracePt t="59418" x="2432050" y="2870200"/>
          <p14:tracePt t="59433" x="2432050" y="2825750"/>
          <p14:tracePt t="59449" x="2432050" y="2781300"/>
          <p14:tracePt t="59466" x="2432050" y="2749550"/>
          <p14:tracePt t="59483" x="2432050" y="2717800"/>
          <p14:tracePt t="59501" x="2432050" y="2698750"/>
          <p14:tracePt t="59518" x="2444750" y="2667000"/>
          <p14:tracePt t="59534" x="2457450" y="2647950"/>
          <p14:tracePt t="59551" x="2470150" y="2635250"/>
          <p14:tracePt t="59567" x="2482850" y="2622550"/>
          <p14:tracePt t="59584" x="2495550" y="2616200"/>
          <p14:tracePt t="59601" x="2520950" y="2603500"/>
          <p14:tracePt t="59618" x="2628900" y="2571750"/>
          <p14:tracePt t="59635" x="2736850" y="2565400"/>
          <p14:tracePt t="59651" x="2844800" y="2565400"/>
          <p14:tracePt t="59666" x="2959100" y="2571750"/>
          <p14:tracePt t="59671" x="2997200" y="2584450"/>
          <p14:tracePt t="59682" x="3035300" y="2597150"/>
          <p14:tracePt t="59700" x="3060700" y="2616200"/>
          <p14:tracePt t="59717" x="3086100" y="2635250"/>
          <p14:tracePt t="59734" x="3105150" y="2654300"/>
          <p14:tracePt t="59751" x="3124200" y="2673350"/>
          <p14:tracePt t="59766" x="3149600" y="2692400"/>
          <p14:tracePt t="59784" x="3168650" y="2711450"/>
          <p14:tracePt t="59801" x="3194050" y="2730500"/>
          <p14:tracePt t="59866" x="3200400" y="2730500"/>
          <p14:tracePt t="59887" x="3200400" y="2736850"/>
          <p14:tracePt t="60036" x="3200400" y="2743200"/>
          <p14:tracePt t="60045" x="3187700" y="2781300"/>
          <p14:tracePt t="60057" x="3175000" y="2813050"/>
          <p14:tracePt t="60071" x="3124200" y="2914650"/>
          <p14:tracePt t="60084" x="3054350" y="3041650"/>
          <p14:tracePt t="60099" x="3003550" y="3194050"/>
          <p14:tracePt t="60115" x="2984500" y="3352800"/>
          <p14:tracePt t="60132" x="2984500" y="3498850"/>
          <p14:tracePt t="60149" x="3003550" y="3657600"/>
          <p14:tracePt t="60165" x="3003550" y="3784600"/>
          <p14:tracePt t="60168" x="3003550" y="3841750"/>
          <p14:tracePt t="60184" x="3003550" y="3937000"/>
          <p14:tracePt t="60200" x="3003550" y="4006850"/>
          <p14:tracePt t="60217" x="2971800" y="4089400"/>
          <p14:tracePt t="60232" x="2946400" y="4191000"/>
          <p14:tracePt t="60250" x="2914650" y="4298950"/>
          <p14:tracePt t="60267" x="2889250" y="4394200"/>
          <p14:tracePt t="60285" x="2882900" y="4508500"/>
          <p14:tracePt t="60301" x="2889250" y="4565650"/>
          <p14:tracePt t="60318" x="2889250" y="4610100"/>
          <p14:tracePt t="60332" x="2889250" y="4667250"/>
          <p14:tracePt t="60349" x="2882900" y="4743450"/>
          <p14:tracePt t="60366" x="2870200" y="4813300"/>
          <p14:tracePt t="60383" x="2838450" y="4883150"/>
          <p14:tracePt t="60399" x="2825750" y="4908550"/>
          <p14:tracePt t="60416" x="2806700" y="4933950"/>
          <p14:tracePt t="60434" x="2787650" y="4959350"/>
          <p14:tracePt t="60451" x="2774950" y="4972050"/>
          <p14:tracePt t="60466" x="2774950" y="4984750"/>
          <p14:tracePt t="60504" x="2781300" y="4972050"/>
          <p14:tracePt t="60519" x="2819400" y="4927600"/>
          <p14:tracePt t="60535" x="2882900" y="4851400"/>
          <p14:tracePt t="60552" x="2965450" y="4756150"/>
          <p14:tracePt t="60566" x="3067050" y="4641850"/>
          <p14:tracePt t="60583" x="3175000" y="4502150"/>
          <p14:tracePt t="60599" x="3276600" y="4343400"/>
          <p14:tracePt t="60618" x="3448050" y="4140200"/>
          <p14:tracePt t="60632" x="3536950" y="4051300"/>
          <p14:tracePt t="60649" x="3581400" y="4000500"/>
          <p14:tracePt t="60666" x="3600450" y="3975100"/>
          <p14:tracePt t="60672" x="3606800" y="3962400"/>
          <p14:tracePt t="60686" x="3613150" y="3943350"/>
          <p14:tracePt t="60700" x="3619500" y="3943350"/>
          <p14:tracePt t="60716" x="3625850" y="3930650"/>
          <p14:tracePt t="60733" x="3632200" y="3924300"/>
          <p14:tracePt t="60845" x="3625850" y="3930650"/>
          <p14:tracePt t="60852" x="3625850" y="3937000"/>
          <p14:tracePt t="60867" x="3613150" y="3956050"/>
          <p14:tracePt t="60883" x="3606800" y="3968750"/>
          <p14:tracePt t="60899" x="3600450" y="4000500"/>
          <p14:tracePt t="60916" x="3594100" y="4064000"/>
          <p14:tracePt t="60933" x="3581400" y="4159250"/>
          <p14:tracePt t="60950" x="3575050" y="4279900"/>
          <p14:tracePt t="60967" x="3530600" y="4476750"/>
          <p14:tracePt t="60983" x="3505200" y="4584700"/>
          <p14:tracePt t="61001" x="3498850" y="4679950"/>
          <p14:tracePt t="61018" x="3505200" y="4756150"/>
          <p14:tracePt t="61034" x="3568700" y="4832350"/>
          <p14:tracePt t="61052" x="3727450" y="4946650"/>
          <p14:tracePt t="61067" x="3829050" y="4978400"/>
          <p14:tracePt t="61085" x="3917950" y="4984750"/>
          <p14:tracePt t="61099" x="3968750" y="4978400"/>
          <p14:tracePt t="61118" x="3981450" y="4965700"/>
          <p14:tracePt t="61133" x="3981450" y="4946650"/>
          <p14:tracePt t="61151" x="3987800" y="4927600"/>
          <p14:tracePt t="61167" x="3994150" y="4902200"/>
          <p14:tracePt t="61175" x="4006850" y="4902200"/>
          <p14:tracePt t="61188" x="4006850" y="4895850"/>
          <p14:tracePt t="61199" x="4025900" y="4889500"/>
          <p14:tracePt t="61216" x="4038600" y="4876800"/>
          <p14:tracePt t="61233" x="4057650" y="4864100"/>
          <p14:tracePt t="61251" x="4089400" y="4845050"/>
          <p14:tracePt t="61268" x="4140200" y="4845050"/>
          <p14:tracePt t="61284" x="4178300" y="4845050"/>
          <p14:tracePt t="61302" x="4222750" y="4851400"/>
          <p14:tracePt t="61316" x="4298950" y="4876800"/>
          <p14:tracePt t="61332" x="4381500" y="4908550"/>
          <p14:tracePt t="61350" x="4476750" y="4940300"/>
          <p14:tracePt t="61367" x="4629150" y="4991100"/>
          <p14:tracePt t="61383" x="4705350" y="5016500"/>
          <p14:tracePt t="61399" x="4768850" y="5029200"/>
          <p14:tracePt t="61416" x="4800600" y="5029200"/>
          <p14:tracePt t="61433" x="4826000" y="5029200"/>
          <p14:tracePt t="61449" x="4857750" y="5029200"/>
          <p14:tracePt t="61467" x="4946650" y="5022850"/>
          <p14:tracePt t="61483" x="5003800" y="5010150"/>
          <p14:tracePt t="61501" x="5035550" y="4997450"/>
          <p14:tracePt t="61517" x="5067300" y="4984750"/>
          <p14:tracePt t="61534" x="5092700" y="4972050"/>
          <p14:tracePt t="61552" x="5111750" y="4953000"/>
          <p14:tracePt t="61566" x="5143500" y="4921250"/>
          <p14:tracePt t="61583" x="5181600" y="4908550"/>
          <p14:tracePt t="61600" x="5238750" y="4889500"/>
          <p14:tracePt t="61616" x="5308600" y="4876800"/>
          <p14:tracePt t="61633" x="5378450" y="4870450"/>
          <p14:tracePt t="61649" x="5448300" y="4864100"/>
          <p14:tracePt t="61667" x="5556250" y="4851400"/>
          <p14:tracePt t="61684" x="5626100" y="4845050"/>
          <p14:tracePt t="61699" x="5702300" y="4845050"/>
          <p14:tracePt t="61716" x="5784850" y="4845050"/>
          <p14:tracePt t="61733" x="5854700" y="4845050"/>
          <p14:tracePt t="61751" x="5924550" y="4845050"/>
          <p14:tracePt t="61768" x="5975350" y="4845050"/>
          <p14:tracePt t="61785" x="6032500" y="4851400"/>
          <p14:tracePt t="61802" x="6064250" y="4851400"/>
          <p14:tracePt t="61816" x="6089650" y="4851400"/>
          <p14:tracePt t="61833" x="6121400" y="4857750"/>
          <p14:tracePt t="61849" x="6165850" y="4864100"/>
          <p14:tracePt t="61866" x="6229350" y="4876800"/>
          <p14:tracePt t="61883" x="6305550" y="4883150"/>
          <p14:tracePt t="61900" x="6369050" y="4883150"/>
          <p14:tracePt t="61916" x="6438900" y="4883150"/>
          <p14:tracePt t="61933" x="6508750" y="4883150"/>
          <p14:tracePt t="61949" x="6604000" y="4883150"/>
          <p14:tracePt t="61966" x="6699250" y="4902200"/>
          <p14:tracePt t="61983" x="6769100" y="4921250"/>
          <p14:tracePt t="62001" x="6908800" y="4946650"/>
          <p14:tracePt t="62017" x="6991350" y="4965700"/>
          <p14:tracePt t="62034" x="7061200" y="4978400"/>
          <p14:tracePt t="62051" x="7131050" y="4978400"/>
          <p14:tracePt t="62066" x="7200900" y="4978400"/>
          <p14:tracePt t="62082" x="7264400" y="4972050"/>
          <p14:tracePt t="62099" x="7366000" y="4965700"/>
          <p14:tracePt t="62116" x="7435850" y="4953000"/>
          <p14:tracePt t="62133" x="7512050" y="4940300"/>
          <p14:tracePt t="62149" x="7581900" y="4921250"/>
          <p14:tracePt t="62166" x="7613650" y="4908550"/>
          <p14:tracePt t="62171" x="7620000" y="4908550"/>
          <p14:tracePt t="62185" x="7626350" y="4895850"/>
          <p14:tracePt t="62199" x="7626350" y="4883150"/>
          <p14:tracePt t="62216" x="7626350" y="4876800"/>
          <p14:tracePt t="62240" x="7632700" y="4876800"/>
          <p14:tracePt t="62252" x="7645400" y="4864100"/>
          <p14:tracePt t="62266" x="7664450" y="4845050"/>
          <p14:tracePt t="62284" x="7683500" y="4832350"/>
          <p14:tracePt t="62301" x="7683500" y="4819650"/>
          <p14:tracePt t="62316" x="7683500" y="4813300"/>
          <p14:tracePt t="62332" x="7670800" y="4813300"/>
          <p14:tracePt t="62349" x="7664450" y="4813300"/>
          <p14:tracePt t="62403" x="7670800" y="4813300"/>
          <p14:tracePt t="62420" x="7677150" y="4813300"/>
          <p14:tracePt t="62437" x="7677150" y="4806950"/>
          <p14:tracePt t="62445" x="7683500" y="4806950"/>
          <p14:tracePt t="62454" x="7696200" y="4806950"/>
          <p14:tracePt t="62467" x="7734300" y="4800600"/>
          <p14:tracePt t="62483" x="7797800" y="4794250"/>
          <p14:tracePt t="62501" x="7848600" y="4794250"/>
          <p14:tracePt t="62518" x="7918450" y="4794250"/>
          <p14:tracePt t="62533" x="7988300" y="4794250"/>
          <p14:tracePt t="62550" x="8058150" y="4794250"/>
          <p14:tracePt t="62568" x="8147050" y="4819650"/>
          <p14:tracePt t="62584" x="8166100" y="4832350"/>
          <p14:tracePt t="62599" x="8166100" y="4838700"/>
          <p14:tracePt t="62616" x="8147050" y="4857750"/>
          <p14:tracePt t="62632" x="8077200" y="4883150"/>
          <p14:tracePt t="62651" x="7861300" y="4933950"/>
          <p14:tracePt t="62667" x="7689850" y="4972050"/>
          <p14:tracePt t="62678" x="7569200" y="4997450"/>
          <p14:tracePt t="62688" x="7429500" y="5035550"/>
          <p14:tracePt t="62699" x="7035800" y="5073650"/>
          <p14:tracePt t="62716" x="6426200" y="5099050"/>
          <p14:tracePt t="62733" x="5473700" y="5041900"/>
          <p14:tracePt t="62751" x="4432300" y="4914900"/>
          <p14:tracePt t="62766" x="3035300" y="4711700"/>
          <p14:tracePt t="62782" x="2438400" y="4654550"/>
          <p14:tracePt t="62799" x="2108200" y="4603750"/>
          <p14:tracePt t="62816" x="1974850" y="4578350"/>
          <p14:tracePt t="62833" x="1905000" y="4552950"/>
          <p14:tracePt t="62850" x="1828800" y="4533900"/>
          <p14:tracePt t="62867" x="1651000" y="4514850"/>
          <p14:tracePt t="62883" x="1479550" y="4502150"/>
          <p14:tracePt t="62900" x="1333500" y="4502150"/>
          <p14:tracePt t="62916" x="1219200" y="4502150"/>
          <p14:tracePt t="62934" x="1155700" y="4521200"/>
          <p14:tracePt t="62948" x="1130300" y="4540250"/>
          <p14:tracePt t="62967" x="1085850" y="4597400"/>
          <p14:tracePt t="62982" x="1028700" y="4648200"/>
          <p14:tracePt t="62999" x="952500" y="4724400"/>
          <p14:tracePt t="63016" x="863600" y="4800600"/>
          <p14:tracePt t="63033" x="806450" y="4864100"/>
          <p14:tracePt t="63050" x="787400" y="4895850"/>
          <p14:tracePt t="63067" x="781050" y="4940300"/>
          <p14:tracePt t="63082" x="781050" y="4959350"/>
          <p14:tracePt t="63100" x="781050" y="4978400"/>
          <p14:tracePt t="63117" x="793750" y="4997450"/>
          <p14:tracePt t="63133" x="819150" y="5016500"/>
          <p14:tracePt t="63150" x="876300" y="5035550"/>
          <p14:tracePt t="63166" x="1022350" y="5080000"/>
          <p14:tracePt t="63183" x="1136650" y="5105400"/>
          <p14:tracePt t="63201" x="1225550" y="5124450"/>
          <p14:tracePt t="63216" x="1295400" y="5130800"/>
          <p14:tracePt t="63235" x="1320800" y="5130800"/>
          <p14:tracePt t="63251" x="1333500" y="5130800"/>
          <p14:tracePt t="63267" x="1358900" y="5130800"/>
          <p14:tracePt t="63284" x="1435100" y="5130800"/>
          <p14:tracePt t="63301" x="1517650" y="5143500"/>
          <p14:tracePt t="63316" x="1593850" y="5149850"/>
          <p14:tracePt t="63332" x="1670050" y="5156200"/>
          <p14:tracePt t="63349" x="1733550" y="5162550"/>
          <p14:tracePt t="63365" x="1778000" y="5175250"/>
          <p14:tracePt t="63382" x="1809750" y="5187950"/>
          <p14:tracePt t="63398" x="1822450" y="5200650"/>
          <p14:tracePt t="63415" x="1841500" y="5207000"/>
          <p14:tracePt t="63432" x="1860550" y="5213350"/>
          <p14:tracePt t="63449" x="1892300" y="5226050"/>
          <p14:tracePt t="63465" x="1955800" y="5232400"/>
          <p14:tracePt t="63482" x="2025650" y="5251450"/>
          <p14:tracePt t="63500" x="2127250" y="5276850"/>
          <p14:tracePt t="63516" x="2159000" y="5289550"/>
          <p14:tracePt t="63533" x="2203450" y="5289550"/>
          <p14:tracePt t="63551" x="2254250" y="5295900"/>
          <p14:tracePt t="63566" x="2324100" y="5308600"/>
          <p14:tracePt t="63584" x="2393950" y="5314950"/>
          <p14:tracePt t="63599" x="2501900" y="5334000"/>
          <p14:tracePt t="63616" x="2546350" y="5334000"/>
          <p14:tracePt t="63633" x="2565400" y="5334000"/>
          <p14:tracePt t="63650" x="2584450" y="5334000"/>
          <p14:tracePt t="63666" x="2603500" y="5321300"/>
          <p14:tracePt t="63672" x="2609850" y="5314950"/>
          <p14:tracePt t="63683" x="2628900" y="5302250"/>
          <p14:tracePt t="63700" x="2679700" y="5283200"/>
          <p14:tracePt t="63716" x="2794000" y="5245100"/>
          <p14:tracePt t="63735" x="2882900" y="5219700"/>
          <p14:tracePt t="63751" x="2984500" y="5200650"/>
          <p14:tracePt t="63767" x="3060700" y="5194300"/>
          <p14:tracePt t="63785" x="3175000" y="5187950"/>
          <p14:tracePt t="63802" x="3251200" y="5181600"/>
          <p14:tracePt t="63816" x="3352800" y="5175250"/>
          <p14:tracePt t="63833" x="3454400" y="5175250"/>
          <p14:tracePt t="63849" x="3549650" y="5168900"/>
          <p14:tracePt t="63866" x="3651250" y="5168900"/>
          <p14:tracePt t="63883" x="3752850" y="5168900"/>
          <p14:tracePt t="63901" x="3892550" y="5187950"/>
          <p14:tracePt t="63916" x="3968750" y="5207000"/>
          <p14:tracePt t="63932" x="4019550" y="5219700"/>
          <p14:tracePt t="63949" x="4038600" y="5219700"/>
          <p14:tracePt t="63966" x="4044950" y="5219700"/>
          <p14:tracePt t="64114" x="4051300" y="5219700"/>
          <p14:tracePt t="64137" x="4057650" y="5219700"/>
          <p14:tracePt t="64153" x="4064000" y="5219700"/>
          <p14:tracePt t="64168" x="4076700" y="5219700"/>
          <p14:tracePt t="64195" x="4095750" y="5207000"/>
          <p14:tracePt t="64211" x="4108450" y="5207000"/>
          <p14:tracePt t="64225" x="4127500" y="5200650"/>
          <p14:tracePt t="64238" x="4171950" y="5200650"/>
          <p14:tracePt t="64255" x="4248150" y="5194300"/>
          <p14:tracePt t="64268" x="4337050" y="5194300"/>
          <p14:tracePt t="64285" x="4438650" y="5181600"/>
          <p14:tracePt t="64303" x="4559300" y="5162550"/>
          <p14:tracePt t="64316" x="4679950" y="5143500"/>
          <p14:tracePt t="64334" x="4775200" y="5124450"/>
          <p14:tracePt t="64351" x="4908550" y="5086350"/>
          <p14:tracePt t="64368" x="4991100" y="5060950"/>
          <p14:tracePt t="64383" x="5067300" y="5035550"/>
          <p14:tracePt t="64399" x="5111750" y="5010150"/>
          <p14:tracePt t="64416" x="5137150" y="4991100"/>
          <p14:tracePt t="64433" x="5156200" y="4972050"/>
          <p14:tracePt t="64449" x="5156200" y="4946650"/>
          <p14:tracePt t="64467" x="5156200" y="4921250"/>
          <p14:tracePt t="64485" x="5156200" y="4908550"/>
          <p14:tracePt t="64501" x="5156200" y="4895850"/>
          <p14:tracePt t="64517" x="5156200" y="4889500"/>
          <p14:tracePt t="64552" x="5162550" y="4895850"/>
          <p14:tracePt t="64568" x="5156200" y="4921250"/>
          <p14:tracePt t="64585" x="5143500" y="4940300"/>
          <p14:tracePt t="64602" x="5086350" y="4959350"/>
          <p14:tracePt t="64616" x="5073650" y="4965700"/>
          <p14:tracePt t="64871" x="5041900" y="4959350"/>
          <p14:tracePt t="64879" x="5016500" y="4946650"/>
          <p14:tracePt t="64934" x="5010150" y="4946650"/>
          <p14:tracePt t="64943" x="5003800" y="4940300"/>
          <p14:tracePt t="64951" x="4997450" y="4927600"/>
          <p14:tracePt t="64966" x="4991100" y="4914900"/>
          <p14:tracePt t="64983" x="4978400" y="4895850"/>
          <p14:tracePt t="65000" x="4972050" y="4870450"/>
          <p14:tracePt t="65018" x="4972050" y="4851400"/>
          <p14:tracePt t="65034" x="4972050" y="4838700"/>
          <p14:tracePt t="65051" x="4972050" y="4819650"/>
          <p14:tracePt t="65067" x="4972050" y="4813300"/>
          <p14:tracePt t="65099" x="4978400" y="4813300"/>
          <p14:tracePt t="65118" x="4984750" y="4826000"/>
          <p14:tracePt t="65133" x="5003800" y="4838700"/>
          <p14:tracePt t="65149" x="5010150" y="4838700"/>
          <p14:tracePt t="65244" x="5010150" y="4845050"/>
          <p14:tracePt t="65255" x="4997450" y="4857750"/>
          <p14:tracePt t="65268" x="4991100" y="4870450"/>
          <p14:tracePt t="65286" x="4984750" y="4883150"/>
          <p14:tracePt t="65301" x="4978400" y="4889500"/>
          <p14:tracePt t="65335" x="4972050" y="4889500"/>
          <p14:tracePt t="65372" x="4972050" y="4895850"/>
          <p14:tracePt t="65396" x="4978400" y="4895850"/>
          <p14:tracePt t="65404" x="4991100" y="4895850"/>
          <p14:tracePt t="65417" x="5003800" y="4889500"/>
          <p14:tracePt t="65449" x="5010150" y="4889500"/>
        </p14:tracePtLst>
      </p14:laserTraceLst>
    </p:ext>
  </p:extLs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Rectangle 2"/>
          <p:cNvSpPr>
            <a:spLocks noGrp="1" noChangeArrowheads="1"/>
          </p:cNvSpPr>
          <p:nvPr>
            <p:ph type="title"/>
          </p:nvPr>
        </p:nvSpPr>
        <p:spPr/>
        <p:txBody>
          <a:bodyPr/>
          <a:lstStyle/>
          <a:p>
            <a:r>
              <a:rPr lang="en-US" dirty="0"/>
              <a:t>Functions of a Router</a:t>
            </a:r>
          </a:p>
        </p:txBody>
      </p:sp>
      <p:sp>
        <p:nvSpPr>
          <p:cNvPr id="301059" name="Rectangle 3"/>
          <p:cNvSpPr>
            <a:spLocks noGrp="1" noChangeArrowheads="1"/>
          </p:cNvSpPr>
          <p:nvPr>
            <p:ph idx="1"/>
          </p:nvPr>
        </p:nvSpPr>
        <p:spPr/>
        <p:txBody>
          <a:bodyPr/>
          <a:lstStyle/>
          <a:p>
            <a:pPr>
              <a:lnSpc>
                <a:spcPct val="90000"/>
              </a:lnSpc>
            </a:pPr>
            <a:r>
              <a:rPr lang="en-US" dirty="0"/>
              <a:t>Provide a link between networks</a:t>
            </a:r>
          </a:p>
          <a:p>
            <a:pPr>
              <a:lnSpc>
                <a:spcPct val="90000"/>
              </a:lnSpc>
            </a:pPr>
            <a:r>
              <a:rPr lang="en-US" dirty="0"/>
              <a:t>Provide for the routing and delivery of data between processes on end systems attached to different networks</a:t>
            </a:r>
          </a:p>
          <a:p>
            <a:pPr>
              <a:lnSpc>
                <a:spcPct val="90000"/>
              </a:lnSpc>
            </a:pPr>
            <a:r>
              <a:rPr lang="en-US" dirty="0"/>
              <a:t>Provide these functions in such a way as not to require modifications of the networking architecture of any of the attached </a:t>
            </a:r>
            <a:r>
              <a:rPr lang="en-US" dirty="0" err="1"/>
              <a:t>subnetworks</a:t>
            </a:r>
            <a:endParaRPr lang="en-US" dirty="0"/>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27</a:t>
            </a:fld>
            <a:endParaRPr lang="en-US" sz="1200" dirty="0">
              <a:latin typeface="Times New Roman"/>
              <a:cs typeface="Times New Roman"/>
            </a:endParaRPr>
          </a:p>
        </p:txBody>
      </p:sp>
    </p:spTree>
    <p:extLst>
      <p:ext uri="{BB962C8B-B14F-4D97-AF65-F5344CB8AC3E}">
        <p14:creationId xmlns="" xmlns:p14="http://schemas.microsoft.com/office/powerpoint/2010/main" val="1678037369"/>
      </p:ext>
    </p:extLst>
  </p:cSld>
  <p:clrMapOvr>
    <a:masterClrMapping/>
  </p:clrMapOvr>
  <mc:AlternateContent xmlns:mc="http://schemas.openxmlformats.org/markup-compatibility/2006">
    <mc:Choice xmlns="" xmlns:p14="http://schemas.microsoft.com/office/powerpoint/2010/main" Requires="p14">
      <p:transition spd="slow" p14:dur="2000" advTm="86574"/>
    </mc:Choice>
    <mc:Fallback>
      <p:transition spd="slow" advTm="86574"/>
    </mc:Fallback>
  </mc:AlternateContent>
  <p:extLst>
    <p:ext uri="{3A86A75C-4F4B-4683-9AE1-C65F6400EC91}">
      <p14:laserTraceLst xmlns="" xmlns:p14="http://schemas.microsoft.com/office/powerpoint/2010/main">
        <p14:tracePtLst>
          <p14:tracePt t="1305" x="5010150" y="4883150"/>
          <p14:tracePt t="1312" x="4978400" y="4876800"/>
          <p14:tracePt t="1328" x="4895850" y="4813300"/>
          <p14:tracePt t="1346" x="4737100" y="4648200"/>
          <p14:tracePt t="1363" x="4603750" y="4445000"/>
          <p14:tracePt t="1381" x="4489450" y="4298950"/>
          <p14:tracePt t="1396" x="4400550" y="4171950"/>
          <p14:tracePt t="1413" x="4337050" y="4038600"/>
          <p14:tracePt t="1431" x="4298950" y="3867150"/>
          <p14:tracePt t="1445" x="4267200" y="3556000"/>
          <p14:tracePt t="1464" x="4241800" y="2990850"/>
          <p14:tracePt t="1478" x="4216400" y="2603500"/>
          <p14:tracePt t="1496" x="4197350" y="2273300"/>
          <p14:tracePt t="1513" x="4241800" y="1955800"/>
          <p14:tracePt t="1530" x="4349750" y="1657350"/>
          <p14:tracePt t="1546" x="4483100" y="1435100"/>
          <p14:tracePt t="1561" x="4699000" y="1206500"/>
          <p14:tracePt t="1578" x="4832350" y="1136650"/>
          <p14:tracePt t="1595" x="4889500" y="1123950"/>
          <p14:tracePt t="1612" x="4889500" y="1117600"/>
          <p14:tracePt t="1781" x="4870450" y="1104900"/>
          <p14:tracePt t="1789" x="4845050" y="1098550"/>
          <p14:tracePt t="1796" x="4819650" y="1085850"/>
          <p14:tracePt t="1813" x="4743450" y="1066800"/>
          <p14:tracePt t="1828" x="4660900" y="1041400"/>
          <p14:tracePt t="1845" x="4552950" y="1016000"/>
          <p14:tracePt t="1861" x="4419600" y="984250"/>
          <p14:tracePt t="1879" x="4203700" y="946150"/>
          <p14:tracePt t="1895" x="4076700" y="914400"/>
          <p14:tracePt t="1912" x="3981450" y="889000"/>
          <p14:tracePt t="1929" x="3911600" y="869950"/>
          <p14:tracePt t="1945" x="3867150" y="844550"/>
          <p14:tracePt t="1961" x="3829050" y="838200"/>
          <p14:tracePt t="1978" x="3810000" y="831850"/>
          <p14:tracePt t="1995" x="3790950" y="825500"/>
          <p14:tracePt t="2011" x="3778250" y="812800"/>
          <p14:tracePt t="2028" x="3771900" y="812800"/>
          <p14:tracePt t="2102" x="3784600" y="812800"/>
          <p14:tracePt t="2108" x="3797300" y="806450"/>
          <p14:tracePt t="2120" x="3822700" y="806450"/>
          <p14:tracePt t="2130" x="3873500" y="806450"/>
          <p14:tracePt t="2147" x="4241800" y="838200"/>
          <p14:tracePt t="2162" x="4654550" y="882650"/>
          <p14:tracePt t="2178" x="5041900" y="901700"/>
          <p14:tracePt t="2195" x="5397500" y="939800"/>
          <p14:tracePt t="2212" x="5727700" y="977900"/>
          <p14:tracePt t="2230" x="6064250" y="1028700"/>
          <p14:tracePt t="2246" x="6184900" y="1054100"/>
          <p14:tracePt t="2262" x="6267450" y="1079500"/>
          <p14:tracePt t="2281" x="6337300" y="1104900"/>
          <p14:tracePt t="2295" x="6413500" y="1130300"/>
          <p14:tracePt t="2300" x="6457950" y="1143000"/>
          <p14:tracePt t="2312" x="6496050" y="1155700"/>
          <p14:tracePt t="2330" x="6559550" y="1174750"/>
          <p14:tracePt t="2345" x="6559550" y="1181100"/>
          <p14:tracePt t="2465" x="6559550" y="1174750"/>
          <p14:tracePt t="2473" x="6546850" y="1155700"/>
          <p14:tracePt t="2481" x="6546850" y="1143000"/>
          <p14:tracePt t="2496" x="6534150" y="1136650"/>
          <p14:tracePt t="2633" x="6527800" y="1136650"/>
          <p14:tracePt t="3203" x="6502400" y="1130300"/>
          <p14:tracePt t="3214" x="6451600" y="1123950"/>
          <p14:tracePt t="3223" x="6400800" y="1117600"/>
          <p14:tracePt t="3231" x="6229350" y="1092200"/>
          <p14:tracePt t="3247" x="6127750" y="1079500"/>
          <p14:tracePt t="3262" x="5937250" y="1047750"/>
          <p14:tracePt t="3280" x="5676900" y="1009650"/>
          <p14:tracePt t="3295" x="5543550" y="977900"/>
          <p14:tracePt t="3311" x="5410200" y="958850"/>
          <p14:tracePt t="3330" x="5270500" y="952500"/>
          <p14:tracePt t="3345" x="5137150" y="952500"/>
          <p14:tracePt t="3364" x="4972050" y="939800"/>
          <p14:tracePt t="3380" x="4826000" y="927100"/>
          <p14:tracePt t="3396" x="4654550" y="889000"/>
          <p14:tracePt t="3413" x="4578350" y="869950"/>
          <p14:tracePt t="3431" x="4540250" y="869950"/>
          <p14:tracePt t="3447" x="4527550" y="869950"/>
          <p14:tracePt t="3464" x="4502150" y="869950"/>
          <p14:tracePt t="3480" x="4445000" y="882650"/>
          <p14:tracePt t="3497" x="4406900" y="895350"/>
          <p14:tracePt t="3512" x="4375150" y="908050"/>
          <p14:tracePt t="3531" x="4362450" y="908050"/>
          <p14:tracePt t="3545" x="4368800" y="920750"/>
          <p14:tracePt t="3564" x="4445000" y="920750"/>
          <p14:tracePt t="3578" x="4610100" y="933450"/>
          <p14:tracePt t="3595" x="4933950" y="939800"/>
          <p14:tracePt t="3612" x="5403850" y="965200"/>
          <p14:tracePt t="3630" x="5753100" y="971550"/>
          <p14:tracePt t="3647" x="6159500" y="1028700"/>
          <p14:tracePt t="3664" x="6318250" y="1035050"/>
          <p14:tracePt t="3681" x="6432550" y="1035050"/>
          <p14:tracePt t="3695" x="6521450" y="1016000"/>
          <p14:tracePt t="3714" x="6591300" y="990600"/>
          <p14:tracePt t="3729" x="6629400" y="971550"/>
          <p14:tracePt t="3747" x="6648450" y="958850"/>
          <p14:tracePt t="3761" x="6661150" y="952500"/>
          <p14:tracePt t="3852" x="6654800" y="952500"/>
          <p14:tracePt t="3857" x="6642100" y="952500"/>
          <p14:tracePt t="3867" x="6610350" y="958850"/>
          <p14:tracePt t="3880" x="6572250" y="958850"/>
          <p14:tracePt t="3896" x="6419850" y="958850"/>
          <p14:tracePt t="3913" x="6318250" y="958850"/>
          <p14:tracePt t="3929" x="6229350" y="958850"/>
          <p14:tracePt t="3947" x="6153150" y="971550"/>
          <p14:tracePt t="3964" x="6108700" y="990600"/>
          <p14:tracePt t="3981" x="6089650" y="1022350"/>
          <p14:tracePt t="3995" x="6115050" y="1066800"/>
          <p14:tracePt t="4014" x="6210300" y="1104900"/>
          <p14:tracePt t="4028" x="6369050" y="1136650"/>
          <p14:tracePt t="4047" x="6546850" y="1155700"/>
          <p14:tracePt t="4061" x="6769100" y="1155700"/>
          <p14:tracePt t="4081" x="6997700" y="1155700"/>
          <p14:tracePt t="4096" x="7054850" y="1130300"/>
          <p14:tracePt t="4112" x="7067550" y="1123950"/>
          <p14:tracePt t="4130" x="7067550" y="1117600"/>
          <p14:tracePt t="4147" x="7029450" y="1117600"/>
          <p14:tracePt t="4162" x="6908800" y="1117600"/>
          <p14:tracePt t="4179" x="6699250" y="1136650"/>
          <p14:tracePt t="4196" x="6273800" y="1187450"/>
          <p14:tracePt t="4212" x="5899150" y="1231900"/>
          <p14:tracePt t="4228" x="5499100" y="1295400"/>
          <p14:tracePt t="4246" x="5073650" y="1377950"/>
          <p14:tracePt t="4262" x="4692650" y="1454150"/>
          <p14:tracePt t="4279" x="4375150" y="1498600"/>
          <p14:tracePt t="4296" x="4171950" y="1543050"/>
          <p14:tracePt t="4311" x="4121150" y="1562100"/>
          <p14:tracePt t="4329" x="4102100" y="1574800"/>
          <p14:tracePt t="4344" x="4102100" y="1581150"/>
          <p14:tracePt t="4361" x="4102100" y="1587500"/>
          <p14:tracePt t="4379" x="4114800" y="1593850"/>
          <p14:tracePt t="4398" x="4184650" y="1606550"/>
          <p14:tracePt t="4414" x="4254500" y="1606550"/>
          <p14:tracePt t="4431" x="4318000" y="1606550"/>
          <p14:tracePt t="4447" x="4330700" y="1625600"/>
          <p14:tracePt t="4462" x="4337050" y="1638300"/>
          <p14:tracePt t="4479" x="4318000" y="1676400"/>
          <p14:tracePt t="4495" x="4241800" y="1727200"/>
          <p14:tracePt t="4512" x="4025900" y="1809750"/>
          <p14:tracePt t="4529" x="3829050" y="1841500"/>
          <p14:tracePt t="4545" x="3587750" y="1873250"/>
          <p14:tracePt t="4563" x="3359150" y="1905000"/>
          <p14:tracePt t="4578" x="3086100" y="1943100"/>
          <p14:tracePt t="4594" x="2819400" y="1949450"/>
          <p14:tracePt t="4611" x="2628900" y="1949450"/>
          <p14:tracePt t="4629" x="2432050" y="1930400"/>
          <p14:tracePt t="4646" x="2355850" y="1930400"/>
          <p14:tracePt t="4662" x="2305050" y="1930400"/>
          <p14:tracePt t="4680" x="2273300" y="1930400"/>
          <p14:tracePt t="4697" x="2247900" y="1930400"/>
          <p14:tracePt t="4714" x="2203450" y="1943100"/>
          <p14:tracePt t="4730" x="2127250" y="1955800"/>
          <p14:tracePt t="4747" x="2089150" y="1955800"/>
          <p14:tracePt t="4762" x="2063750" y="1955800"/>
          <p14:tracePt t="4779" x="2057400" y="1955800"/>
          <p14:tracePt t="4858" x="2070100" y="1955800"/>
          <p14:tracePt t="4867" x="2095500" y="1955800"/>
          <p14:tracePt t="4880" x="2159000" y="1962150"/>
          <p14:tracePt t="4897" x="2241550" y="1981200"/>
          <p14:tracePt t="4913" x="2368550" y="2012950"/>
          <p14:tracePt t="4931" x="2533650" y="2025650"/>
          <p14:tracePt t="4946" x="2686050" y="2051050"/>
          <p14:tracePt t="4963" x="2813050" y="2070100"/>
          <p14:tracePt t="4979" x="2940050" y="2076450"/>
          <p14:tracePt t="4997" x="2978150" y="2082800"/>
          <p14:tracePt t="5012" x="2997200" y="2095500"/>
          <p14:tracePt t="5030" x="3009900" y="2101850"/>
          <p14:tracePt t="5046" x="3022600" y="2114550"/>
          <p14:tracePt t="5062" x="3048000" y="2133600"/>
          <p14:tracePt t="5080" x="3130550" y="2146300"/>
          <p14:tracePt t="5095" x="3200400" y="2152650"/>
          <p14:tracePt t="5112" x="3270250" y="2152650"/>
          <p14:tracePt t="5130" x="3321050" y="2152650"/>
          <p14:tracePt t="5147" x="3365500" y="2152650"/>
          <p14:tracePt t="5164" x="3390900" y="2152650"/>
          <p14:tracePt t="5181" x="3409950" y="2152650"/>
          <p14:tracePt t="5197" x="3435350" y="2152650"/>
          <p14:tracePt t="5214" x="3479800" y="2152650"/>
          <p14:tracePt t="5230" x="3549650" y="2139950"/>
          <p14:tracePt t="5247" x="3638550" y="2120900"/>
          <p14:tracePt t="5263" x="3746500" y="2101850"/>
          <p14:tracePt t="5281" x="3924300" y="2057400"/>
          <p14:tracePt t="5296" x="4032250" y="2032000"/>
          <p14:tracePt t="5306" x="4083050" y="2019300"/>
          <p14:tracePt t="5317" x="4133850" y="2012950"/>
          <p14:tracePt t="5328" x="4210050" y="1993900"/>
          <p14:tracePt t="5345" x="4279900" y="1974850"/>
          <p14:tracePt t="5362" x="4356100" y="1955800"/>
          <p14:tracePt t="5381" x="4451350" y="1924050"/>
          <p14:tracePt t="5397" x="4597400" y="1892300"/>
          <p14:tracePt t="5414" x="4679950" y="1879600"/>
          <p14:tracePt t="5431" x="4743450" y="1873250"/>
          <p14:tracePt t="5447" x="4762500" y="1866900"/>
          <p14:tracePt t="5464" x="4781550" y="1860550"/>
          <p14:tracePt t="5481" x="4813300" y="1847850"/>
          <p14:tracePt t="5497" x="4832350" y="1841500"/>
          <p14:tracePt t="5513" x="4864100" y="1841500"/>
          <p14:tracePt t="5530" x="4908550" y="1841500"/>
          <p14:tracePt t="5545" x="4972050" y="1854200"/>
          <p14:tracePt t="5562" x="5041900" y="1866900"/>
          <p14:tracePt t="5580" x="5149850" y="1879600"/>
          <p14:tracePt t="5596" x="5207000" y="1885950"/>
          <p14:tracePt t="5614" x="5245100" y="1892300"/>
          <p14:tracePt t="5630" x="5283200" y="1892300"/>
          <p14:tracePt t="5647" x="5302250" y="1898650"/>
          <p14:tracePt t="5663" x="5321300" y="1898650"/>
          <p14:tracePt t="5774" x="5327650" y="1898650"/>
          <p14:tracePt t="5954" x="5327650" y="1905000"/>
          <p14:tracePt t="5966" x="5321300" y="1917700"/>
          <p14:tracePt t="5980" x="5308600" y="1930400"/>
          <p14:tracePt t="5995" x="5283200" y="1949450"/>
          <p14:tracePt t="6013" x="5181600" y="1981200"/>
          <p14:tracePt t="6029" x="5105400" y="1993900"/>
          <p14:tracePt t="6045" x="5035550" y="2000250"/>
          <p14:tracePt t="6063" x="4946650" y="2006600"/>
          <p14:tracePt t="6079" x="4845050" y="2012950"/>
          <p14:tracePt t="6095" x="4724400" y="2012950"/>
          <p14:tracePt t="6113" x="4521200" y="2012950"/>
          <p14:tracePt t="6130" x="4406900" y="2012950"/>
          <p14:tracePt t="6147" x="4311650" y="2012950"/>
          <p14:tracePt t="6163" x="4216400" y="2012950"/>
          <p14:tracePt t="6180" x="4114800" y="2012950"/>
          <p14:tracePt t="6197" x="4019550" y="2000250"/>
          <p14:tracePt t="6214" x="3930650" y="1974850"/>
          <p14:tracePt t="6228" x="3797300" y="1936750"/>
          <p14:tracePt t="6247" x="3683000" y="1911350"/>
          <p14:tracePt t="6262" x="3568700" y="1892300"/>
          <p14:tracePt t="6280" x="3473450" y="1879600"/>
          <p14:tracePt t="6294" x="3384550" y="1866900"/>
          <p14:tracePt t="6297" x="3333750" y="1860550"/>
          <p14:tracePt t="6311" x="3282950" y="1854200"/>
          <p14:tracePt t="6328" x="3130550" y="1847850"/>
          <p14:tracePt t="6344" x="3028950" y="1841500"/>
          <p14:tracePt t="6363" x="2889250" y="1835150"/>
          <p14:tracePt t="6379" x="2724150" y="1835150"/>
          <p14:tracePt t="6397" x="2565400" y="1828800"/>
          <p14:tracePt t="6414" x="2393950" y="1816100"/>
          <p14:tracePt t="6431" x="2235200" y="1809750"/>
          <p14:tracePt t="6446" x="2051050" y="1822450"/>
          <p14:tracePt t="6462" x="1955800" y="1841500"/>
          <p14:tracePt t="6479" x="1873250" y="1847850"/>
          <p14:tracePt t="6496" x="1790700" y="1860550"/>
          <p14:tracePt t="6513" x="1720850" y="1866900"/>
          <p14:tracePt t="6529" x="1657350" y="1873250"/>
          <p14:tracePt t="6546" x="1587500" y="1873250"/>
          <p14:tracePt t="6561" x="1562100" y="1873250"/>
          <p14:tracePt t="6594" x="1555750" y="1873250"/>
          <p14:tracePt t="6612" x="1549400" y="1879600"/>
          <p14:tracePt t="6631" x="1536700" y="1892300"/>
          <p14:tracePt t="6645" x="1517650" y="1892300"/>
          <p14:tracePt t="6663" x="1511300" y="1898650"/>
          <p14:tracePt t="6720" x="1524000" y="1898650"/>
          <p14:tracePt t="6725" x="1530350" y="1898650"/>
          <p14:tracePt t="6733" x="1536700" y="1892300"/>
          <p14:tracePt t="6744" x="1543050" y="1885950"/>
          <p14:tracePt t="6763" x="1562100" y="1885950"/>
          <p14:tracePt t="6779" x="1581150" y="1885950"/>
          <p14:tracePt t="6795" x="1676400" y="1873250"/>
          <p14:tracePt t="6811" x="1758950" y="1866900"/>
          <p14:tracePt t="6828" x="1835150" y="1866900"/>
          <p14:tracePt t="6844" x="1905000" y="1866900"/>
          <p14:tracePt t="6863" x="1930400" y="1866900"/>
          <p14:tracePt t="6879" x="1943100" y="1873250"/>
          <p14:tracePt t="6985" x="1955800" y="1873250"/>
          <p14:tracePt t="6998" x="1981200" y="1873250"/>
          <p14:tracePt t="7012" x="2044700" y="1873250"/>
          <p14:tracePt t="7028" x="2139950" y="1873250"/>
          <p14:tracePt t="7045" x="2254250" y="1873250"/>
          <p14:tracePt t="7061" x="2355850" y="1892300"/>
          <p14:tracePt t="7078" x="2470150" y="1917700"/>
          <p14:tracePt t="7096" x="2590800" y="1943100"/>
          <p14:tracePt t="7114" x="2641600" y="1949450"/>
          <p14:tracePt t="7130" x="2667000" y="1962150"/>
          <p14:tracePt t="7147" x="2711450" y="1968500"/>
          <p14:tracePt t="7164" x="2787650" y="1981200"/>
          <p14:tracePt t="7180" x="2863850" y="1987550"/>
          <p14:tracePt t="7197" x="2971800" y="2012950"/>
          <p14:tracePt t="7214" x="2997200" y="2019300"/>
          <p14:tracePt t="7231" x="3003550" y="2019300"/>
          <p14:tracePt t="7267" x="2990850" y="2025650"/>
          <p14:tracePt t="7278" x="2990850" y="2032000"/>
          <p14:tracePt t="7295" x="2984500" y="2032000"/>
          <p14:tracePt t="7300" x="2978150" y="2032000"/>
          <p14:tracePt t="7320" x="2971800" y="2032000"/>
          <p14:tracePt t="7328" x="2965450" y="2032000"/>
          <p14:tracePt t="7346" x="2959100" y="2032000"/>
          <p14:tracePt t="7364" x="2952750" y="2032000"/>
          <p14:tracePt t="7391" x="2952750" y="2038350"/>
          <p14:tracePt t="7400" x="2946400" y="2038350"/>
          <p14:tracePt t="7414" x="2940050" y="2044700"/>
          <p14:tracePt t="7431" x="2927350" y="2057400"/>
          <p14:tracePt t="7447" x="2921000" y="2063750"/>
          <p14:tracePt t="7462" x="2914650" y="2070100"/>
          <p14:tracePt t="7480" x="2908300" y="2076450"/>
          <p14:tracePt t="7635" x="2908300" y="2070100"/>
          <p14:tracePt t="7655" x="2908300" y="2063750"/>
          <p14:tracePt t="7668" x="2901950" y="2063750"/>
          <p14:tracePt t="7685" x="2901950" y="2057400"/>
          <p14:tracePt t="7697" x="2895600" y="2057400"/>
          <p14:tracePt t="7852" x="2901950" y="2057400"/>
          <p14:tracePt t="7969" x="2901950" y="2051050"/>
          <p14:tracePt t="8002" x="2901950" y="2044700"/>
          <p14:tracePt t="8033" x="2901950" y="2038350"/>
          <p14:tracePt t="8046" x="2901950" y="2032000"/>
          <p14:tracePt t="8061" x="2908300" y="2025650"/>
          <p14:tracePt t="8071" x="2908300" y="2019300"/>
          <p14:tracePt t="8101" x="2908300" y="2012950"/>
          <p14:tracePt t="8124" x="2908300" y="2006600"/>
          <p14:tracePt t="8149" x="2908300" y="2000250"/>
          <p14:tracePt t="8255" x="2914650" y="1993900"/>
          <p14:tracePt t="8276" x="2921000" y="1993900"/>
          <p14:tracePt t="8285" x="2927350" y="1993900"/>
          <p14:tracePt t="8301" x="2933700" y="1987550"/>
          <p14:tracePt t="8312" x="2946400" y="1987550"/>
          <p14:tracePt t="8330" x="2965450" y="1987550"/>
          <p14:tracePt t="8346" x="2984500" y="1987550"/>
          <p14:tracePt t="8364" x="3003550" y="1987550"/>
          <p14:tracePt t="8397" x="3009900" y="1987550"/>
          <p14:tracePt t="8437" x="3016250" y="1981200"/>
          <p14:tracePt t="8449" x="3028950" y="1974850"/>
          <p14:tracePt t="8481" x="3035300" y="1968500"/>
          <p14:tracePt t="8673" x="3041650" y="1968500"/>
          <p14:tracePt t="8685" x="3067050" y="1962150"/>
          <p14:tracePt t="8697" x="3092450" y="1962150"/>
          <p14:tracePt t="8714" x="3168650" y="1962150"/>
          <p14:tracePt t="8730" x="3282950" y="1943100"/>
          <p14:tracePt t="8747" x="3473450" y="1930400"/>
          <p14:tracePt t="8763" x="3613150" y="1924050"/>
          <p14:tracePt t="8780" x="3746500" y="1917700"/>
          <p14:tracePt t="8796" x="3860800" y="1917700"/>
          <p14:tracePt t="8800" x="3911600" y="1917700"/>
          <p14:tracePt t="8813" x="3943350" y="1917700"/>
          <p14:tracePt t="8829" x="3994150" y="1917700"/>
          <p14:tracePt t="8845" x="4013200" y="1917700"/>
          <p14:tracePt t="8862" x="4038600" y="1917700"/>
          <p14:tracePt t="8881" x="4057650" y="1917700"/>
          <p14:tracePt t="8897" x="4083050" y="1917700"/>
          <p14:tracePt t="8914" x="4133850" y="1930400"/>
          <p14:tracePt t="8931" x="4210050" y="1943100"/>
          <p14:tracePt t="8947" x="4324350" y="1974850"/>
          <p14:tracePt t="8964" x="4400550" y="2000250"/>
          <p14:tracePt t="8980" x="4470400" y="2025650"/>
          <p14:tracePt t="8997" x="4546600" y="2038350"/>
          <p14:tracePt t="9014" x="4616450" y="2063750"/>
          <p14:tracePt t="9029" x="4679950" y="2089150"/>
          <p14:tracePt t="9045" x="4756150" y="2114550"/>
          <p14:tracePt t="9064" x="4826000" y="2127250"/>
          <p14:tracePt t="9079" x="4864100" y="2127250"/>
          <p14:tracePt t="9095" x="4889500" y="2127250"/>
          <p14:tracePt t="9112" x="4921250" y="2127250"/>
          <p14:tracePt t="9130" x="4965700" y="2120900"/>
          <p14:tracePt t="9147" x="4997450" y="2108200"/>
          <p14:tracePt t="9164" x="5016500" y="2108200"/>
          <p14:tracePt t="9181" x="5041900" y="2095500"/>
          <p14:tracePt t="9417" x="5048250" y="2095500"/>
          <p14:tracePt t="9489" x="5054600" y="2095500"/>
          <p14:tracePt t="9895" x="5048250" y="2101850"/>
          <p14:tracePt t="9907" x="5029200" y="2114550"/>
          <p14:tracePt t="9917" x="4895850" y="2139950"/>
          <p14:tracePt t="9932" x="4641850" y="2171700"/>
          <p14:tracePt t="9947" x="4197350" y="2216150"/>
          <p14:tracePt t="9963" x="3657600" y="2266950"/>
          <p14:tracePt t="9981" x="3048000" y="2286000"/>
          <p14:tracePt t="9998" x="2425700" y="2286000"/>
          <p14:tracePt t="10012" x="1974850" y="2311400"/>
          <p14:tracePt t="10031" x="1663700" y="2349500"/>
          <p14:tracePt t="10047" x="1562100" y="2374900"/>
          <p14:tracePt t="10062" x="1492250" y="2400300"/>
          <p14:tracePt t="10078" x="1447800" y="2419350"/>
          <p14:tracePt t="10095" x="1397000" y="2438400"/>
          <p14:tracePt t="10114" x="1352550" y="2444750"/>
          <p14:tracePt t="10131" x="1327150" y="2444750"/>
          <p14:tracePt t="10147" x="1320800" y="2451100"/>
          <p14:tracePt t="10164" x="1301750" y="2457450"/>
          <p14:tracePt t="10181" x="1282700" y="2457450"/>
          <p14:tracePt t="10197" x="1276350" y="2457450"/>
          <p14:tracePt t="10309" x="1276350" y="2463800"/>
          <p14:tracePt t="10334" x="1276350" y="2470150"/>
          <p14:tracePt t="10354" x="1289050" y="2470150"/>
          <p14:tracePt t="10372" x="1295400" y="2470150"/>
          <p14:tracePt t="10390" x="1301750" y="2470150"/>
          <p14:tracePt t="10404" x="1314450" y="2470150"/>
          <p14:tracePt t="10415" x="1314450" y="2463800"/>
          <p14:tracePt t="10431" x="1327150" y="2457450"/>
          <p14:tracePt t="10445" x="1346200" y="2457450"/>
          <p14:tracePt t="10462" x="1352550" y="2451100"/>
          <p14:tracePt t="10479" x="1365250" y="2444750"/>
          <p14:tracePt t="10495" x="1371600" y="2438400"/>
          <p14:tracePt t="10659" x="1377950" y="2432050"/>
          <p14:tracePt t="10671" x="1384300" y="2432050"/>
          <p14:tracePt t="10686" x="1390650" y="2425700"/>
          <p14:tracePt t="10697" x="1409700" y="2419350"/>
          <p14:tracePt t="10714" x="1422400" y="2419350"/>
          <p14:tracePt t="10728" x="1441450" y="2419350"/>
          <p14:tracePt t="10747" x="1460500" y="2419350"/>
          <p14:tracePt t="10764" x="1473200" y="2419350"/>
          <p14:tracePt t="10779" x="1498600" y="2419350"/>
          <p14:tracePt t="10794" x="1536700" y="2419350"/>
          <p14:tracePt t="10811" x="1574800" y="2425700"/>
          <p14:tracePt t="10828" x="1644650" y="2425700"/>
          <p14:tracePt t="10845" x="1720850" y="2425700"/>
          <p14:tracePt t="10864" x="1803400" y="2425700"/>
          <p14:tracePt t="10880" x="1924050" y="2425700"/>
          <p14:tracePt t="10897" x="1987550" y="2425700"/>
          <p14:tracePt t="10914" x="2044700" y="2425700"/>
          <p14:tracePt t="10931" x="2127250" y="2419350"/>
          <p14:tracePt t="10945" x="2216150" y="2419350"/>
          <p14:tracePt t="10964" x="2324100" y="2425700"/>
          <p14:tracePt t="10981" x="2482850" y="2463800"/>
          <p14:tracePt t="10997" x="2584450" y="2489200"/>
          <p14:tracePt t="11013" x="2660650" y="2514600"/>
          <p14:tracePt t="11029" x="2705100" y="2540000"/>
          <p14:tracePt t="11047" x="2717800" y="2540000"/>
          <p14:tracePt t="11062" x="2730500" y="2540000"/>
          <p14:tracePt t="11080" x="2755900" y="2540000"/>
          <p14:tracePt t="11095" x="2774950" y="2540000"/>
          <p14:tracePt t="11114" x="2825750" y="2540000"/>
          <p14:tracePt t="11131" x="2889250" y="2540000"/>
          <p14:tracePt t="11147" x="2990850" y="2540000"/>
          <p14:tracePt t="11164" x="3098800" y="2552700"/>
          <p14:tracePt t="11180" x="3257550" y="2584450"/>
          <p14:tracePt t="11197" x="3340100" y="2597150"/>
          <p14:tracePt t="11214" x="3409950" y="2603500"/>
          <p14:tracePt t="11231" x="3498850" y="2603500"/>
          <p14:tracePt t="11246" x="3594100" y="2597150"/>
          <p14:tracePt t="11264" x="3689350" y="2578100"/>
          <p14:tracePt t="11280" x="3841750" y="2571750"/>
          <p14:tracePt t="11298" x="3943350" y="2571750"/>
          <p14:tracePt t="11307" x="3994150" y="2571750"/>
          <p14:tracePt t="11311" x="4044950" y="2571750"/>
          <p14:tracePt t="11328" x="4127500" y="2571750"/>
          <p14:tracePt t="11345" x="4216400" y="2584450"/>
          <p14:tracePt t="11363" x="4286250" y="2597150"/>
          <p14:tracePt t="11379" x="4362450" y="2609850"/>
          <p14:tracePt t="11396" x="4464050" y="2616200"/>
          <p14:tracePt t="11413" x="4521200" y="2616200"/>
          <p14:tracePt t="11429" x="4572000" y="2616200"/>
          <p14:tracePt t="11447" x="4610100" y="2616200"/>
          <p14:tracePt t="11464" x="4654550" y="2609850"/>
          <p14:tracePt t="11480" x="4711700" y="2603500"/>
          <p14:tracePt t="11497" x="4762500" y="2597150"/>
          <p14:tracePt t="11512" x="4832350" y="2590800"/>
          <p14:tracePt t="11531" x="4902200" y="2584450"/>
          <p14:tracePt t="11546" x="4972050" y="2571750"/>
          <p14:tracePt t="11564" x="5035550" y="2565400"/>
          <p14:tracePt t="11580" x="5086350" y="2552700"/>
          <p14:tracePt t="11595" x="5092700" y="2546350"/>
          <p14:tracePt t="11614" x="5118100" y="2533650"/>
          <p14:tracePt t="11630" x="5149850" y="2520950"/>
          <p14:tracePt t="11647" x="5207000" y="2495550"/>
          <p14:tracePt t="11664" x="5276850" y="2476500"/>
          <p14:tracePt t="11679" x="5346700" y="2470150"/>
          <p14:tracePt t="11697" x="5416550" y="2451100"/>
          <p14:tracePt t="11712" x="5441950" y="2444750"/>
          <p14:tracePt t="11731" x="5454650" y="2432050"/>
          <p14:tracePt t="11746" x="5473700" y="2425700"/>
          <p14:tracePt t="11764" x="5492750" y="2419350"/>
          <p14:tracePt t="11779" x="5524500" y="2413000"/>
          <p14:tracePt t="11796" x="5594350" y="2413000"/>
          <p14:tracePt t="11815" x="5664200" y="2413000"/>
          <p14:tracePt t="11833" x="5727700" y="2413000"/>
          <p14:tracePt t="11847" x="5778500" y="2419350"/>
          <p14:tracePt t="11866" x="5835650" y="2425700"/>
          <p14:tracePt t="11883" x="5930900" y="2432050"/>
          <p14:tracePt t="11900" x="6013450" y="2444750"/>
          <p14:tracePt t="11914" x="6108700" y="2457450"/>
          <p14:tracePt t="11931" x="6184900" y="2470150"/>
          <p14:tracePt t="11948" x="6267450" y="2482850"/>
          <p14:tracePt t="11964" x="6337300" y="2489200"/>
          <p14:tracePt t="11981" x="6407150" y="2508250"/>
          <p14:tracePt t="11996" x="6477000" y="2527300"/>
          <p14:tracePt t="12014" x="6629400" y="2565400"/>
          <p14:tracePt t="12029" x="6737350" y="2590800"/>
          <p14:tracePt t="12047" x="6838950" y="2616200"/>
          <p14:tracePt t="12062" x="6927850" y="2641600"/>
          <p14:tracePt t="12079" x="7004050" y="2660650"/>
          <p14:tracePt t="12095" x="7042150" y="2679700"/>
          <p14:tracePt t="12112" x="7080250" y="2692400"/>
          <p14:tracePt t="12131" x="7118350" y="2705100"/>
          <p14:tracePt t="12147" x="7169150" y="2717800"/>
          <p14:tracePt t="12164" x="7232650" y="2736850"/>
          <p14:tracePt t="12178" x="7302500" y="2743200"/>
          <p14:tracePt t="12197" x="7346950" y="2749550"/>
          <p14:tracePt t="12213" x="7359650" y="2749550"/>
          <p14:tracePt t="12231" x="7372350" y="2749550"/>
          <p14:tracePt t="12246" x="7378700" y="2749550"/>
          <p14:tracePt t="12262" x="7397750" y="2749550"/>
          <p14:tracePt t="12280" x="7416800" y="2743200"/>
          <p14:tracePt t="12295" x="7429500" y="2730500"/>
          <p14:tracePt t="12301" x="7442200" y="2730500"/>
          <p14:tracePt t="12314" x="7454900" y="2724150"/>
          <p14:tracePt t="12329" x="7461250" y="2717800"/>
          <p14:tracePt t="12345" x="7473950" y="2717800"/>
          <p14:tracePt t="12407" x="7467600" y="2717800"/>
          <p14:tracePt t="12420" x="7442200" y="2717800"/>
          <p14:tracePt t="12431" x="7391400" y="2730500"/>
          <p14:tracePt t="12447" x="7112000" y="2774950"/>
          <p14:tracePt t="12464" x="6788150" y="2813050"/>
          <p14:tracePt t="12479" x="6394450" y="2844800"/>
          <p14:tracePt t="12497" x="5943600" y="2870200"/>
          <p14:tracePt t="12514" x="5353050" y="2876550"/>
          <p14:tracePt t="12530" x="5003800" y="2876550"/>
          <p14:tracePt t="12545" x="4692650" y="2876550"/>
          <p14:tracePt t="12562" x="4394200" y="2863850"/>
          <p14:tracePt t="12579" x="4089400" y="2876550"/>
          <p14:tracePt t="12595" x="3860800" y="2876550"/>
          <p14:tracePt t="12614" x="3702050" y="2876550"/>
          <p14:tracePt t="12631" x="3549650" y="2876550"/>
          <p14:tracePt t="12648" x="3460750" y="2889250"/>
          <p14:tracePt t="12665" x="3384550" y="2908300"/>
          <p14:tracePt t="12680" x="3276600" y="2927350"/>
          <p14:tracePt t="12697" x="3130550" y="2959100"/>
          <p14:tracePt t="12714" x="2959100" y="2971800"/>
          <p14:tracePt t="12730" x="2768600" y="2984500"/>
          <p14:tracePt t="12747" x="2660650" y="2997200"/>
          <p14:tracePt t="12762" x="2578100" y="2997200"/>
          <p14:tracePt t="12779" x="2501900" y="2997200"/>
          <p14:tracePt t="12796" x="2413000" y="2997200"/>
          <p14:tracePt t="12800" x="2374900" y="2997200"/>
          <p14:tracePt t="12811" x="2336800" y="2997200"/>
          <p14:tracePt t="12828" x="2286000" y="2997200"/>
          <p14:tracePt t="12845" x="2266950" y="2990850"/>
          <p14:tracePt t="12904" x="2266950" y="2984500"/>
          <p14:tracePt t="12917" x="2273300" y="2971800"/>
          <p14:tracePt t="12931" x="2286000" y="2959100"/>
          <p14:tracePt t="12946" x="2330450" y="2933700"/>
          <p14:tracePt t="12964" x="2393950" y="2921000"/>
          <p14:tracePt t="12981" x="2489200" y="2914650"/>
          <p14:tracePt t="12997" x="2584450" y="2914650"/>
          <p14:tracePt t="13012" x="2686050" y="2927350"/>
          <p14:tracePt t="13030" x="2825750" y="2946400"/>
          <p14:tracePt t="13045" x="2857500" y="2952750"/>
          <p14:tracePt t="13063" x="2978150" y="2978150"/>
          <p14:tracePt t="13081" x="3048000" y="2990850"/>
          <p14:tracePt t="13096" x="3117850" y="2997200"/>
          <p14:tracePt t="13114" x="3187700" y="2997200"/>
          <p14:tracePt t="13132" x="3282950" y="3003550"/>
          <p14:tracePt t="13147" x="3346450" y="3003550"/>
          <p14:tracePt t="13164" x="3390900" y="3003550"/>
          <p14:tracePt t="13181" x="3429000" y="3003550"/>
          <p14:tracePt t="13197" x="3454400" y="3003550"/>
          <p14:tracePt t="13214" x="3486150" y="2990850"/>
          <p14:tracePt t="13231" x="3511550" y="2990850"/>
          <p14:tracePt t="13246" x="3556000" y="2984500"/>
          <p14:tracePt t="13264" x="3587750" y="2978150"/>
          <p14:tracePt t="13278" x="3619500" y="2978150"/>
          <p14:tracePt t="13297" x="3638550" y="2978150"/>
          <p14:tracePt t="13309" x="3657600" y="2984500"/>
          <p14:tracePt t="13319" x="3663950" y="2984500"/>
          <p14:tracePt t="13329" x="3676650" y="2984500"/>
          <p14:tracePt t="13345" x="3695700" y="2990850"/>
          <p14:tracePt t="13364" x="3714750" y="2997200"/>
          <p14:tracePt t="13381" x="3752850" y="3003550"/>
          <p14:tracePt t="13397" x="3822700" y="3016250"/>
          <p14:tracePt t="13414" x="3898900" y="3028950"/>
          <p14:tracePt t="13431" x="3994150" y="3035300"/>
          <p14:tracePt t="13447" x="4076700" y="3041650"/>
          <p14:tracePt t="13464" x="4229100" y="3067050"/>
          <p14:tracePt t="13480" x="4330700" y="3079750"/>
          <p14:tracePt t="13497" x="4425950" y="3092450"/>
          <p14:tracePt t="13514" x="4521200" y="3092450"/>
          <p14:tracePt t="13530" x="4603750" y="3092450"/>
          <p14:tracePt t="13545" x="4667250" y="3086100"/>
          <p14:tracePt t="13563" x="4737100" y="3067050"/>
          <p14:tracePt t="13579" x="4762500" y="3054350"/>
          <p14:tracePt t="13596" x="4781550" y="3048000"/>
          <p14:tracePt t="13614" x="4800600" y="3041650"/>
          <p14:tracePt t="13631" x="4813300" y="3035300"/>
          <p14:tracePt t="13647" x="4832350" y="3028950"/>
          <p14:tracePt t="13664" x="4883150" y="3028950"/>
          <p14:tracePt t="13681" x="4927600" y="3028950"/>
          <p14:tracePt t="13697" x="4984750" y="3035300"/>
          <p14:tracePt t="13714" x="5010150" y="3041650"/>
          <p14:tracePt t="13731" x="5029200" y="3041650"/>
          <p14:tracePt t="13747" x="5041900" y="3041650"/>
          <p14:tracePt t="13833" x="5048250" y="3041650"/>
          <p14:tracePt t="13842" x="5054600" y="3041650"/>
          <p14:tracePt t="13850" x="5060950" y="3041650"/>
          <p14:tracePt t="13864" x="5067300" y="3041650"/>
          <p14:tracePt t="13880" x="5092700" y="3041650"/>
          <p14:tracePt t="13897" x="5124450" y="3041650"/>
          <p14:tracePt t="13914" x="5194300" y="3041650"/>
          <p14:tracePt t="13931" x="5264150" y="3035300"/>
          <p14:tracePt t="13947" x="5340350" y="3028950"/>
          <p14:tracePt t="13964" x="5416550" y="3022600"/>
          <p14:tracePt t="13981" x="5549900" y="3016250"/>
          <p14:tracePt t="13997" x="5619750" y="3003550"/>
          <p14:tracePt t="14012" x="5689600" y="2997200"/>
          <p14:tracePt t="14031" x="5753100" y="2997200"/>
          <p14:tracePt t="14045" x="5797550" y="2997200"/>
          <p14:tracePt t="14062" x="5829300" y="2997200"/>
          <p14:tracePt t="14079" x="5854700" y="2997200"/>
          <p14:tracePt t="14095" x="5861050" y="2997200"/>
          <p14:tracePt t="14113" x="5867400" y="2997200"/>
          <p14:tracePt t="14336" x="5873750" y="2990850"/>
          <p14:tracePt t="14350" x="5873750" y="2984500"/>
          <p14:tracePt t="14356" x="5880100" y="2984500"/>
          <p14:tracePt t="14366" x="5892800" y="2971800"/>
          <p14:tracePt t="14381" x="5943600" y="2959100"/>
          <p14:tracePt t="14396" x="6032500" y="2946400"/>
          <p14:tracePt t="14414" x="6146800" y="2921000"/>
          <p14:tracePt t="14431" x="6375400" y="2882900"/>
          <p14:tracePt t="14445" x="6540500" y="2857500"/>
          <p14:tracePt t="14463" x="6699250" y="2838450"/>
          <p14:tracePt t="14479" x="6851650" y="2844800"/>
          <p14:tracePt t="14497" x="6959600" y="2863850"/>
          <p14:tracePt t="14511" x="7035800" y="2882900"/>
          <p14:tracePt t="14530" x="7124700" y="2889250"/>
          <p14:tracePt t="14546" x="7143750" y="2889250"/>
          <p14:tracePt t="14561" x="7156450" y="2889250"/>
          <p14:tracePt t="14595" x="7162800" y="2889250"/>
          <p14:tracePt t="14647" x="7169150" y="2889250"/>
          <p14:tracePt t="14653" x="7175500" y="2889250"/>
          <p14:tracePt t="14664" x="7181850" y="2889250"/>
          <p14:tracePt t="14680" x="7213600" y="2889250"/>
          <p14:tracePt t="14695" x="7264400" y="2889250"/>
          <p14:tracePt t="14713" x="7308850" y="2889250"/>
          <p14:tracePt t="14730" x="7385050" y="2895600"/>
          <p14:tracePt t="14746" x="7410450" y="2901950"/>
          <p14:tracePt t="14764" x="7429500" y="2908300"/>
          <p14:tracePt t="14779" x="7442200" y="2908300"/>
          <p14:tracePt t="14795" x="7454900" y="2921000"/>
          <p14:tracePt t="14816" x="7454900" y="2933700"/>
          <p14:tracePt t="14828" x="7454900" y="2946400"/>
          <p14:tracePt t="14845" x="7334250" y="3016250"/>
          <p14:tracePt t="14863" x="7175500" y="3054350"/>
          <p14:tracePt t="14880" x="6965950" y="3092450"/>
          <p14:tracePt t="14896" x="6661150" y="3130550"/>
          <p14:tracePt t="14913" x="6299200" y="3168650"/>
          <p14:tracePt t="14930" x="5911850" y="3187700"/>
          <p14:tracePt t="14946" x="5537200" y="3219450"/>
          <p14:tracePt t="14963" x="5041900" y="3206750"/>
          <p14:tracePt t="14980" x="4762500" y="3194050"/>
          <p14:tracePt t="14997" x="4483100" y="3187700"/>
          <p14:tracePt t="15011" x="4229100" y="3168650"/>
          <p14:tracePt t="15028" x="4019550" y="3168650"/>
          <p14:tracePt t="15045" x="3790950" y="3168650"/>
          <p14:tracePt t="15062" x="3511550" y="3162300"/>
          <p14:tracePt t="15079" x="3352800" y="3155950"/>
          <p14:tracePt t="15095" x="3213100" y="3162300"/>
          <p14:tracePt t="15114" x="3060700" y="3187700"/>
          <p14:tracePt t="15131" x="2882900" y="3194050"/>
          <p14:tracePt t="15147" x="2730500" y="3219450"/>
          <p14:tracePt t="15164" x="2571750" y="3257550"/>
          <p14:tracePt t="15181" x="2501900" y="3276600"/>
          <p14:tracePt t="15197" x="2406650" y="3295650"/>
          <p14:tracePt t="15214" x="2305050" y="3295650"/>
          <p14:tracePt t="15231" x="2197100" y="3289300"/>
          <p14:tracePt t="15245" x="2127250" y="3289300"/>
          <p14:tracePt t="15262" x="2082800" y="3289300"/>
          <p14:tracePt t="15278" x="2076450" y="3289300"/>
          <p14:tracePt t="15294" x="2082800" y="3289300"/>
          <p14:tracePt t="15311" x="2114550" y="3282950"/>
          <p14:tracePt t="15328" x="2178050" y="3282950"/>
          <p14:tracePt t="15346" x="2228850" y="3282950"/>
          <p14:tracePt t="15364" x="2298700" y="3282950"/>
          <p14:tracePt t="15380" x="2419350" y="3308350"/>
          <p14:tracePt t="15397" x="2514600" y="3327400"/>
          <p14:tracePt t="15414" x="2622550" y="3352800"/>
          <p14:tracePt t="15431" x="2730500" y="3365500"/>
          <p14:tracePt t="15446" x="2813050" y="3365500"/>
          <p14:tracePt t="15464" x="2844800" y="3365500"/>
          <p14:tracePt t="15889" x="2838450" y="3352800"/>
          <p14:tracePt t="15901" x="2832100" y="3346450"/>
          <p14:tracePt t="15914" x="2794000" y="3308350"/>
          <p14:tracePt t="15931" x="2743200" y="3270250"/>
          <p14:tracePt t="15947" x="2705100" y="3238500"/>
          <p14:tracePt t="15964" x="2679700" y="3213100"/>
          <p14:tracePt t="15981" x="2660650" y="3168650"/>
          <p14:tracePt t="15995" x="2660650" y="3111500"/>
          <p14:tracePt t="16013" x="2660650" y="3054350"/>
          <p14:tracePt t="16030" x="2660650" y="3009900"/>
          <p14:tracePt t="16046" x="2660650" y="2965450"/>
          <p14:tracePt t="16063" x="2660650" y="2921000"/>
          <p14:tracePt t="16080" x="2667000" y="2863850"/>
          <p14:tracePt t="16095" x="2667000" y="2838450"/>
          <p14:tracePt t="16114" x="2667000" y="2819400"/>
          <p14:tracePt t="16130" x="2667000" y="2800350"/>
          <p14:tracePt t="16147" x="2667000" y="2787650"/>
          <p14:tracePt t="16164" x="2667000" y="2781300"/>
          <p14:tracePt t="16180" x="2667000" y="2774950"/>
          <p14:tracePt t="16197" x="2673350" y="2768600"/>
          <p14:tracePt t="16214" x="2692400" y="2749550"/>
          <p14:tracePt t="16231" x="2705100" y="2730500"/>
          <p14:tracePt t="16248" x="2736850" y="2705100"/>
          <p14:tracePt t="16262" x="2762250" y="2686050"/>
          <p14:tracePt t="16279" x="2794000" y="2667000"/>
          <p14:tracePt t="16296" x="2819400" y="2647950"/>
          <p14:tracePt t="16300" x="2825750" y="2641600"/>
          <p14:tracePt t="16313" x="2832100" y="2635250"/>
          <p14:tracePt t="16329" x="2844800" y="2628900"/>
          <p14:tracePt t="16483" x="2851150" y="2628900"/>
          <p14:tracePt t="16549" x="2857500" y="2622550"/>
          <p14:tracePt t="16564" x="2863850" y="2622550"/>
          <p14:tracePt t="16573" x="2870200" y="2616200"/>
          <p14:tracePt t="16585" x="2870200" y="2609850"/>
          <p14:tracePt t="16595" x="2876550" y="2609850"/>
          <p14:tracePt t="16619" x="2882900" y="2609850"/>
          <p14:tracePt t="16630" x="2882900" y="2603500"/>
          <p14:tracePt t="16671" x="2889250" y="2603500"/>
          <p14:tracePt t="16699" x="2895600" y="2603500"/>
          <p14:tracePt t="16710" x="2908300" y="2603500"/>
          <p14:tracePt t="16721" x="2959100" y="2616200"/>
          <p14:tracePt t="16733" x="3048000" y="2667000"/>
          <p14:tracePt t="16748" x="3092450" y="2692400"/>
          <p14:tracePt t="16763" x="3149600" y="2743200"/>
          <p14:tracePt t="16779" x="3155950" y="2781300"/>
          <p14:tracePt t="17064" x="3162300" y="2781300"/>
          <p14:tracePt t="17075" x="3187700" y="2730500"/>
          <p14:tracePt t="17085" x="3200400" y="2705100"/>
          <p14:tracePt t="17099" x="3232150" y="2673350"/>
          <p14:tracePt t="17114" x="3263900" y="2647950"/>
          <p14:tracePt t="17129" x="3302000" y="2628900"/>
          <p14:tracePt t="17146" x="3359150" y="2609850"/>
          <p14:tracePt t="17163" x="3422650" y="2597150"/>
          <p14:tracePt t="17180" x="3498850" y="2578100"/>
          <p14:tracePt t="17195" x="3562350" y="2578100"/>
          <p14:tracePt t="17212" x="3632200" y="2578100"/>
          <p14:tracePt t="17228" x="3695700" y="2571750"/>
          <p14:tracePt t="17245" x="3746500" y="2571750"/>
          <p14:tracePt t="17264" x="3790950" y="2571750"/>
          <p14:tracePt t="17280" x="3829050" y="2571750"/>
          <p14:tracePt t="17295" x="3892550" y="2559050"/>
          <p14:tracePt t="17314" x="3962400" y="2552700"/>
          <p14:tracePt t="17329" x="4025900" y="2540000"/>
          <p14:tracePt t="17346" x="4064000" y="2527300"/>
          <p14:tracePt t="17365" x="4089400" y="2514600"/>
          <p14:tracePt t="17381" x="4102100" y="2501900"/>
          <p14:tracePt t="17419" x="4102100" y="2495550"/>
          <p14:tracePt t="17433" x="4108450" y="2482850"/>
          <p14:tracePt t="17445" x="4114800" y="2476500"/>
          <p14:tracePt t="17463" x="4114800" y="2470150"/>
          <p14:tracePt t="17574" x="4121150" y="2463800"/>
          <p14:tracePt t="17588" x="4133850" y="2457450"/>
          <p14:tracePt t="17595" x="4140200" y="2457450"/>
          <p14:tracePt t="17614" x="4146550" y="2457450"/>
          <p14:tracePt t="17764" x="4152900" y="2457450"/>
          <p14:tracePt t="17773" x="4152900" y="2451100"/>
          <p14:tracePt t="17793" x="4152900" y="2444750"/>
          <p14:tracePt t="17804" x="4159250" y="2444750"/>
          <p14:tracePt t="18064" x="4159250" y="2451100"/>
          <p14:tracePt t="18074" x="4152900" y="2451100"/>
          <p14:tracePt t="18193" x="4159250" y="2457450"/>
          <p14:tracePt t="18202" x="4203700" y="2463800"/>
          <p14:tracePt t="18213" x="4254500" y="2470150"/>
          <p14:tracePt t="18231" x="4464050" y="2482850"/>
          <p14:tracePt t="18247" x="4705350" y="2482850"/>
          <p14:tracePt t="18263" x="4991100" y="2470150"/>
          <p14:tracePt t="18282" x="5226050" y="2444750"/>
          <p14:tracePt t="18295" x="5359400" y="2438400"/>
          <p14:tracePt t="18297" x="5410200" y="2432050"/>
          <p14:tracePt t="18311" x="5441950" y="2432050"/>
          <p14:tracePt t="18329" x="5511800" y="2432050"/>
          <p14:tracePt t="18345" x="5530850" y="2425700"/>
          <p14:tracePt t="18363" x="5556250" y="2425700"/>
          <p14:tracePt t="18380" x="5594350" y="2425700"/>
          <p14:tracePt t="18396" x="5638800" y="2419350"/>
          <p14:tracePt t="18413" x="5683250" y="2419350"/>
          <p14:tracePt t="18430" x="5746750" y="2419350"/>
          <p14:tracePt t="18446" x="5772150" y="2419350"/>
          <p14:tracePt t="18463" x="5803900" y="2419350"/>
          <p14:tracePt t="18480" x="5848350" y="2419350"/>
          <p14:tracePt t="18497" x="5899150" y="2432050"/>
          <p14:tracePt t="18513" x="5956300" y="2451100"/>
          <p14:tracePt t="18530" x="6083300" y="2470150"/>
          <p14:tracePt t="18545" x="6159500" y="2476500"/>
          <p14:tracePt t="18563" x="6229350" y="2482850"/>
          <p14:tracePt t="18579" x="6267450" y="2482850"/>
          <p14:tracePt t="18595" x="6280150" y="2482850"/>
          <p14:tracePt t="18752" x="6280150" y="2476500"/>
          <p14:tracePt t="18955" x="6292850" y="2476500"/>
          <p14:tracePt t="18966" x="6324600" y="2476500"/>
          <p14:tracePt t="18980" x="6426200" y="2476500"/>
          <p14:tracePt t="18997" x="6540500" y="2476500"/>
          <p14:tracePt t="19013" x="6692900" y="2476500"/>
          <p14:tracePt t="19031" x="6864350" y="2457450"/>
          <p14:tracePt t="19046" x="7112000" y="2413000"/>
          <p14:tracePt t="19064" x="7219950" y="2393950"/>
          <p14:tracePt t="19079" x="7296150" y="2381250"/>
          <p14:tracePt t="19095" x="7315200" y="2381250"/>
          <p14:tracePt t="19114" x="7321550" y="2381250"/>
          <p14:tracePt t="19177" x="7334250" y="2374900"/>
          <p14:tracePt t="19192" x="7378700" y="2374900"/>
          <p14:tracePt t="19201" x="7404100" y="2368550"/>
          <p14:tracePt t="19214" x="7435850" y="2368550"/>
          <p14:tracePt t="19231" x="7454900" y="2368550"/>
          <p14:tracePt t="19246" x="7461250" y="2368550"/>
          <p14:tracePt t="19263" x="7467600" y="2368550"/>
          <p14:tracePt t="19392" x="7461250" y="2368550"/>
          <p14:tracePt t="19402" x="7454900" y="2368550"/>
          <p14:tracePt t="19414" x="7435850" y="2374900"/>
          <p14:tracePt t="19429" x="7410450" y="2393950"/>
          <p14:tracePt t="19447" x="7346950" y="2419350"/>
          <p14:tracePt t="19464" x="7226300" y="2444750"/>
          <p14:tracePt t="19481" x="7023100" y="2476500"/>
          <p14:tracePt t="19495" x="6667500" y="2495550"/>
          <p14:tracePt t="19514" x="5835650" y="2508250"/>
          <p14:tracePt t="19531" x="5156200" y="2552700"/>
          <p14:tracePt t="19546" x="4654550" y="2635250"/>
          <p14:tracePt t="19565" x="4159250" y="2692400"/>
          <p14:tracePt t="19578" x="3854450" y="2717800"/>
          <p14:tracePt t="19595" x="3702050" y="2730500"/>
          <p14:tracePt t="19615" x="3575050" y="2730500"/>
          <p14:tracePt t="19630" x="3390900" y="2730500"/>
          <p14:tracePt t="19648" x="3289300" y="2730500"/>
          <p14:tracePt t="19662" x="3181350" y="2736850"/>
          <p14:tracePt t="19680" x="3060700" y="2755900"/>
          <p14:tracePt t="19696" x="2901950" y="2768600"/>
          <p14:tracePt t="19713" x="2724150" y="2768600"/>
          <p14:tracePt t="19730" x="2470150" y="2768600"/>
          <p14:tracePt t="19746" x="2368550" y="2755900"/>
          <p14:tracePt t="19763" x="2317750" y="2749550"/>
          <p14:tracePt t="19778" x="2292350" y="2749550"/>
          <p14:tracePt t="19795" x="2279650" y="2749550"/>
          <p14:tracePt t="19823" x="2273300" y="2755900"/>
          <p14:tracePt t="19831" x="2266950" y="2762250"/>
          <p14:tracePt t="19845" x="2266950" y="2774950"/>
          <p14:tracePt t="19863" x="2266950" y="2794000"/>
          <p14:tracePt t="19882" x="2266950" y="2813050"/>
          <p14:tracePt t="19898" x="2279650" y="2825750"/>
          <p14:tracePt t="19914" x="2298700" y="2844800"/>
          <p14:tracePt t="19930" x="2374900" y="2882900"/>
          <p14:tracePt t="19947" x="2432050" y="2908300"/>
          <p14:tracePt t="19962" x="2470150" y="2921000"/>
          <p14:tracePt t="19980" x="2495550" y="2933700"/>
          <p14:tracePt t="19998" x="2520950" y="2940050"/>
          <p14:tracePt t="20012" x="2546350" y="2940050"/>
          <p14:tracePt t="20030" x="2571750" y="2940050"/>
          <p14:tracePt t="20045" x="2578100" y="2940050"/>
          <p14:tracePt t="20250" x="2578100" y="2946400"/>
          <p14:tracePt t="20263" x="2578100" y="2952750"/>
          <p14:tracePt t="20280" x="2578100" y="2965450"/>
          <p14:tracePt t="20297" x="2578100" y="2971800"/>
          <p14:tracePt t="20303" x="2578100" y="2978150"/>
          <p14:tracePt t="20318" x="2571750" y="2984500"/>
          <p14:tracePt t="20533" x="2578100" y="2984500"/>
          <p14:tracePt t="20548" x="2584450" y="2984500"/>
          <p14:tracePt t="20569" x="2590800" y="2984500"/>
          <p14:tracePt t="20694" x="2571750" y="2984500"/>
          <p14:tracePt t="20705" x="2540000" y="2984500"/>
          <p14:tracePt t="20717" x="2514600" y="2984500"/>
          <p14:tracePt t="20730" x="2476500" y="2984500"/>
          <p14:tracePt t="20746" x="2451100" y="2978150"/>
          <p14:tracePt t="20823" x="2444750" y="2978150"/>
          <p14:tracePt t="20836" x="2432050" y="2978150"/>
          <p14:tracePt t="20843" x="2425700" y="2978150"/>
          <p14:tracePt t="20852" x="2419350" y="2978150"/>
          <p14:tracePt t="20863" x="2406650" y="2978150"/>
          <p14:tracePt t="20879" x="2400300" y="2978150"/>
          <p14:tracePt t="20932" x="2387600" y="2971800"/>
          <p14:tracePt t="20935" x="2381250" y="2965450"/>
          <p14:tracePt t="20945" x="2368550" y="2965450"/>
          <p14:tracePt t="20964" x="2336800" y="2946400"/>
          <p14:tracePt t="20979" x="2273300" y="2927350"/>
          <p14:tracePt t="20998" x="2235200" y="2921000"/>
          <p14:tracePt t="21012" x="2228850" y="2914650"/>
          <p14:tracePt t="21091" x="2228850" y="2921000"/>
          <p14:tracePt t="21132" x="2235200" y="2921000"/>
          <p14:tracePt t="21149" x="2241550" y="2921000"/>
          <p14:tracePt t="21152" x="2254250" y="2921000"/>
          <p14:tracePt t="21161" x="2260600" y="2921000"/>
          <p14:tracePt t="21182" x="2286000" y="2921000"/>
          <p14:tracePt t="21197" x="2324100" y="2921000"/>
          <p14:tracePt t="21213" x="2374900" y="2921000"/>
          <p14:tracePt t="21231" x="2457450" y="2921000"/>
          <p14:tracePt t="21246" x="2520950" y="2921000"/>
          <p14:tracePt t="21263" x="2597150" y="2921000"/>
          <p14:tracePt t="21279" x="2698750" y="2921000"/>
          <p14:tracePt t="21295" x="2794000" y="2921000"/>
          <p14:tracePt t="21302" x="2825750" y="2921000"/>
          <p14:tracePt t="21316" x="2889250" y="2921000"/>
          <p14:tracePt t="21330" x="2908300" y="2921000"/>
          <p14:tracePt t="21346" x="2921000" y="2921000"/>
          <p14:tracePt t="21397" x="2927350" y="2921000"/>
          <p14:tracePt t="21419" x="2933700" y="2921000"/>
          <p14:tracePt t="21433" x="2933700" y="2927350"/>
          <p14:tracePt t="21453" x="2940050" y="2927350"/>
          <p14:tracePt t="21515" x="2946400" y="2927350"/>
          <p14:tracePt t="21705" x="2952750" y="2927350"/>
          <p14:tracePt t="21921" x="2959100" y="2927350"/>
          <p14:tracePt t="21934" x="2965450" y="2927350"/>
          <p14:tracePt t="21952" x="2971800" y="2927350"/>
          <p14:tracePt t="21968" x="2978150" y="2927350"/>
          <p14:tracePt t="21983" x="2984500" y="2927350"/>
          <p14:tracePt t="21998" x="2997200" y="2927350"/>
          <p14:tracePt t="22011" x="3009900" y="2927350"/>
          <p14:tracePt t="22029" x="3035300" y="2933700"/>
          <p14:tracePt t="22046" x="3060700" y="2940050"/>
          <p14:tracePt t="22062" x="3086100" y="2940050"/>
          <p14:tracePt t="22079" x="3105150" y="2940050"/>
          <p14:tracePt t="22096" x="3117850" y="2940050"/>
          <p14:tracePt t="22285" x="3117850" y="2946400"/>
          <p14:tracePt t="24244" x="3124200" y="2940050"/>
          <p14:tracePt t="25854" x="3130550" y="2940050"/>
          <p14:tracePt t="26220" x="3124200" y="2952750"/>
          <p14:tracePt t="26232" x="3117850" y="2959100"/>
          <p14:tracePt t="26249" x="3117850" y="2965450"/>
          <p14:tracePt t="27634" x="3117850" y="2959100"/>
          <p14:tracePt t="28022" x="3130550" y="2959100"/>
          <p14:tracePt t="28032" x="3130550" y="2952750"/>
          <p14:tracePt t="28047" x="3136900" y="2952750"/>
          <p14:tracePt t="29709" x="3136900" y="2946400"/>
          <p14:tracePt t="29722" x="3149600" y="2940050"/>
          <p14:tracePt t="29730" x="3175000" y="2940050"/>
          <p14:tracePt t="29746" x="3225800" y="2940050"/>
          <p14:tracePt t="29765" x="3333750" y="2933700"/>
          <p14:tracePt t="29779" x="3524250" y="2933700"/>
          <p14:tracePt t="29797" x="3778250" y="2959100"/>
          <p14:tracePt t="29802" x="3924300" y="2965450"/>
          <p14:tracePt t="29813" x="4064000" y="2978150"/>
          <p14:tracePt t="29830" x="4464050" y="3009900"/>
          <p14:tracePt t="29846" x="4629150" y="3022600"/>
          <p14:tracePt t="29864" x="4705350" y="3022600"/>
          <p14:tracePt t="29880" x="4724400" y="3022600"/>
          <p14:tracePt t="29895" x="4730750" y="3022600"/>
          <p14:tracePt t="29913" x="4749800" y="3022600"/>
          <p14:tracePt t="29929" x="4806950" y="3022600"/>
          <p14:tracePt t="29946" x="4895850" y="3028950"/>
          <p14:tracePt t="29963" x="5003800" y="3054350"/>
          <p14:tracePt t="29980" x="5099050" y="3086100"/>
          <p14:tracePt t="29997" x="5137150" y="3098800"/>
          <p14:tracePt t="30013" x="5156200" y="3098800"/>
          <p14:tracePt t="30029" x="5181600" y="3098800"/>
          <p14:tracePt t="30045" x="5207000" y="3098800"/>
          <p14:tracePt t="30062" x="5226050" y="3098800"/>
          <p14:tracePt t="30079" x="5238750" y="3092450"/>
          <p14:tracePt t="30151" x="5245100" y="3092450"/>
          <p14:tracePt t="30168" x="5251450" y="3086100"/>
          <p14:tracePt t="30175" x="5270500" y="3079750"/>
          <p14:tracePt t="30181" x="5289550" y="3073400"/>
          <p14:tracePt t="30196" x="5314950" y="3073400"/>
          <p14:tracePt t="30214" x="5321300" y="3073400"/>
          <p14:tracePt t="30231" x="5321300" y="3067050"/>
          <p14:tracePt t="30310" x="5327650" y="3060700"/>
          <p14:tracePt t="30350" x="5334000" y="3054350"/>
          <p14:tracePt t="30360" x="5334000" y="3048000"/>
          <p14:tracePt t="30369" x="5340350" y="3041650"/>
          <p14:tracePt t="30383" x="5359400" y="3022600"/>
          <p14:tracePt t="30396" x="5359400" y="3009900"/>
          <p14:tracePt t="30414" x="5391150" y="2990850"/>
          <p14:tracePt t="30430" x="5410200" y="2971800"/>
          <p14:tracePt t="30448" x="5435600" y="2959100"/>
          <p14:tracePt t="30462" x="5454650" y="2946400"/>
          <p14:tracePt t="30482" x="5461000" y="2933700"/>
          <p14:tracePt t="30496" x="5473700" y="2927350"/>
          <p14:tracePt t="30514" x="5480050" y="2914650"/>
          <p14:tracePt t="30531" x="5492750" y="2914650"/>
          <p14:tracePt t="30545" x="5505450" y="2901950"/>
          <p14:tracePt t="30562" x="5524500" y="2889250"/>
          <p14:tracePt t="30579" x="5537200" y="2876550"/>
          <p14:tracePt t="30595" x="5543550" y="2870200"/>
          <p14:tracePt t="30612" x="5549900" y="2863850"/>
          <p14:tracePt t="30631" x="5568950" y="2851150"/>
          <p14:tracePt t="30646" x="5588000" y="2851150"/>
          <p14:tracePt t="30694" x="5594350" y="2851150"/>
          <p14:tracePt t="30704" x="5613400" y="2844800"/>
          <p14:tracePt t="30714" x="5632450" y="2825750"/>
          <p14:tracePt t="30732" x="5651500" y="2825750"/>
          <p14:tracePt t="30746" x="5664200" y="2819400"/>
          <p14:tracePt t="30763" x="5670550" y="2819400"/>
          <p14:tracePt t="30944" x="5676900" y="2819400"/>
          <p14:tracePt t="31038" x="5683250" y="2819400"/>
          <p14:tracePt t="31171" x="5689600" y="2819400"/>
          <p14:tracePt t="31180" x="5695950" y="2819400"/>
          <p14:tracePt t="31219" x="5702300" y="2819400"/>
          <p14:tracePt t="31395" x="5708650" y="2825750"/>
          <p14:tracePt t="31411" x="5715000" y="2825750"/>
          <p14:tracePt t="31420" x="5721350" y="2825750"/>
          <p14:tracePt t="31433" x="5727700" y="2825750"/>
          <p14:tracePt t="31516" x="5734050" y="2825750"/>
          <p14:tracePt t="31529" x="5740400" y="2832100"/>
          <p14:tracePt t="31538" x="5746750" y="2832100"/>
          <p14:tracePt t="31545" x="5753100" y="2832100"/>
          <p14:tracePt t="31562" x="5765800" y="2832100"/>
          <p14:tracePt t="31579" x="5784850" y="2838450"/>
          <p14:tracePt t="31595" x="5810250" y="2844800"/>
          <p14:tracePt t="31613" x="5835650" y="2851150"/>
          <p14:tracePt t="31630" x="5861050" y="2863850"/>
          <p14:tracePt t="31646" x="5918200" y="2882900"/>
          <p14:tracePt t="31663" x="5981700" y="2901950"/>
          <p14:tracePt t="31680" x="6032500" y="2927350"/>
          <p14:tracePt t="31697" x="6057900" y="2927350"/>
          <p14:tracePt t="31714" x="6076950" y="2933700"/>
          <p14:tracePt t="31865" x="6076950" y="2940050"/>
          <p14:tracePt t="31873" x="6064250" y="2946400"/>
          <p14:tracePt t="31898" x="6051550" y="2946400"/>
          <p14:tracePt t="31914" x="6045200" y="2946400"/>
          <p14:tracePt t="31930" x="6026150" y="2959100"/>
          <p14:tracePt t="31946" x="6019800" y="2959100"/>
          <p14:tracePt t="31964" x="6019800" y="2965450"/>
          <p14:tracePt t="32326" x="6026150" y="2971800"/>
          <p14:tracePt t="32334" x="6038850" y="2978150"/>
          <p14:tracePt t="32345" x="6045200" y="2978150"/>
          <p14:tracePt t="32363" x="6064250" y="2984500"/>
          <p14:tracePt t="32382" x="6089650" y="2990850"/>
          <p14:tracePt t="32398" x="6102350" y="2990850"/>
          <p14:tracePt t="32414" x="6121400" y="2997200"/>
          <p14:tracePt t="32432" x="6153150" y="3003550"/>
          <p14:tracePt t="32445" x="6184900" y="3003550"/>
          <p14:tracePt t="32465" x="6223000" y="3009900"/>
          <p14:tracePt t="32480" x="6267450" y="3009900"/>
          <p14:tracePt t="32497" x="6324600" y="3009900"/>
          <p14:tracePt t="32513" x="6407150" y="3003550"/>
          <p14:tracePt t="32531" x="6515100" y="2997200"/>
          <p14:tracePt t="32545" x="6635750" y="2997200"/>
          <p14:tracePt t="32564" x="6838950" y="2997200"/>
          <p14:tracePt t="32582" x="6965950" y="3003550"/>
          <p14:tracePt t="32596" x="7099300" y="3016250"/>
          <p14:tracePt t="32614" x="7207250" y="3028950"/>
          <p14:tracePt t="32630" x="7315200" y="3041650"/>
          <p14:tracePt t="32648" x="7423150" y="3060700"/>
          <p14:tracePt t="32664" x="7505700" y="3067050"/>
          <p14:tracePt t="32682" x="7588250" y="3079750"/>
          <p14:tracePt t="32697" x="7607300" y="3086100"/>
          <p14:tracePt t="32714" x="7620000" y="3086100"/>
          <p14:tracePt t="32958" x="7620000" y="3092450"/>
          <p14:tracePt t="32985" x="7613650" y="3092450"/>
          <p14:tracePt t="32992" x="7613650" y="3098800"/>
          <p14:tracePt t="32999" x="7607300" y="3098800"/>
          <p14:tracePt t="33016" x="7600950" y="3098800"/>
          <p14:tracePt t="33421" x="7588250" y="3105150"/>
          <p14:tracePt t="33428" x="7581900" y="3105150"/>
          <p14:tracePt t="33446" x="7556500" y="3111500"/>
          <p14:tracePt t="33463" x="7512050" y="3117850"/>
          <p14:tracePt t="33479" x="7423150" y="3124200"/>
          <p14:tracePt t="33496" x="7289800" y="3124200"/>
          <p14:tracePt t="33514" x="6877050" y="3130550"/>
          <p14:tracePt t="33530" x="6502400" y="3086100"/>
          <p14:tracePt t="33548" x="6089650" y="3048000"/>
          <p14:tracePt t="33562" x="5746750" y="3003550"/>
          <p14:tracePt t="33579" x="5435600" y="2965450"/>
          <p14:tracePt t="33595" x="5162550" y="2933700"/>
          <p14:tracePt t="33615" x="4756150" y="2876550"/>
          <p14:tracePt t="33632" x="4508500" y="2844800"/>
          <p14:tracePt t="33647" x="4279900" y="2813050"/>
          <p14:tracePt t="33664" x="4114800" y="2787650"/>
          <p14:tracePt t="33679" x="3956050" y="2755900"/>
          <p14:tracePt t="33698" x="3822700" y="2736850"/>
          <p14:tracePt t="33714" x="3663950" y="2717800"/>
          <p14:tracePt t="33732" x="3562350" y="2717800"/>
          <p14:tracePt t="33747" x="3467100" y="2717800"/>
          <p14:tracePt t="33764" x="3384550" y="2717800"/>
          <p14:tracePt t="33779" x="3314700" y="2724150"/>
          <p14:tracePt t="33797" x="3244850" y="2724150"/>
          <p14:tracePt t="33806" x="3187700" y="2724150"/>
          <p14:tracePt t="33818" x="3149600" y="2724150"/>
          <p14:tracePt t="33829" x="3086100" y="2724150"/>
          <p14:tracePt t="33845" x="3048000" y="2711450"/>
          <p14:tracePt t="33863" x="3016250" y="2705100"/>
          <p14:tracePt t="33880" x="2959100" y="2705100"/>
          <p14:tracePt t="33896" x="2882900" y="2686050"/>
          <p14:tracePt t="33913" x="2794000" y="2667000"/>
          <p14:tracePt t="33930" x="2660650" y="2628900"/>
          <p14:tracePt t="33946" x="2616200" y="2616200"/>
          <p14:tracePt t="33963" x="2603500" y="2616200"/>
          <p14:tracePt t="34021" x="2609850" y="2616200"/>
          <p14:tracePt t="34029" x="2622550" y="2603500"/>
          <p14:tracePt t="34042" x="2679700" y="2584450"/>
          <p14:tracePt t="34053" x="2730500" y="2578100"/>
          <p14:tracePt t="34064" x="2882900" y="2565400"/>
          <p14:tracePt t="34081" x="3048000" y="2565400"/>
          <p14:tracePt t="34095" x="3130550" y="2571750"/>
          <p14:tracePt t="34114" x="3175000" y="2584450"/>
          <p14:tracePt t="34152" x="3175000" y="2590800"/>
          <p14:tracePt t="34165" x="3162300" y="2590800"/>
          <p14:tracePt t="34180" x="3111500" y="2622550"/>
          <p14:tracePt t="34198" x="3060700" y="2635250"/>
          <p14:tracePt t="34213" x="2984500" y="2647950"/>
          <p14:tracePt t="34230" x="2876550" y="2647950"/>
          <p14:tracePt t="34247" x="2762250" y="2635250"/>
          <p14:tracePt t="34262" x="2673350" y="2609850"/>
          <p14:tracePt t="34279" x="2635250" y="2590800"/>
          <p14:tracePt t="34312" x="2635250" y="2578100"/>
          <p14:tracePt t="34330" x="2698750" y="2546350"/>
          <p14:tracePt t="34345" x="2781300" y="2520950"/>
          <p14:tracePt t="34363" x="2895600" y="2495550"/>
          <p14:tracePt t="34380" x="3009900" y="2482850"/>
          <p14:tracePt t="34397" x="3098800" y="2482850"/>
          <p14:tracePt t="34414" x="3206750" y="2501900"/>
          <p14:tracePt t="34430" x="3352800" y="2540000"/>
          <p14:tracePt t="34446" x="3549650" y="2584450"/>
          <p14:tracePt t="34463" x="3657600" y="2609850"/>
          <p14:tracePt t="34480" x="3771900" y="2641600"/>
          <p14:tracePt t="34497" x="3873500" y="2667000"/>
          <p14:tracePt t="34512" x="3956050" y="2692400"/>
          <p14:tracePt t="34529" x="4038600" y="2705100"/>
          <p14:tracePt t="34547" x="4089400" y="2705100"/>
          <p14:tracePt t="34562" x="4102100" y="2705100"/>
          <p14:tracePt t="34579" x="4114800" y="2705100"/>
          <p14:tracePt t="34595" x="4121150" y="2705100"/>
          <p14:tracePt t="34646" x="4127500" y="2705100"/>
          <p14:tracePt t="34649" x="4133850" y="2698750"/>
          <p14:tracePt t="34666" x="4140200" y="2692400"/>
          <p14:tracePt t="34680" x="4152900" y="2692400"/>
          <p14:tracePt t="34696" x="4165600" y="2679700"/>
          <p14:tracePt t="34713" x="4165600" y="2667000"/>
          <p14:tracePt t="34730" x="4171950" y="2660650"/>
          <p14:tracePt t="34747" x="4171950" y="2654300"/>
          <p14:tracePt t="34952" x="4171950" y="2647950"/>
          <p14:tracePt t="34979" x="4171950" y="2635250"/>
          <p14:tracePt t="34999" x="4171950" y="2628900"/>
          <p14:tracePt t="35026" x="4171950" y="2622550"/>
          <p14:tracePt t="35041" x="4171950" y="2616200"/>
          <p14:tracePt t="35049" x="4171950" y="2609850"/>
          <p14:tracePt t="35068" x="4178300" y="2603500"/>
          <p14:tracePt t="35080" x="4178300" y="2590800"/>
          <p14:tracePt t="35096" x="4178300" y="2584450"/>
          <p14:tracePt t="35115" x="4178300" y="2578100"/>
          <p14:tracePt t="35153" x="4178300" y="2571750"/>
          <p14:tracePt t="35185" x="4184650" y="2565400"/>
          <p14:tracePt t="37134" x="4191000" y="2559050"/>
          <p14:tracePt t="37154" x="4191000" y="2552700"/>
          <p14:tracePt t="37167" x="4197350" y="2546350"/>
          <p14:tracePt t="38783" x="4197350" y="2552700"/>
          <p14:tracePt t="47215" x="4184650" y="2552700"/>
          <p14:tracePt t="47226" x="4146550" y="2546350"/>
          <p14:tracePt t="47239" x="4089400" y="2546350"/>
          <p14:tracePt t="47250" x="4044950" y="2546350"/>
          <p14:tracePt t="47263" x="4019550" y="2546350"/>
          <p14:tracePt t="47279" x="3949700" y="2546350"/>
          <p14:tracePt t="47297" x="3867150" y="2546350"/>
          <p14:tracePt t="47314" x="3835400" y="2546350"/>
          <p14:tracePt t="47330" x="3822700" y="2546350"/>
          <p14:tracePt t="47346" x="3810000" y="2546350"/>
          <p14:tracePt t="47382" x="3790950" y="2546350"/>
          <p14:tracePt t="47399" x="3765550" y="2546350"/>
          <p14:tracePt t="47415" x="3740150" y="2540000"/>
          <p14:tracePt t="47431" x="3721100" y="2533650"/>
          <p14:tracePt t="47448" x="3702050" y="2533650"/>
          <p14:tracePt t="47463" x="3689350" y="2533650"/>
          <p14:tracePt t="47672" x="3695700" y="2527300"/>
          <p14:tracePt t="47676" x="3702050" y="2527300"/>
          <p14:tracePt t="47694" x="3708400" y="2520950"/>
          <p14:tracePt t="47711" x="3714750" y="2520950"/>
          <p14:tracePt t="48568" x="3721100" y="2514600"/>
          <p14:tracePt t="48580" x="3727450" y="2514600"/>
          <p14:tracePt t="48615" x="3727450" y="2508250"/>
          <p14:tracePt t="48649" x="3721100" y="2514600"/>
          <p14:tracePt t="48657" x="3702050" y="2527300"/>
          <p14:tracePt t="48667" x="3676650" y="2540000"/>
          <p14:tracePt t="48681" x="3600450" y="2590800"/>
          <p14:tracePt t="48697" x="3435350" y="2686050"/>
          <p14:tracePt t="48714" x="3143250" y="2800350"/>
          <p14:tracePt t="48732" x="2825750" y="2908300"/>
          <p14:tracePt t="48746" x="2381250" y="3073400"/>
          <p14:tracePt t="48762" x="2216150" y="3162300"/>
          <p14:tracePt t="48779" x="2076450" y="3251200"/>
          <p14:tracePt t="48795" x="1993900" y="3333750"/>
          <p14:tracePt t="48798" x="1981200" y="3371850"/>
          <p14:tracePt t="48812" x="1962150" y="3403600"/>
          <p14:tracePt t="48829" x="1943100" y="3441700"/>
          <p14:tracePt t="48846" x="1943100" y="3473450"/>
          <p14:tracePt t="48863" x="1981200" y="3575050"/>
          <p14:tracePt t="48880" x="1987550" y="3644900"/>
          <p14:tracePt t="48896" x="1962150" y="3721100"/>
          <p14:tracePt t="48915" x="1905000" y="3771900"/>
          <p14:tracePt t="48930" x="1841500" y="3810000"/>
          <p14:tracePt t="48948" x="1746250" y="3886200"/>
          <p14:tracePt t="48963" x="1714500" y="3924300"/>
          <p14:tracePt t="48980" x="1695450" y="3943350"/>
          <p14:tracePt t="48996" x="1676400" y="3968750"/>
          <p14:tracePt t="49014" x="1663700" y="3987800"/>
          <p14:tracePt t="49030" x="1663700" y="4000500"/>
          <p14:tracePt t="49047" x="1657350" y="4006850"/>
          <p14:tracePt t="49064" x="1657350" y="4013200"/>
          <p14:tracePt t="49081" x="1657350" y="4019550"/>
          <p14:tracePt t="49097" x="1651000" y="4032250"/>
          <p14:tracePt t="49115" x="1631950" y="4057650"/>
          <p14:tracePt t="49132" x="1625600" y="4070350"/>
          <p14:tracePt t="49388" x="1619250" y="4070350"/>
          <p14:tracePt t="49407" x="1612900" y="4070350"/>
          <p14:tracePt t="49418" x="1606550" y="4064000"/>
          <p14:tracePt t="49432" x="1593850" y="4057650"/>
          <p14:tracePt t="49447" x="1587500" y="4038600"/>
          <p14:tracePt t="49464" x="1574800" y="4019550"/>
          <p14:tracePt t="49479" x="1568450" y="4000500"/>
          <p14:tracePt t="49498" x="1568450" y="3975100"/>
          <p14:tracePt t="49514" x="1581150" y="3962400"/>
          <p14:tracePt t="49530" x="1600200" y="3956050"/>
          <p14:tracePt t="49546" x="1606550" y="3956050"/>
          <p14:tracePt t="49564" x="1612900" y="3956050"/>
          <p14:tracePt t="49580" x="1625600" y="3956050"/>
          <p14:tracePt t="49598" x="1670050" y="3956050"/>
          <p14:tracePt t="49614" x="1866900" y="3994150"/>
          <p14:tracePt t="49630" x="2038350" y="4025900"/>
          <p14:tracePt t="49647" x="2209800" y="4044950"/>
          <p14:tracePt t="49664" x="2362200" y="4051300"/>
          <p14:tracePt t="49680" x="2463800" y="4051300"/>
          <p14:tracePt t="49696" x="2527300" y="4051300"/>
          <p14:tracePt t="49713" x="2552700" y="4051300"/>
          <p14:tracePt t="49729" x="2571750" y="4044950"/>
          <p14:tracePt t="49746" x="2609850" y="4025900"/>
          <p14:tracePt t="49763" x="2679700" y="4000500"/>
          <p14:tracePt t="49780" x="2762250" y="3975100"/>
          <p14:tracePt t="49796" x="2857500" y="3962400"/>
          <p14:tracePt t="49802" x="2908300" y="3962400"/>
          <p14:tracePt t="49814" x="2959100" y="3962400"/>
          <p14:tracePt t="49831" x="2971800" y="3962400"/>
          <p14:tracePt t="49847" x="2978150" y="3962400"/>
          <p14:tracePt t="49882" x="2984500" y="3962400"/>
          <p14:tracePt t="49898" x="3028950" y="3975100"/>
          <p14:tracePt t="49915" x="3136900" y="4013200"/>
          <p14:tracePt t="49930" x="3213100" y="4025900"/>
          <p14:tracePt t="49948" x="3276600" y="4038600"/>
          <p14:tracePt t="49964" x="3321050" y="4044950"/>
          <p14:tracePt t="49980" x="3359150" y="4044950"/>
          <p14:tracePt t="49997" x="3409950" y="4044950"/>
          <p14:tracePt t="50013" x="3467100" y="4044950"/>
          <p14:tracePt t="50030" x="3536950" y="4044950"/>
          <p14:tracePt t="50046" x="3568700" y="4038600"/>
          <p14:tracePt t="50063" x="3600450" y="4032250"/>
          <p14:tracePt t="50080" x="3632200" y="4019550"/>
          <p14:tracePt t="50096" x="3683000" y="4013200"/>
          <p14:tracePt t="50114" x="3752850" y="4013200"/>
          <p14:tracePt t="50132" x="3898900" y="4006850"/>
          <p14:tracePt t="50147" x="4000500" y="4006850"/>
          <p14:tracePt t="50165" x="4095750" y="4006850"/>
          <p14:tracePt t="50180" x="4171950" y="4006850"/>
          <p14:tracePt t="50196" x="4241800" y="4006850"/>
          <p14:tracePt t="50214" x="4311650" y="4006850"/>
          <p14:tracePt t="50229" x="4368800" y="4006850"/>
          <p14:tracePt t="50248" x="4476750" y="4006850"/>
          <p14:tracePt t="50264" x="4559300" y="4006850"/>
          <p14:tracePt t="50279" x="4648200" y="4006850"/>
          <p14:tracePt t="50296" x="4730750" y="3994150"/>
          <p14:tracePt t="50304" x="4775200" y="3987800"/>
          <p14:tracePt t="50313" x="4819650" y="3975100"/>
          <p14:tracePt t="50332" x="4889500" y="3968750"/>
          <p14:tracePt t="50346" x="4997450" y="3962400"/>
          <p14:tracePt t="50364" x="5054600" y="3956050"/>
          <p14:tracePt t="50382" x="5137150" y="3949700"/>
          <p14:tracePt t="50398" x="5207000" y="3943350"/>
          <p14:tracePt t="50415" x="5276850" y="3937000"/>
          <p14:tracePt t="50429" x="5334000" y="3937000"/>
          <p14:tracePt t="50446" x="5391150" y="3937000"/>
          <p14:tracePt t="50462" x="5473700" y="3937000"/>
          <p14:tracePt t="50480" x="5518150" y="3937000"/>
          <p14:tracePt t="50496" x="5575300" y="3930650"/>
          <p14:tracePt t="50513" x="5613400" y="3924300"/>
          <p14:tracePt t="50530" x="5651500" y="3917950"/>
          <p14:tracePt t="50546" x="5683250" y="3911600"/>
          <p14:tracePt t="50563" x="5721350" y="3905250"/>
          <p14:tracePt t="50580" x="5746750" y="3898900"/>
          <p14:tracePt t="50597" x="5772150" y="3892550"/>
          <p14:tracePt t="50614" x="5803900" y="3886200"/>
          <p14:tracePt t="50631" x="5867400" y="3879850"/>
          <p14:tracePt t="50648" x="5975350" y="3867150"/>
          <p14:tracePt t="50665" x="6045200" y="3860800"/>
          <p14:tracePt t="50679" x="6115050" y="3860800"/>
          <p14:tracePt t="50696" x="6172200" y="3860800"/>
          <p14:tracePt t="50713" x="6203950" y="3854450"/>
          <p14:tracePt t="50730" x="6235700" y="3854450"/>
          <p14:tracePt t="50747" x="6292850" y="3848100"/>
          <p14:tracePt t="50764" x="6413500" y="3841750"/>
          <p14:tracePt t="50780" x="6502400" y="3841750"/>
          <p14:tracePt t="50796" x="6578600" y="3841750"/>
          <p14:tracePt t="50813" x="6648450" y="3848100"/>
          <p14:tracePt t="50830" x="6711950" y="3854450"/>
          <p14:tracePt t="50846" x="6769100" y="3860800"/>
          <p14:tracePt t="50865" x="6819900" y="3873500"/>
          <p14:tracePt t="50882" x="6845300" y="3873500"/>
          <p14:tracePt t="50897" x="6870700" y="3873500"/>
          <p14:tracePt t="50914" x="6889750" y="3873500"/>
          <p14:tracePt t="50930" x="6908800" y="3873500"/>
          <p14:tracePt t="50946" x="6921500" y="3873500"/>
          <p14:tracePt t="50964" x="6946900" y="3886200"/>
          <p14:tracePt t="50979" x="6959600" y="3886200"/>
          <p14:tracePt t="50997" x="6965950" y="3886200"/>
          <p14:tracePt t="51012" x="6972300" y="3886200"/>
          <p14:tracePt t="51060" x="6985000" y="3886200"/>
          <p14:tracePt t="51069" x="6991350" y="3886200"/>
          <p14:tracePt t="51079" x="6997700" y="3886200"/>
          <p14:tracePt t="51096" x="7016750" y="3892550"/>
          <p14:tracePt t="51115" x="7035800" y="3892550"/>
          <p14:tracePt t="51132" x="7042150" y="3892550"/>
          <p14:tracePt t="51148" x="7061200" y="3892550"/>
          <p14:tracePt t="51166" x="7080250" y="3892550"/>
          <p14:tracePt t="51179" x="7118350" y="3892550"/>
          <p14:tracePt t="51196" x="7181850" y="3892550"/>
          <p14:tracePt t="51213" x="7251700" y="3892550"/>
          <p14:tracePt t="51229" x="7321550" y="3892550"/>
          <p14:tracePt t="51246" x="7385050" y="3892550"/>
          <p14:tracePt t="51264" x="7493000" y="3892550"/>
          <p14:tracePt t="51280" x="7524750" y="3892550"/>
          <p14:tracePt t="51296" x="7613650" y="3898900"/>
          <p14:tracePt t="51304" x="7639050" y="3898900"/>
          <p14:tracePt t="51313" x="7664450" y="3905250"/>
          <p14:tracePt t="51330" x="7708900" y="3917950"/>
          <p14:tracePt t="51347" x="7759700" y="3930650"/>
          <p14:tracePt t="51364" x="7842250" y="3956050"/>
          <p14:tracePt t="51381" x="7899400" y="3968750"/>
          <p14:tracePt t="51399" x="7962900" y="3981450"/>
          <p14:tracePt t="51415" x="7994650" y="3987800"/>
          <p14:tracePt t="51431" x="8013700" y="3994150"/>
          <p14:tracePt t="51446" x="8020050" y="3994150"/>
          <p14:tracePt t="51527" x="8013700" y="3994150"/>
          <p14:tracePt t="51539" x="8001000" y="4000500"/>
          <p14:tracePt t="51547" x="7975600" y="4013200"/>
          <p14:tracePt t="51563" x="7912100" y="4032250"/>
          <p14:tracePt t="51579" x="7791450" y="4057650"/>
          <p14:tracePt t="51597" x="7429500" y="4089400"/>
          <p14:tracePt t="51614" x="7105650" y="4114800"/>
          <p14:tracePt t="51631" x="6750050" y="4140200"/>
          <p14:tracePt t="51645" x="6400800" y="4121150"/>
          <p14:tracePt t="51662" x="6089650" y="4095750"/>
          <p14:tracePt t="51679" x="5721350" y="4051300"/>
          <p14:tracePt t="51696" x="5511800" y="4051300"/>
          <p14:tracePt t="51712" x="5232400" y="4089400"/>
          <p14:tracePt t="51729" x="4857750" y="4133850"/>
          <p14:tracePt t="51747" x="4502150" y="4159250"/>
          <p14:tracePt t="51763" x="4210050" y="4184650"/>
          <p14:tracePt t="51780" x="3943350" y="4197350"/>
          <p14:tracePt t="51797" x="3562350" y="4197350"/>
          <p14:tracePt t="51804" x="3422650" y="4197350"/>
          <p14:tracePt t="51818" x="3282950" y="4191000"/>
          <p14:tracePt t="51837" x="2806700" y="4197350"/>
          <p14:tracePt t="51857" x="2546350" y="4197350"/>
          <p14:tracePt t="51874" x="2330450" y="4210050"/>
          <p14:tracePt t="51890" x="2228850" y="4229100"/>
          <p14:tracePt t="51905" x="2171700" y="4254500"/>
          <p14:tracePt t="51925" x="2133600" y="4260850"/>
          <p14:tracePt t="51942" x="2095500" y="4260850"/>
          <p14:tracePt t="51953" x="2032000" y="4267200"/>
          <p14:tracePt t="51963" x="1993900" y="4267200"/>
          <p14:tracePt t="51981" x="1936750" y="4260850"/>
          <p14:tracePt t="51996" x="1917700" y="4260850"/>
          <p14:tracePt t="52071" x="1911350" y="4260850"/>
          <p14:tracePt t="52082" x="1905000" y="4267200"/>
          <p14:tracePt t="52096" x="1905000" y="4273550"/>
          <p14:tracePt t="52113" x="1905000" y="4279900"/>
          <p14:tracePt t="52130" x="1905000" y="4286250"/>
          <p14:tracePt t="52146" x="1905000" y="4292600"/>
          <p14:tracePt t="52165" x="1924050" y="4318000"/>
          <p14:tracePt t="52180" x="1943100" y="4337050"/>
          <p14:tracePt t="52196" x="1968500" y="4356100"/>
          <p14:tracePt t="52213" x="2000250" y="4375150"/>
          <p14:tracePt t="52230" x="2076450" y="4394200"/>
          <p14:tracePt t="52249" x="2184400" y="4425950"/>
          <p14:tracePt t="52264" x="2260600" y="4438650"/>
          <p14:tracePt t="52280" x="2355850" y="4451350"/>
          <p14:tracePt t="52296" x="2444750" y="4457700"/>
          <p14:tracePt t="52305" x="2476500" y="4457700"/>
          <p14:tracePt t="52313" x="2514600" y="4464050"/>
          <p14:tracePt t="52330" x="2584450" y="4464050"/>
          <p14:tracePt t="52347" x="2647950" y="4464050"/>
          <p14:tracePt t="52365" x="2749550" y="4464050"/>
          <p14:tracePt t="52383" x="2819400" y="4464050"/>
          <p14:tracePt t="52396" x="2889250" y="4464050"/>
          <p14:tracePt t="52413" x="2959100" y="4464050"/>
          <p14:tracePt t="52430" x="3028950" y="4457700"/>
          <p14:tracePt t="52446" x="3092450" y="4451350"/>
          <p14:tracePt t="52466" x="3187700" y="4445000"/>
          <p14:tracePt t="52479" x="3232150" y="4438650"/>
          <p14:tracePt t="52496" x="3251200" y="4432300"/>
          <p14:tracePt t="52514" x="3276600" y="4432300"/>
          <p14:tracePt t="52529" x="3295650" y="4432300"/>
          <p14:tracePt t="52546" x="3333750" y="4425950"/>
          <p14:tracePt t="52564" x="3441700" y="4406900"/>
          <p14:tracePt t="52580" x="3517900" y="4400550"/>
          <p14:tracePt t="52597" x="3594100" y="4394200"/>
          <p14:tracePt t="52614" x="3670300" y="4381500"/>
          <p14:tracePt t="52631" x="3740150" y="4375150"/>
          <p14:tracePt t="52649" x="3771900" y="4368800"/>
          <p14:tracePt t="52665" x="3790950" y="4368800"/>
          <p14:tracePt t="52680" x="3810000" y="4362450"/>
          <p14:tracePt t="52696" x="3841750" y="4356100"/>
          <p14:tracePt t="52713" x="3879850" y="4349750"/>
          <p14:tracePt t="52730" x="3949700" y="4349750"/>
          <p14:tracePt t="52746" x="4019550" y="4337050"/>
          <p14:tracePt t="52764" x="4121150" y="4330700"/>
          <p14:tracePt t="52780" x="4191000" y="4330700"/>
          <p14:tracePt t="52796" x="4260850" y="4330700"/>
          <p14:tracePt t="52814" x="4330700" y="4324350"/>
          <p14:tracePt t="52829" x="4394200" y="4324350"/>
          <p14:tracePt t="52848" x="4451350" y="4324350"/>
          <p14:tracePt t="52865" x="4533900" y="4330700"/>
          <p14:tracePt t="52882" x="4584700" y="4330700"/>
          <p14:tracePt t="52898" x="4641850" y="4330700"/>
          <p14:tracePt t="52915" x="4692650" y="4330700"/>
          <p14:tracePt t="52931" x="4762500" y="4337050"/>
          <p14:tracePt t="52946" x="4819650" y="4349750"/>
          <p14:tracePt t="52963" x="4864100" y="4349750"/>
          <p14:tracePt t="52980" x="4921250" y="4362450"/>
          <p14:tracePt t="52996" x="4946650" y="4368800"/>
          <p14:tracePt t="53014" x="4972050" y="4368800"/>
          <p14:tracePt t="53029" x="4991100" y="4368800"/>
          <p14:tracePt t="53046" x="5029200" y="4368800"/>
          <p14:tracePt t="53063" x="5067300" y="4368800"/>
          <p14:tracePt t="53080" x="5105400" y="4375150"/>
          <p14:tracePt t="53096" x="5149850" y="4375150"/>
          <p14:tracePt t="53114" x="5175250" y="4381500"/>
          <p14:tracePt t="53132" x="5194300" y="4381500"/>
          <p14:tracePt t="53147" x="5226050" y="4381500"/>
          <p14:tracePt t="53165" x="5245100" y="4387850"/>
          <p14:tracePt t="53181" x="5276850" y="4387850"/>
          <p14:tracePt t="53197" x="5340350" y="4394200"/>
          <p14:tracePt t="53214" x="5410200" y="4400550"/>
          <p14:tracePt t="53231" x="5486400" y="4406900"/>
          <p14:tracePt t="53246" x="5562600" y="4425950"/>
          <p14:tracePt t="53263" x="5632450" y="4432300"/>
          <p14:tracePt t="53280" x="5695950" y="4438650"/>
          <p14:tracePt t="53296" x="5746750" y="4438650"/>
          <p14:tracePt t="53313" x="5765800" y="4438650"/>
          <p14:tracePt t="53330" x="5797550" y="4438650"/>
          <p14:tracePt t="53346" x="5816600" y="4438650"/>
          <p14:tracePt t="53365" x="5842000" y="4438650"/>
          <p14:tracePt t="53382" x="5854700" y="4438650"/>
          <p14:tracePt t="53398" x="5873750" y="4438650"/>
          <p14:tracePt t="53415" x="5892800" y="4438650"/>
          <p14:tracePt t="53432" x="5899150" y="4438650"/>
          <p14:tracePt t="53448" x="5905500" y="4438650"/>
          <p14:tracePt t="53739" x="5899150" y="4438650"/>
          <p14:tracePt t="53754" x="5886450" y="4438650"/>
          <p14:tracePt t="53762" x="5873750" y="4438650"/>
          <p14:tracePt t="53772" x="5854700" y="4445000"/>
          <p14:tracePt t="53783" x="5778500" y="4470400"/>
          <p14:tracePt t="53798" x="5734050" y="4476750"/>
          <p14:tracePt t="53803" x="5683250" y="4489450"/>
          <p14:tracePt t="53815" x="5575300" y="4514850"/>
          <p14:tracePt t="53830" x="5441950" y="4527550"/>
          <p14:tracePt t="53846" x="5295900" y="4546600"/>
          <p14:tracePt t="53865" x="5143500" y="4552950"/>
          <p14:tracePt t="53882" x="4991100" y="4572000"/>
          <p14:tracePt t="53898" x="4819650" y="4597400"/>
          <p14:tracePt t="53916" x="4565650" y="4641850"/>
          <p14:tracePt t="53932" x="4356100" y="4667250"/>
          <p14:tracePt t="53947" x="4108450" y="4686300"/>
          <p14:tracePt t="53963" x="3835400" y="4711700"/>
          <p14:tracePt t="53980" x="3562350" y="4743450"/>
          <p14:tracePt t="53996" x="3365500" y="4743450"/>
          <p14:tracePt t="54014" x="3098800" y="4749800"/>
          <p14:tracePt t="54030" x="2927350" y="4756150"/>
          <p14:tracePt t="54046" x="2755900" y="4768850"/>
          <p14:tracePt t="54063" x="2628900" y="4781550"/>
          <p14:tracePt t="54079" x="2533650" y="4800600"/>
          <p14:tracePt t="54097" x="2463800" y="4826000"/>
          <p14:tracePt t="54115" x="2368550" y="4851400"/>
          <p14:tracePt t="54131" x="2317750" y="4851400"/>
          <p14:tracePt t="54148" x="2292350" y="4864100"/>
          <p14:tracePt t="54164" x="2273300" y="4870450"/>
          <p14:tracePt t="54180" x="2254250" y="4870450"/>
          <p14:tracePt t="54198" x="2235200" y="4870450"/>
          <p14:tracePt t="54214" x="2228850" y="4870450"/>
          <p14:tracePt t="54230" x="2216150" y="4870450"/>
          <p14:tracePt t="54246" x="2209800" y="4876800"/>
          <p14:tracePt t="54264" x="2178050" y="4883150"/>
          <p14:tracePt t="54280" x="2152650" y="4895850"/>
          <p14:tracePt t="54296" x="2139950" y="4895850"/>
          <p14:tracePt t="54389" x="2152650" y="4895850"/>
          <p14:tracePt t="54405" x="2159000" y="4895850"/>
          <p14:tracePt t="54421" x="2178050" y="4883150"/>
          <p14:tracePt t="54431" x="2184400" y="4883150"/>
          <p14:tracePt t="54446" x="2197100" y="4876800"/>
          <p14:tracePt t="54463" x="2209800" y="4864100"/>
          <p14:tracePt t="54479" x="2235200" y="4851400"/>
          <p14:tracePt t="54496" x="2241550" y="4851400"/>
          <p14:tracePt t="54513" x="2247900" y="4851400"/>
          <p14:tracePt t="54574" x="2247900" y="4845050"/>
          <p14:tracePt t="54583" x="2254250" y="4845050"/>
          <p14:tracePt t="54598" x="2273300" y="4838700"/>
          <p14:tracePt t="54615" x="2286000" y="4832350"/>
          <p14:tracePt t="54631" x="2330450" y="4826000"/>
          <p14:tracePt t="54648" x="2381250" y="4826000"/>
          <p14:tracePt t="54665" x="2457450" y="4819650"/>
          <p14:tracePt t="54681" x="2527300" y="4813300"/>
          <p14:tracePt t="54697" x="2622550" y="4813300"/>
          <p14:tracePt t="54713" x="2711450" y="4819650"/>
          <p14:tracePt t="54731" x="2794000" y="4826000"/>
          <p14:tracePt t="54746" x="2908300" y="4838700"/>
          <p14:tracePt t="54764" x="2984500" y="4845050"/>
          <p14:tracePt t="54780" x="3041650" y="4845050"/>
          <p14:tracePt t="54796" x="3105150" y="4851400"/>
          <p14:tracePt t="54803" x="3130550" y="4857750"/>
          <p14:tracePt t="54813" x="3168650" y="4864100"/>
          <p14:tracePt t="54830" x="3238500" y="4876800"/>
          <p14:tracePt t="54848" x="3397250" y="4914900"/>
          <p14:tracePt t="54865" x="3511550" y="4933950"/>
          <p14:tracePt t="54882" x="3625850" y="4940300"/>
          <p14:tracePt t="54898" x="3721100" y="4940300"/>
          <p14:tracePt t="54914" x="3790950" y="4940300"/>
          <p14:tracePt t="54931" x="3848100" y="4940300"/>
          <p14:tracePt t="54948" x="3879850" y="4927600"/>
          <p14:tracePt t="54964" x="3905250" y="4927600"/>
          <p14:tracePt t="54980" x="3924300" y="4921250"/>
          <p14:tracePt t="54997" x="3937000" y="4914900"/>
          <p14:tracePt t="55013" x="3968750" y="4902200"/>
          <p14:tracePt t="55030" x="4013200" y="4889500"/>
          <p14:tracePt t="55046" x="4083050" y="4883150"/>
          <p14:tracePt t="55063" x="4191000" y="4876800"/>
          <p14:tracePt t="55081" x="4260850" y="4870450"/>
          <p14:tracePt t="55096" x="4324350" y="4864100"/>
          <p14:tracePt t="55115" x="4387850" y="4864100"/>
          <p14:tracePt t="55132" x="4445000" y="4864100"/>
          <p14:tracePt t="55148" x="4521200" y="4864100"/>
          <p14:tracePt t="55164" x="4591050" y="4870450"/>
          <p14:tracePt t="55180" x="4648200" y="4876800"/>
          <p14:tracePt t="55196" x="4686300" y="4876800"/>
          <p14:tracePt t="55214" x="4705350" y="4876800"/>
          <p14:tracePt t="55231" x="4724400" y="4883150"/>
          <p14:tracePt t="55248" x="4749800" y="4883150"/>
          <p14:tracePt t="55264" x="4762500" y="4883150"/>
          <p14:tracePt t="55280" x="4781550" y="4883150"/>
          <p14:tracePt t="55297" x="4800600" y="4883150"/>
          <p14:tracePt t="55303" x="4806950" y="4883150"/>
          <p14:tracePt t="55313" x="4826000" y="4883150"/>
          <p14:tracePt t="55332" x="4876800" y="4895850"/>
          <p14:tracePt t="55348" x="4908550" y="4895850"/>
          <p14:tracePt t="55365" x="4940300" y="4902200"/>
          <p14:tracePt t="55383" x="4953000" y="4902200"/>
          <p14:tracePt t="55396" x="4965700" y="4902200"/>
          <p14:tracePt t="55414" x="4972050" y="4902200"/>
          <p14:tracePt t="55429" x="4978400" y="4902200"/>
          <p14:tracePt t="55446" x="4997450" y="4902200"/>
          <p14:tracePt t="55464" x="5029200" y="4902200"/>
          <p14:tracePt t="55479" x="5048250" y="4908550"/>
          <p14:tracePt t="55496" x="5067300" y="4908550"/>
          <p14:tracePt t="55514" x="5080000" y="4908550"/>
          <p14:tracePt t="55530" x="5099050" y="4908550"/>
          <p14:tracePt t="55546" x="5111750" y="4908550"/>
          <p14:tracePt t="55564" x="5143500" y="4908550"/>
          <p14:tracePt t="55579" x="5168900" y="4908550"/>
          <p14:tracePt t="55596" x="5207000" y="4914900"/>
          <p14:tracePt t="55614" x="5245100" y="4921250"/>
          <p14:tracePt t="55632" x="5289550" y="4921250"/>
          <p14:tracePt t="55648" x="5346700" y="4927600"/>
          <p14:tracePt t="55664" x="5365750" y="4927600"/>
          <p14:tracePt t="55681" x="5378450" y="4933950"/>
          <p14:tracePt t="55697" x="5391150" y="4933950"/>
          <p14:tracePt t="55713" x="5410200" y="4933950"/>
          <p14:tracePt t="55730" x="5422900" y="4940300"/>
          <p14:tracePt t="55746" x="5441950" y="4946650"/>
          <p14:tracePt t="55764" x="5473700" y="4946650"/>
          <p14:tracePt t="55779" x="5505450" y="4953000"/>
          <p14:tracePt t="55797" x="5537200" y="4959350"/>
          <p14:tracePt t="55814" x="5562600" y="4959350"/>
          <p14:tracePt t="55830" x="5581650" y="4965700"/>
          <p14:tracePt t="55849" x="5600700" y="4965700"/>
          <p14:tracePt t="55865" x="5626100" y="4965700"/>
          <p14:tracePt t="55881" x="5638800" y="4965700"/>
          <p14:tracePt t="55898" x="5670550" y="4959350"/>
          <p14:tracePt t="55915" x="5702300" y="4953000"/>
          <p14:tracePt t="55930" x="5721350" y="4953000"/>
          <p14:tracePt t="55946" x="5759450" y="4940300"/>
          <p14:tracePt t="55963" x="5784850" y="4933950"/>
          <p14:tracePt t="55980" x="5835650" y="4914900"/>
          <p14:tracePt t="55996" x="5886450" y="4908550"/>
          <p14:tracePt t="56013" x="5930900" y="4889500"/>
          <p14:tracePt t="56030" x="5981700" y="4876800"/>
          <p14:tracePt t="56046" x="6026150" y="4870450"/>
          <p14:tracePt t="56064" x="6083300" y="4857750"/>
          <p14:tracePt t="56081" x="6172200" y="4838700"/>
          <p14:tracePt t="56098" x="6242050" y="4826000"/>
          <p14:tracePt t="56114" x="6305550" y="4813300"/>
          <p14:tracePt t="56132" x="6362700" y="4794250"/>
          <p14:tracePt t="56148" x="6400800" y="4787900"/>
          <p14:tracePt t="56165" x="6457950" y="4775200"/>
          <p14:tracePt t="56180" x="6565900" y="4749800"/>
          <p14:tracePt t="56196" x="6654800" y="4743450"/>
          <p14:tracePt t="56213" x="6731000" y="4737100"/>
          <p14:tracePt t="56230" x="6807200" y="4730750"/>
          <p14:tracePt t="56246" x="6870700" y="4730750"/>
          <p14:tracePt t="56263" x="6915150" y="4730750"/>
          <p14:tracePt t="56280" x="6965950" y="4730750"/>
          <p14:tracePt t="56296" x="7029450" y="4730750"/>
          <p14:tracePt t="56313" x="7073900" y="4730750"/>
          <p14:tracePt t="56331" x="7124700" y="4724400"/>
          <p14:tracePt t="56346" x="7156450" y="4724400"/>
          <p14:tracePt t="56364" x="7175500" y="4718050"/>
          <p14:tracePt t="56383" x="7188200" y="4718050"/>
          <p14:tracePt t="56397" x="7207250" y="4711700"/>
          <p14:tracePt t="56415" x="7219950" y="4711700"/>
          <p14:tracePt t="56430" x="7239000" y="4699000"/>
          <p14:tracePt t="56447" x="7251700" y="4699000"/>
          <p14:tracePt t="56480" x="7258050" y="4699000"/>
          <p14:tracePt t="56511" x="7264400" y="4699000"/>
          <p14:tracePt t="56529" x="7264400" y="4692650"/>
          <p14:tracePt t="56573" x="7270750" y="4692650"/>
          <p14:tracePt t="56591" x="7277100" y="4692650"/>
          <p14:tracePt t="56603" x="7283450" y="4692650"/>
          <p14:tracePt t="56618" x="7289800" y="4692650"/>
          <p14:tracePt t="56632" x="7296150" y="4692650"/>
          <p14:tracePt t="56648" x="7308850" y="4686300"/>
          <p14:tracePt t="56665" x="7334250" y="4686300"/>
          <p14:tracePt t="56680" x="7346950" y="4686300"/>
          <p14:tracePt t="56698" x="7366000" y="4679950"/>
          <p14:tracePt t="56713" x="7391400" y="4679950"/>
          <p14:tracePt t="56729" x="7416800" y="4679950"/>
          <p14:tracePt t="56746" x="7448550" y="4679950"/>
          <p14:tracePt t="56764" x="7499350" y="4679950"/>
          <p14:tracePt t="56780" x="7537450" y="4679950"/>
          <p14:tracePt t="56797" x="7588250" y="4679950"/>
          <p14:tracePt t="56803" x="7613650" y="4679950"/>
          <p14:tracePt t="56814" x="7639050" y="4679950"/>
          <p14:tracePt t="56832" x="7715250" y="4686300"/>
          <p14:tracePt t="56848" x="7785100" y="4699000"/>
          <p14:tracePt t="56865" x="7893050" y="4724400"/>
          <p14:tracePt t="56883" x="7950200" y="4737100"/>
          <p14:tracePt t="56899" x="7981950" y="4743450"/>
          <p14:tracePt t="56915" x="7994650" y="4749800"/>
          <p14:tracePt t="56932" x="8013700" y="4756150"/>
          <p14:tracePt t="56948" x="8032750" y="4756150"/>
          <p14:tracePt t="56966" x="8051800" y="4756150"/>
          <p14:tracePt t="56983" x="8064500" y="4756150"/>
          <p14:tracePt t="57304" x="8064500" y="4768850"/>
          <p14:tracePt t="57311" x="8070850" y="4787900"/>
          <p14:tracePt t="57319" x="8083550" y="4819650"/>
          <p14:tracePt t="57329" x="8083550" y="4838700"/>
          <p14:tracePt t="57346" x="8013700" y="4870450"/>
          <p14:tracePt t="57365" x="8007350" y="4876800"/>
          <p14:tracePt t="57559" x="8001000" y="4876800"/>
          <p14:tracePt t="57589" x="7956550" y="4870450"/>
          <p14:tracePt t="57600" x="7893050" y="4870450"/>
          <p14:tracePt t="57607" x="7842250" y="4864100"/>
          <p14:tracePt t="57615" x="7791450" y="4851400"/>
          <p14:tracePt t="57630" x="7683500" y="4838700"/>
          <p14:tracePt t="57647" x="7537450" y="4813300"/>
          <p14:tracePt t="57665" x="7372350" y="4781550"/>
          <p14:tracePt t="57680" x="7188200" y="4756150"/>
          <p14:tracePt t="57696" x="6972300" y="4699000"/>
          <p14:tracePt t="57714" x="6858000" y="4673600"/>
          <p14:tracePt t="57730" x="6756400" y="4648200"/>
          <p14:tracePt t="57746" x="6597650" y="4610100"/>
          <p14:tracePt t="57763" x="6394450" y="4552950"/>
          <p14:tracePt t="57780" x="6159500" y="4495800"/>
          <p14:tracePt t="57796" x="5835650" y="4413250"/>
          <p14:tracePt t="57813" x="5581650" y="4362450"/>
          <p14:tracePt t="57830" x="5353050" y="4330700"/>
          <p14:tracePt t="57849" x="5181600" y="4298950"/>
          <p14:tracePt t="57864" x="5035550" y="4273550"/>
          <p14:tracePt t="57883" x="4813300" y="4222750"/>
          <p14:tracePt t="57898" x="4686300" y="4197350"/>
          <p14:tracePt t="57915" x="4546600" y="4171950"/>
          <p14:tracePt t="57929" x="4406900" y="4140200"/>
          <p14:tracePt t="57946" x="4305300" y="4114800"/>
          <p14:tracePt t="57963" x="4222750" y="4089400"/>
          <p14:tracePt t="57981" x="4191000" y="4076700"/>
          <p14:tracePt t="57998" x="4178300" y="4064000"/>
          <p14:tracePt t="58014" x="4171950" y="4064000"/>
          <p14:tracePt t="58048" x="4165600" y="4044950"/>
          <p14:tracePt t="58064" x="4165600" y="4032250"/>
          <p14:tracePt t="58080" x="4165600" y="4019550"/>
          <p14:tracePt t="58098" x="4165600" y="4000500"/>
          <p14:tracePt t="58114" x="4171950" y="3981450"/>
          <p14:tracePt t="58132" x="4184650" y="3962400"/>
          <p14:tracePt t="58148" x="4191000" y="3943350"/>
          <p14:tracePt t="58165" x="4197350" y="3937000"/>
          <p14:tracePt t="59459" x="4203700" y="3930650"/>
          <p14:tracePt t="59464" x="4210050" y="3930650"/>
          <p14:tracePt t="59475" x="4216400" y="3930650"/>
          <p14:tracePt t="59605" x="4222750" y="3930650"/>
          <p14:tracePt t="59614" x="4229100" y="3943350"/>
          <p14:tracePt t="59631" x="4248150" y="3962400"/>
          <p14:tracePt t="59648" x="4267200" y="3975100"/>
          <p14:tracePt t="59664" x="4286250" y="3987800"/>
          <p14:tracePt t="59679" x="4305300" y="4000500"/>
          <p14:tracePt t="59697" x="4318000" y="4000500"/>
          <p14:tracePt t="59715" x="4362450" y="4000500"/>
          <p14:tracePt t="59733" x="4400550" y="3994150"/>
          <p14:tracePt t="59746" x="4464050" y="3987800"/>
          <p14:tracePt t="59763" x="4527550" y="3981450"/>
          <p14:tracePt t="59782" x="4597400" y="3975100"/>
          <p14:tracePt t="59797" x="4654550" y="3975100"/>
          <p14:tracePt t="59803" x="4673600" y="3975100"/>
          <p14:tracePt t="59815" x="4718050" y="3968750"/>
          <p14:tracePt t="59831" x="4781550" y="3968750"/>
          <p14:tracePt t="59847" x="4857750" y="3968750"/>
          <p14:tracePt t="59865" x="4933950" y="3962400"/>
          <p14:tracePt t="59882" x="5048250" y="3930650"/>
          <p14:tracePt t="59899" x="5175250" y="3905250"/>
          <p14:tracePt t="59915" x="5410200" y="3879850"/>
          <p14:tracePt t="59930" x="5518150" y="3873500"/>
          <p14:tracePt t="59948" x="5568950" y="3867150"/>
          <p14:tracePt t="59964" x="5575300" y="3867150"/>
          <p14:tracePt t="60076" x="5568950" y="3867150"/>
          <p14:tracePt t="60086" x="5556250" y="3873500"/>
          <p14:tracePt t="60096" x="5543550" y="3886200"/>
          <p14:tracePt t="60115" x="5524500" y="3898900"/>
          <p14:tracePt t="60132" x="5505450" y="3905250"/>
          <p14:tracePt t="60148" x="5467350" y="3917950"/>
          <p14:tracePt t="60165" x="5403850" y="3930650"/>
          <p14:tracePt t="60181" x="5283200" y="3956050"/>
          <p14:tracePt t="60198" x="5194300" y="3975100"/>
          <p14:tracePt t="60215" x="5092700" y="3994150"/>
          <p14:tracePt t="60233" x="4972050" y="4013200"/>
          <p14:tracePt t="60247" x="4857750" y="4032250"/>
          <p14:tracePt t="60265" x="4737100" y="4044950"/>
          <p14:tracePt t="60280" x="4584700" y="4064000"/>
          <p14:tracePt t="60298" x="4476750" y="4089400"/>
          <p14:tracePt t="60302" x="4432300" y="4102100"/>
          <p14:tracePt t="60313" x="4381500" y="4114800"/>
          <p14:tracePt t="60329" x="4279900" y="4140200"/>
          <p14:tracePt t="60346" x="4184650" y="4165600"/>
          <p14:tracePt t="60363" x="4127500" y="4178300"/>
          <p14:tracePt t="60381" x="4083050" y="4184650"/>
          <p14:tracePt t="60397" x="4038600" y="4203700"/>
          <p14:tracePt t="60413" x="4019550" y="4216400"/>
          <p14:tracePt t="60430" x="4000500" y="4229100"/>
          <p14:tracePt t="60447" x="3981450" y="4235450"/>
          <p14:tracePt t="60462" x="3937000" y="4254500"/>
          <p14:tracePt t="60482" x="3879850" y="4279900"/>
          <p14:tracePt t="60497" x="3778250" y="4311650"/>
          <p14:tracePt t="60512" x="3733800" y="4324350"/>
          <p14:tracePt t="60529" x="3702050" y="4330700"/>
          <p14:tracePt t="60546" x="3689350" y="4337050"/>
          <p14:tracePt t="60563" x="3683000" y="4337050"/>
          <p14:tracePt t="60599" x="3676650" y="4337050"/>
          <p14:tracePt t="60613" x="3663950" y="4337050"/>
          <p14:tracePt t="60631" x="3651250" y="4337050"/>
          <p14:tracePt t="60646" x="3644900" y="4337050"/>
          <p14:tracePt t="60663" x="3638550" y="4330700"/>
          <p14:tracePt t="60696" x="3638550" y="4324350"/>
          <p14:tracePt t="60836" x="3638550" y="4318000"/>
          <p14:tracePt t="60866" x="3638550" y="4311650"/>
          <p14:tracePt t="60875" x="3632200" y="4311650"/>
          <p14:tracePt t="60886" x="3632200" y="4305300"/>
          <p14:tracePt t="60899" x="3632200" y="4298950"/>
          <p14:tracePt t="60994" x="3625850" y="4298950"/>
          <p14:tracePt t="61131" x="3625850" y="4292600"/>
          <p14:tracePt t="61137" x="3644900" y="4279900"/>
          <p14:tracePt t="61146" x="3676650" y="4267200"/>
          <p14:tracePt t="61164" x="3797300" y="4241800"/>
          <p14:tracePt t="61180" x="4038600" y="4216400"/>
          <p14:tracePt t="61197" x="4349750" y="4222750"/>
          <p14:tracePt t="61214" x="4800600" y="4248150"/>
          <p14:tracePt t="61231" x="4984750" y="4260850"/>
          <p14:tracePt t="61247" x="5156200" y="4279900"/>
          <p14:tracePt t="61263" x="5289550" y="4298950"/>
          <p14:tracePt t="61281" x="5403850" y="4305300"/>
          <p14:tracePt t="61297" x="5562600" y="4305300"/>
          <p14:tracePt t="61298" x="5645150" y="4305300"/>
          <p14:tracePt t="61313" x="5816600" y="4318000"/>
          <p14:tracePt t="61329" x="5981700" y="4343400"/>
          <p14:tracePt t="61347" x="6096000" y="4356100"/>
          <p14:tracePt t="61363" x="6165850" y="4362450"/>
          <p14:tracePt t="61380" x="6203950" y="4368800"/>
          <p14:tracePt t="61397" x="6210300" y="4368800"/>
          <p14:tracePt t="61644" x="6210300" y="4375150"/>
          <p14:tracePt t="61740" x="6203950" y="4375150"/>
          <p14:tracePt t="61800" x="6197600" y="4375150"/>
          <p14:tracePt t="61860" x="6191250" y="4375150"/>
          <p14:tracePt t="61881" x="6184900" y="4375150"/>
          <p14:tracePt t="61891" x="6184900" y="4381500"/>
          <p14:tracePt t="61904" x="6172200" y="4387850"/>
          <p14:tracePt t="61914" x="6165850" y="4394200"/>
          <p14:tracePt t="61932" x="6121400" y="4406900"/>
          <p14:tracePt t="61949" x="6038850" y="4432300"/>
          <p14:tracePt t="61965" x="5822950" y="4470400"/>
          <p14:tracePt t="61983" x="5575300" y="4495800"/>
          <p14:tracePt t="61996" x="5308600" y="4502150"/>
          <p14:tracePt t="62014" x="5048250" y="4502150"/>
          <p14:tracePt t="62031" x="4724400" y="4533900"/>
          <p14:tracePt t="62049" x="4286250" y="4584700"/>
          <p14:tracePt t="62064" x="4057650" y="4610100"/>
          <p14:tracePt t="62080" x="3860800" y="4641850"/>
          <p14:tracePt t="62099" x="3702050" y="4654550"/>
          <p14:tracePt t="62115" x="3581400" y="4660900"/>
          <p14:tracePt t="62132" x="3479800" y="4667250"/>
          <p14:tracePt t="62149" x="3333750" y="4667250"/>
          <p14:tracePt t="62165" x="3238500" y="4667250"/>
          <p14:tracePt t="62181" x="3162300" y="4667250"/>
          <p14:tracePt t="62198" x="3073400" y="4679950"/>
          <p14:tracePt t="62215" x="2997200" y="4699000"/>
          <p14:tracePt t="62232" x="2933700" y="4718050"/>
          <p14:tracePt t="62249" x="2889250" y="4737100"/>
          <p14:tracePt t="62264" x="2876550" y="4749800"/>
          <p14:tracePt t="62280" x="2870200" y="4762500"/>
          <p14:tracePt t="62296" x="2857500" y="4762500"/>
          <p14:tracePt t="62302" x="2857500" y="4768850"/>
          <p14:tracePt t="62313" x="2851150" y="4768850"/>
          <p14:tracePt t="62330" x="2844800" y="4775200"/>
          <p14:tracePt t="62349" x="2838450" y="4775200"/>
          <p14:tracePt t="62538" x="2844800" y="4775200"/>
          <p14:tracePt t="62766" x="2851150" y="4775200"/>
          <p14:tracePt t="62775" x="2857500" y="4768850"/>
          <p14:tracePt t="62787" x="2870200" y="4768850"/>
          <p14:tracePt t="62803" x="2959100" y="4762500"/>
          <p14:tracePt t="62814" x="3098800" y="4787900"/>
          <p14:tracePt t="62829" x="3390900" y="4832350"/>
          <p14:tracePt t="62848" x="3784600" y="4940300"/>
          <p14:tracePt t="62864" x="4260850" y="5048250"/>
          <p14:tracePt t="62881" x="4787900" y="5118100"/>
          <p14:tracePt t="62898" x="5080000" y="5156200"/>
          <p14:tracePt t="62916" x="5365750" y="5168900"/>
          <p14:tracePt t="62930" x="5626100" y="5162550"/>
          <p14:tracePt t="62949" x="5822950" y="5143500"/>
          <p14:tracePt t="62964" x="5962650" y="5118100"/>
          <p14:tracePt t="62983" x="6064250" y="5080000"/>
          <p14:tracePt t="62996" x="6076950" y="5060950"/>
          <p14:tracePt t="63012" x="6076950" y="5048250"/>
          <p14:tracePt t="63029" x="6070600" y="5041900"/>
          <p14:tracePt t="63046" x="6051550" y="5035550"/>
          <p14:tracePt t="63063" x="6045200" y="5035550"/>
          <p14:tracePt t="63092" x="6045200" y="5041900"/>
          <p14:tracePt t="63099" x="6045200" y="5054600"/>
          <p14:tracePt t="63113" x="6045200" y="5060950"/>
          <p14:tracePt t="63130" x="6038850" y="5092700"/>
          <p14:tracePt t="63147" x="6057900" y="5149850"/>
          <p14:tracePt t="63164" x="6108700" y="5168900"/>
          <p14:tracePt t="63181" x="6210300" y="5181600"/>
          <p14:tracePt t="63197" x="6362700" y="5181600"/>
          <p14:tracePt t="63214" x="6515100" y="5162550"/>
          <p14:tracePt t="63231" x="6629400" y="5124450"/>
          <p14:tracePt t="63247" x="6705600" y="5016500"/>
          <p14:tracePt t="63263" x="6705600" y="4946650"/>
          <p14:tracePt t="63279" x="6692900" y="4921250"/>
          <p14:tracePt t="63296" x="6648450" y="4908550"/>
          <p14:tracePt t="63300" x="6642100" y="4902200"/>
          <p14:tracePt t="63313" x="6635750" y="4902200"/>
          <p14:tracePt t="63330" x="6623050" y="4902200"/>
          <p14:tracePt t="63349" x="6642100" y="4908550"/>
          <p14:tracePt t="63364" x="6699250" y="4933950"/>
          <p14:tracePt t="63382" x="6781800" y="4959350"/>
          <p14:tracePt t="63397" x="6870700" y="4978400"/>
          <p14:tracePt t="63414" x="6997700" y="4984750"/>
          <p14:tracePt t="63430" x="7061200" y="4978400"/>
          <p14:tracePt t="63447" x="7080250" y="4965700"/>
          <p14:tracePt t="63482" x="7073900" y="4965700"/>
          <p14:tracePt t="63497" x="7067550" y="4965700"/>
          <p14:tracePt t="63548" x="7073900" y="4965700"/>
          <p14:tracePt t="63556" x="7080250" y="4965700"/>
          <p14:tracePt t="63569" x="7086600" y="4959350"/>
          <p14:tracePt t="63603" x="7092950" y="4959350"/>
          <p14:tracePt t="63609" x="7092950" y="4953000"/>
          <p14:tracePt t="63618" x="7092950" y="4946650"/>
          <p14:tracePt t="63632" x="7105650" y="4946650"/>
          <p14:tracePt t="63648" x="7112000" y="4933950"/>
          <p14:tracePt t="63665" x="7131050" y="4921250"/>
          <p14:tracePt t="63680" x="7156450" y="4908550"/>
          <p14:tracePt t="63699" x="7175500" y="4895850"/>
          <p14:tracePt t="63713" x="7188200" y="4895850"/>
          <p14:tracePt t="63730" x="7194550" y="4895850"/>
          <p14:tracePt t="63804" x="7181850" y="4895850"/>
          <p14:tracePt t="63809" x="7169150" y="4895850"/>
          <p14:tracePt t="63818" x="7143750" y="4895850"/>
          <p14:tracePt t="63829" x="7042150" y="4889500"/>
          <p14:tracePt t="63848" x="6864350" y="4883150"/>
          <p14:tracePt t="63865" x="6686550" y="4864100"/>
          <p14:tracePt t="63882" x="6553200" y="4857750"/>
          <p14:tracePt t="63898" x="6521450" y="4857750"/>
          <p14:tracePt t="63932" x="6534150" y="4876800"/>
          <p14:tracePt t="63948" x="6559550" y="4889500"/>
          <p14:tracePt t="63965" x="6610350" y="4914900"/>
          <p14:tracePt t="63980" x="6648450" y="4921250"/>
          <p14:tracePt t="63999" x="6756400" y="4927600"/>
          <p14:tracePt t="64014" x="6813550" y="4927600"/>
          <p14:tracePt t="64030" x="6838950" y="4914900"/>
          <p14:tracePt t="64048" x="6845300" y="4902200"/>
          <p14:tracePt t="64063" x="6845300" y="4889500"/>
          <p14:tracePt t="64080" x="6813550" y="4883150"/>
          <p14:tracePt t="64099" x="6737350" y="4876800"/>
          <p14:tracePt t="64115" x="6610350" y="4883150"/>
          <p14:tracePt t="64132" x="6572250" y="4902200"/>
          <p14:tracePt t="64149" x="6565900" y="4921250"/>
          <p14:tracePt t="64165" x="6578600" y="4933950"/>
          <p14:tracePt t="64182" x="6642100" y="4946650"/>
          <p14:tracePt t="64196" x="6750050" y="4953000"/>
          <p14:tracePt t="64215" x="6889750" y="4953000"/>
          <p14:tracePt t="64230" x="6915150" y="4946650"/>
          <p14:tracePt t="64266" x="6902450" y="4946650"/>
          <p14:tracePt t="64280" x="6858000" y="4946650"/>
          <p14:tracePt t="64297" x="6813550" y="4946650"/>
          <p14:tracePt t="64304" x="6800850" y="4946650"/>
          <p14:tracePt t="64344" x="6807200" y="4940300"/>
          <p14:tracePt t="64356" x="6813550" y="4933950"/>
          <p14:tracePt t="64365" x="6826250" y="4933950"/>
          <p14:tracePt t="64382" x="6851650" y="4921250"/>
          <p14:tracePt t="64396" x="6851650" y="4914900"/>
          <p14:tracePt t="64463" x="6838950" y="4921250"/>
          <p14:tracePt t="64473" x="6756400" y="4946650"/>
          <p14:tracePt t="64485" x="6686550" y="4953000"/>
          <p14:tracePt t="64497" x="6521450" y="4953000"/>
          <p14:tracePt t="64514" x="6330950" y="4953000"/>
          <p14:tracePt t="64530" x="6070600" y="4927600"/>
          <p14:tracePt t="64546" x="5784850" y="4914900"/>
          <p14:tracePt t="64564" x="5530850" y="4889500"/>
          <p14:tracePt t="64580" x="5359400" y="4864100"/>
          <p14:tracePt t="64598" x="5238750" y="4832350"/>
          <p14:tracePt t="64615" x="5226050" y="4826000"/>
          <p14:tracePt t="64632" x="5213350" y="4826000"/>
          <p14:tracePt t="64692" x="5207000" y="4826000"/>
          <p14:tracePt t="64702" x="5200650" y="4819650"/>
          <p14:tracePt t="64715" x="5181600" y="4806950"/>
          <p14:tracePt t="64732" x="5168900" y="4800600"/>
          <p14:tracePt t="64747" x="5162550" y="4794250"/>
          <p14:tracePt t="64763" x="5149850" y="4787900"/>
          <p14:tracePt t="65005" x="5143500" y="4787900"/>
          <p14:tracePt t="65024" x="5137150" y="4787900"/>
          <p14:tracePt t="65032" x="5130800" y="4794250"/>
          <p14:tracePt t="65046" x="5105400" y="4800600"/>
          <p14:tracePt t="65064" x="5086350" y="4813300"/>
          <p14:tracePt t="65079" x="5067300" y="4819650"/>
          <p14:tracePt t="65098" x="5041900" y="4826000"/>
          <p14:tracePt t="65114" x="5029200" y="4826000"/>
          <p14:tracePt t="65130" x="5022850" y="4826000"/>
          <p14:tracePt t="65148" x="5016500" y="4826000"/>
          <p14:tracePt t="65166" x="5003800" y="4826000"/>
          <p14:tracePt t="65180" x="4991100" y="4826000"/>
          <p14:tracePt t="65199" x="4984750" y="4826000"/>
          <p14:tracePt t="65214" x="4972050" y="4826000"/>
          <p14:tracePt t="65232" x="4965700" y="4826000"/>
          <p14:tracePt t="65248" x="4953000" y="4826000"/>
          <p14:tracePt t="65264" x="4953000" y="4819650"/>
          <p14:tracePt t="65280" x="4946650" y="4819650"/>
          <p14:tracePt t="65327" x="4940300" y="4819650"/>
          <p14:tracePt t="65345" x="4933950" y="4819650"/>
          <p14:tracePt t="65360" x="4927600" y="4813300"/>
          <p14:tracePt t="65370" x="4921250" y="4806950"/>
          <p14:tracePt t="65383" x="4914900" y="4806950"/>
          <p14:tracePt t="65403" x="4914900" y="4800600"/>
          <p14:tracePt t="65444" x="4914900" y="4794250"/>
          <p14:tracePt t="65459" x="4914900" y="4787900"/>
          <p14:tracePt t="65478" x="4927600" y="4775200"/>
          <p14:tracePt t="65487" x="4940300" y="4762500"/>
          <p14:tracePt t="65496" x="4953000" y="4749800"/>
          <p14:tracePt t="65513" x="4972050" y="4737100"/>
          <p14:tracePt t="65530" x="4997450" y="4724400"/>
          <p14:tracePt t="65548" x="5022850" y="4711700"/>
          <p14:tracePt t="65564" x="5041900" y="4699000"/>
          <p14:tracePt t="65580" x="5060950" y="4699000"/>
          <p14:tracePt t="65596" x="5073650" y="4692650"/>
          <p14:tracePt t="65615" x="5086350" y="4692650"/>
          <p14:tracePt t="65632" x="5099050" y="4692650"/>
          <p14:tracePt t="65649" x="5111750" y="4692650"/>
          <p14:tracePt t="65662" x="5130800" y="4692650"/>
          <p14:tracePt t="65682" x="5143500" y="4692650"/>
          <p14:tracePt t="65697" x="5168900" y="4686300"/>
          <p14:tracePt t="65714" x="5207000" y="4686300"/>
          <p14:tracePt t="65731" x="5264150" y="4686300"/>
          <p14:tracePt t="65746" x="5334000" y="4692650"/>
          <p14:tracePt t="65764" x="5429250" y="4718050"/>
          <p14:tracePt t="65780" x="5454650" y="4724400"/>
          <p14:tracePt t="65797" x="5473700" y="4730750"/>
          <p14:tracePt t="65815" x="5480050" y="4730750"/>
          <p14:tracePt t="65831" x="5499100" y="4730750"/>
          <p14:tracePt t="65847" x="5511800" y="4730750"/>
          <p14:tracePt t="65865" x="5530850" y="4737100"/>
          <p14:tracePt t="65882" x="5537200" y="4737100"/>
          <p14:tracePt t="65911" x="5543550" y="4737100"/>
          <p14:tracePt t="65924" x="5556250" y="4743450"/>
          <p14:tracePt t="65938" x="5581650" y="4749800"/>
          <p14:tracePt t="65948" x="5651500" y="4762500"/>
          <p14:tracePt t="65965" x="5753100" y="4787900"/>
          <p14:tracePt t="65982" x="5867400" y="4813300"/>
          <p14:tracePt t="65996" x="5969000" y="4838700"/>
          <p14:tracePt t="66014" x="6051550" y="4864100"/>
          <p14:tracePt t="66030" x="6096000" y="4870450"/>
          <p14:tracePt t="66046" x="6115050" y="4876800"/>
          <p14:tracePt t="66063" x="6127750" y="4876800"/>
          <p14:tracePt t="66080" x="6146800" y="4876800"/>
          <p14:tracePt t="66099" x="6165850" y="4876800"/>
          <p14:tracePt t="66115" x="6178550" y="4876800"/>
          <p14:tracePt t="66132" x="6184900" y="4876800"/>
          <p14:tracePt t="66190" x="6184900" y="4889500"/>
          <p14:tracePt t="66199" x="6184900" y="4895850"/>
          <p14:tracePt t="66214" x="6191250" y="4908550"/>
          <p14:tracePt t="66232" x="6191250" y="4921250"/>
          <p14:tracePt t="66247" x="6191250" y="4940300"/>
          <p14:tracePt t="66263" x="6178550" y="4946650"/>
          <p14:tracePt t="66280" x="6159500" y="4959350"/>
          <p14:tracePt t="66297" x="6108700" y="4991100"/>
          <p14:tracePt t="66314" x="6045200" y="5010150"/>
          <p14:tracePt t="66330" x="6000750" y="5022850"/>
          <p14:tracePt t="66349" x="5969000" y="5022850"/>
          <p14:tracePt t="66365" x="5956300" y="5022850"/>
          <p14:tracePt t="66417" x="5949950" y="5022850"/>
          <p14:tracePt t="66427" x="5949950" y="5016500"/>
          <p14:tracePt t="66434" x="5943600" y="5016500"/>
          <p14:tracePt t="66449" x="5937250" y="5010150"/>
          <p14:tracePt t="66463" x="5930900" y="5003800"/>
          <p14:tracePt t="66481" x="5924550" y="4991100"/>
          <p14:tracePt t="66517" x="5918200" y="4991100"/>
          <p14:tracePt t="66530" x="5918200" y="4984750"/>
          <p14:tracePt t="66557" x="5911850" y="4984750"/>
          <p14:tracePt t="66567" x="5911850" y="4972050"/>
          <p14:tracePt t="66581" x="5899150" y="4959350"/>
          <p14:tracePt t="66599" x="5892800" y="4940300"/>
          <p14:tracePt t="66614" x="5892800" y="4921250"/>
          <p14:tracePt t="66632" x="5886450" y="4908550"/>
          <p14:tracePt t="66648" x="5880100" y="4889500"/>
          <p14:tracePt t="66666" x="5880100" y="4883150"/>
          <p14:tracePt t="66807" x="5873750" y="4883150"/>
          <p14:tracePt t="66826" x="5873750" y="4889500"/>
          <p14:tracePt t="66835" x="5867400" y="4889500"/>
          <p14:tracePt t="66873" x="5861050" y="4895850"/>
          <p14:tracePt t="66907" x="5854700" y="4895850"/>
          <p14:tracePt t="66976" x="5848350" y="4895850"/>
          <p14:tracePt t="68867" x="5842000" y="4895850"/>
          <p14:tracePt t="69444" x="5835650" y="4895850"/>
        </p14:tracePtLst>
      </p14:laserTraceLst>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Rectangle 2"/>
          <p:cNvSpPr>
            <a:spLocks noGrp="1" noChangeArrowheads="1"/>
          </p:cNvSpPr>
          <p:nvPr>
            <p:ph type="title"/>
          </p:nvPr>
        </p:nvSpPr>
        <p:spPr/>
        <p:txBody>
          <a:bodyPr>
            <a:normAutofit fontScale="90000"/>
          </a:bodyPr>
          <a:lstStyle/>
          <a:p>
            <a:r>
              <a:rPr lang="en-US" dirty="0"/>
              <a:t>Network Differences Routers Must Accommodate</a:t>
            </a:r>
          </a:p>
        </p:txBody>
      </p:sp>
      <p:sp>
        <p:nvSpPr>
          <p:cNvPr id="302083" name="Rectangle 3"/>
          <p:cNvSpPr>
            <a:spLocks noGrp="1" noChangeArrowheads="1"/>
          </p:cNvSpPr>
          <p:nvPr>
            <p:ph idx="1"/>
          </p:nvPr>
        </p:nvSpPr>
        <p:spPr/>
        <p:txBody>
          <a:bodyPr/>
          <a:lstStyle/>
          <a:p>
            <a:pPr>
              <a:lnSpc>
                <a:spcPct val="90000"/>
              </a:lnSpc>
            </a:pPr>
            <a:r>
              <a:rPr lang="en-US" sz="2800" dirty="0"/>
              <a:t>Addressing schemes</a:t>
            </a:r>
          </a:p>
          <a:p>
            <a:pPr lvl="1">
              <a:lnSpc>
                <a:spcPct val="90000"/>
              </a:lnSpc>
            </a:pPr>
            <a:r>
              <a:rPr lang="en-US" sz="2400" dirty="0"/>
              <a:t>Different schemes for assigning addresses</a:t>
            </a:r>
          </a:p>
          <a:p>
            <a:pPr>
              <a:lnSpc>
                <a:spcPct val="90000"/>
              </a:lnSpc>
            </a:pPr>
            <a:r>
              <a:rPr lang="en-US" sz="2800" dirty="0"/>
              <a:t>Maximum packet sizes</a:t>
            </a:r>
          </a:p>
          <a:p>
            <a:pPr lvl="1">
              <a:lnSpc>
                <a:spcPct val="90000"/>
              </a:lnSpc>
            </a:pPr>
            <a:r>
              <a:rPr lang="en-US" sz="2400" dirty="0"/>
              <a:t>Different maximum packet sizes requires segmentation</a:t>
            </a:r>
          </a:p>
          <a:p>
            <a:pPr>
              <a:lnSpc>
                <a:spcPct val="90000"/>
              </a:lnSpc>
            </a:pPr>
            <a:r>
              <a:rPr lang="en-US" sz="2800" dirty="0"/>
              <a:t>Interfaces</a:t>
            </a:r>
          </a:p>
          <a:p>
            <a:pPr lvl="1">
              <a:lnSpc>
                <a:spcPct val="90000"/>
              </a:lnSpc>
            </a:pPr>
            <a:r>
              <a:rPr lang="en-US" sz="2400" dirty="0"/>
              <a:t>Differing hardware and software interfaces</a:t>
            </a:r>
          </a:p>
          <a:p>
            <a:pPr>
              <a:lnSpc>
                <a:spcPct val="90000"/>
              </a:lnSpc>
            </a:pPr>
            <a:r>
              <a:rPr lang="en-US" sz="2800" dirty="0"/>
              <a:t>Reliability</a:t>
            </a:r>
          </a:p>
          <a:p>
            <a:pPr lvl="1">
              <a:lnSpc>
                <a:spcPct val="90000"/>
              </a:lnSpc>
            </a:pPr>
            <a:r>
              <a:rPr lang="en-US" sz="2400" dirty="0"/>
              <a:t>Network may provide unreliable service</a:t>
            </a:r>
          </a:p>
          <a:p>
            <a:pPr>
              <a:lnSpc>
                <a:spcPct val="90000"/>
              </a:lnSpc>
            </a:pPr>
            <a:endParaRPr lang="en-US" sz="2800" dirty="0"/>
          </a:p>
          <a:p>
            <a:pPr>
              <a:lnSpc>
                <a:spcPct val="90000"/>
              </a:lnSpc>
            </a:pPr>
            <a:endParaRPr lang="en-US" sz="2800" dirty="0"/>
          </a:p>
        </p:txBody>
      </p:sp>
      <p:sp>
        <p:nvSpPr>
          <p:cNvPr id="4" name="Slide Number Placeholder 5"/>
          <p:cNvSpPr>
            <a:spLocks noGrp="1"/>
          </p:cNvSpPr>
          <p:nvPr>
            <p:ph type="sldNum" sz="quarter" idx="12"/>
          </p:nvPr>
        </p:nvSpPr>
        <p:spPr>
          <a:prstGeom prst="rect">
            <a:avLst/>
          </a:prstGeom>
        </p:spPr>
        <p:txBody>
          <a:bodyPr/>
          <a:lstStyle/>
          <a:p>
            <a:pPr algn="r"/>
            <a:r>
              <a:rPr lang="en-US" sz="1200" dirty="0">
                <a:latin typeface="Times New Roman"/>
                <a:cs typeface="Times New Roman"/>
              </a:rPr>
              <a:t>Protocols and the TCP/IP Suite 4-</a:t>
            </a:r>
            <a:fld id="{46E48147-4DBD-E646-92C0-0C9D8AFD71A7}" type="slidenum">
              <a:rPr lang="en-US" sz="1200" smtClean="0">
                <a:latin typeface="Times New Roman"/>
                <a:cs typeface="Times New Roman"/>
              </a:rPr>
              <a:pPr algn="r"/>
              <a:t>28</a:t>
            </a:fld>
            <a:endParaRPr lang="en-US" sz="1200" dirty="0">
              <a:latin typeface="Times New Roman"/>
              <a:cs typeface="Times New Roman"/>
            </a:endParaRPr>
          </a:p>
        </p:txBody>
      </p:sp>
    </p:spTree>
    <p:extLst>
      <p:ext uri="{BB962C8B-B14F-4D97-AF65-F5344CB8AC3E}">
        <p14:creationId xmlns="" xmlns:p14="http://schemas.microsoft.com/office/powerpoint/2010/main" val="2820805367"/>
      </p:ext>
    </p:extLst>
  </p:cSld>
  <p:clrMapOvr>
    <a:masterClrMapping/>
  </p:clrMapOvr>
  <mc:AlternateContent xmlns:mc="http://schemas.openxmlformats.org/markup-compatibility/2006">
    <mc:Choice xmlns="" xmlns:p14="http://schemas.microsoft.com/office/powerpoint/2010/main" Requires="p14">
      <p:transition spd="slow" p14:dur="2000" advTm="108885"/>
    </mc:Choice>
    <mc:Fallback>
      <p:transition spd="slow" advTm="108885"/>
    </mc:Fallback>
  </mc:AlternateContent>
  <p:extLst>
    <p:ext uri="{3A86A75C-4F4B-4683-9AE1-C65F6400EC91}">
      <p14:laserTraceLst xmlns="" xmlns:p14="http://schemas.microsoft.com/office/powerpoint/2010/main">
        <p14:tracePtLst>
          <p14:tracePt t="1094" x="5753100" y="4889500"/>
          <p14:tracePt t="1749" x="5765800" y="4883150"/>
          <p14:tracePt t="1754" x="5772150" y="4883150"/>
          <p14:tracePt t="1762" x="5791200" y="4895850"/>
          <p14:tracePt t="1774" x="5822950" y="4895850"/>
          <p14:tracePt t="1791" x="5892800" y="4921250"/>
          <p14:tracePt t="1808" x="6045200" y="4997450"/>
          <p14:tracePt t="1824" x="6165850" y="5073650"/>
          <p14:tracePt t="1839" x="6242050" y="5130800"/>
          <p14:tracePt t="1857" x="6261100" y="5149850"/>
          <p14:tracePt t="1874" x="6261100" y="5156200"/>
          <p14:tracePt t="1890" x="6229350" y="5162550"/>
          <p14:tracePt t="1907" x="6229350" y="5168900"/>
          <p14:tracePt t="1969" x="6197600" y="5168900"/>
          <p14:tracePt t="1978" x="6057900" y="5168900"/>
          <p14:tracePt t="1989" x="5721350" y="5168900"/>
          <p14:tracePt t="2006" x="5372100" y="5168900"/>
          <p14:tracePt t="2024" x="5124450" y="5149850"/>
          <p14:tracePt t="2040" x="4959350" y="5143500"/>
          <p14:tracePt t="2058" x="4826000" y="5143500"/>
          <p14:tracePt t="2074" x="4603750" y="5124450"/>
          <p14:tracePt t="2090" x="4432300" y="5086350"/>
          <p14:tracePt t="2107" x="4248150" y="5035550"/>
          <p14:tracePt t="2124" x="4076700" y="4959350"/>
          <p14:tracePt t="2141" x="3975100" y="4889500"/>
          <p14:tracePt t="2158" x="3924300" y="4838700"/>
          <p14:tracePt t="2174" x="3892550" y="4775200"/>
          <p14:tracePt t="2190" x="3835400" y="4667250"/>
          <p14:tracePt t="2205" x="3746500" y="4521200"/>
          <p14:tracePt t="2222" x="3651250" y="4343400"/>
          <p14:tracePt t="2239" x="3536950" y="4140200"/>
          <p14:tracePt t="2248" x="3486150" y="4025900"/>
          <p14:tracePt t="2259" x="3365500" y="3784600"/>
          <p14:tracePt t="2274" x="3244850" y="3460750"/>
          <p14:tracePt t="2290" x="3124200" y="3143250"/>
          <p14:tracePt t="2307" x="3028950" y="2825750"/>
          <p14:tracePt t="2324" x="2990850" y="2520950"/>
          <p14:tracePt t="2340" x="2952750" y="2241550"/>
          <p14:tracePt t="2357" x="2870200" y="2019300"/>
          <p14:tracePt t="2375" x="2736850" y="1797050"/>
          <p14:tracePt t="2390" x="2698750" y="1739900"/>
          <p14:tracePt t="2405" x="2679700" y="1714500"/>
          <p14:tracePt t="2480" x="2692400" y="1701800"/>
          <p14:tracePt t="2487" x="2705100" y="1695450"/>
          <p14:tracePt t="2497" x="2724150" y="1682750"/>
          <p14:tracePt t="2507" x="2762250" y="1670050"/>
          <p14:tracePt t="2524" x="2838450" y="1638300"/>
          <p14:tracePt t="2540" x="2946400" y="1574800"/>
          <p14:tracePt t="2558" x="3003550" y="1530350"/>
          <p14:tracePt t="2573" x="3022600" y="1485900"/>
          <p14:tracePt t="2590" x="3054350" y="1428750"/>
          <p14:tracePt t="2608" x="3105150" y="1358900"/>
          <p14:tracePt t="2622" x="3175000" y="1301750"/>
          <p14:tracePt t="2638" x="3302000" y="1225550"/>
          <p14:tracePt t="2655" x="3467100" y="1174750"/>
          <p14:tracePt t="2671" x="3721100" y="1123950"/>
          <p14:tracePt t="2688" x="3917950" y="1092200"/>
          <p14:tracePt t="2705" x="4006850" y="1066800"/>
          <p14:tracePt t="2722" x="4070350" y="1041400"/>
          <p14:tracePt t="2739" x="4108450" y="1035050"/>
          <p14:tracePt t="2741" x="4114800" y="1028700"/>
          <p14:tracePt t="2755" x="4133850" y="1022350"/>
          <p14:tracePt t="2773" x="4152900" y="1016000"/>
          <p14:tracePt t="2789" x="4171950" y="1009650"/>
          <p14:tracePt t="2806" x="4191000" y="1009650"/>
          <p14:tracePt t="2824" x="4229100" y="1009650"/>
          <p14:tracePt t="2841" x="4318000" y="1009650"/>
          <p14:tracePt t="2858" x="4533900" y="1003300"/>
          <p14:tracePt t="2872" x="4781550" y="996950"/>
          <p14:tracePt t="2891" x="5099050" y="984250"/>
          <p14:tracePt t="2905" x="5410200" y="984250"/>
          <p14:tracePt t="2922" x="5651500" y="1009650"/>
          <p14:tracePt t="2939" x="5816600" y="1028700"/>
          <p14:tracePt t="2957" x="5943600" y="1028700"/>
          <p14:tracePt t="2972" x="6000750" y="1028700"/>
          <p14:tracePt t="2989" x="6038850" y="1028700"/>
          <p14:tracePt t="3007" x="6076950" y="1028700"/>
          <p14:tracePt t="3024" x="6108700" y="1028700"/>
          <p14:tracePt t="3040" x="6153150" y="1028700"/>
          <p14:tracePt t="3058" x="6229350" y="1028700"/>
          <p14:tracePt t="3073" x="6299200" y="1028700"/>
          <p14:tracePt t="3090" x="6350000" y="1041400"/>
          <p14:tracePt t="3106" x="6369050" y="1054100"/>
          <p14:tracePt t="3125" x="6381750" y="1066800"/>
          <p14:tracePt t="3139" x="6388100" y="1085850"/>
          <p14:tracePt t="3158" x="6388100" y="1111250"/>
          <p14:tracePt t="3270" x="6381750" y="1111250"/>
          <p14:tracePt t="3284" x="6375400" y="1111250"/>
          <p14:tracePt t="3295" x="6369050" y="1111250"/>
          <p14:tracePt t="3307" x="6369050" y="1104900"/>
          <p14:tracePt t="3322" x="6369050" y="1092200"/>
          <p14:tracePt t="3340" x="6369050" y="1085850"/>
          <p14:tracePt t="3358" x="6369050" y="1079500"/>
          <p14:tracePt t="3373" x="6369050" y="1073150"/>
          <p14:tracePt t="3546" x="6362700" y="1073150"/>
          <p14:tracePt t="3561" x="6356350" y="1073150"/>
          <p14:tracePt t="3570" x="6299200" y="1079500"/>
          <p14:tracePt t="3580" x="6267450" y="1085850"/>
          <p14:tracePt t="3590" x="6216650" y="1092200"/>
          <p14:tracePt t="3608" x="5975350" y="1092200"/>
          <p14:tracePt t="3623" x="5759450" y="1092200"/>
          <p14:tracePt t="3639" x="5524500" y="1092200"/>
          <p14:tracePt t="3656" x="5264150" y="1085850"/>
          <p14:tracePt t="3672" x="5010150" y="1092200"/>
          <p14:tracePt t="3689" x="4838700" y="1117600"/>
          <p14:tracePt t="3707" x="4648200" y="1149350"/>
          <p14:tracePt t="3724" x="4572000" y="1174750"/>
          <p14:tracePt t="3739" x="4495800" y="1200150"/>
          <p14:tracePt t="3749" x="4457700" y="1212850"/>
          <p14:tracePt t="3762" x="4419600" y="1231900"/>
          <p14:tracePt t="3774" x="4349750" y="1270000"/>
          <p14:tracePt t="3791" x="4260850" y="1314450"/>
          <p14:tracePt t="3808" x="4159250" y="1346200"/>
          <p14:tracePt t="3825" x="4025900" y="1384300"/>
          <p14:tracePt t="3841" x="3937000" y="1409700"/>
          <p14:tracePt t="3856" x="3860800" y="1435100"/>
          <p14:tracePt t="3875" x="3790950" y="1460500"/>
          <p14:tracePt t="3888" x="3702050" y="1485900"/>
          <p14:tracePt t="3906" x="3594100" y="1511300"/>
          <p14:tracePt t="3923" x="3454400" y="1530350"/>
          <p14:tracePt t="3939" x="3422650" y="1530350"/>
          <p14:tracePt t="4014" x="3429000" y="1524000"/>
          <p14:tracePt t="4024" x="3429000" y="1517650"/>
          <p14:tracePt t="4034" x="3441700" y="1517650"/>
          <p14:tracePt t="4044" x="3454400" y="1511300"/>
          <p14:tracePt t="4057" x="3460750" y="1504950"/>
          <p14:tracePt t="4072" x="3479800" y="1504950"/>
          <p14:tracePt t="4091" x="3505200" y="1492250"/>
          <p14:tracePt t="4107" x="3511550" y="1492250"/>
          <p14:tracePt t="4124" x="3530600" y="1492250"/>
          <p14:tracePt t="4139" x="3543300" y="1492250"/>
          <p14:tracePt t="4172" x="3556000" y="1492250"/>
          <p14:tracePt t="4189" x="3581400" y="1485900"/>
          <p14:tracePt t="4205" x="3600450" y="1479550"/>
          <p14:tracePt t="4223" x="3613150" y="1479550"/>
          <p14:tracePt t="4255" x="3619500" y="1479550"/>
          <p14:tracePt t="4382" x="3619500" y="1473200"/>
          <p14:tracePt t="4390" x="3625850" y="1473200"/>
          <p14:tracePt t="4406" x="3638550" y="1460500"/>
          <p14:tracePt t="4422" x="3651250" y="1454150"/>
          <p14:tracePt t="4439" x="3676650" y="1441450"/>
          <p14:tracePt t="4457" x="3746500" y="1422400"/>
          <p14:tracePt t="4472" x="3867150" y="1397000"/>
          <p14:tracePt t="4489" x="4025900" y="1384300"/>
          <p14:tracePt t="4507" x="4222750" y="1377950"/>
          <p14:tracePt t="4524" x="4432300" y="1377950"/>
          <p14:tracePt t="4540" x="4648200" y="1377950"/>
          <p14:tracePt t="4559" x="4940300" y="1384300"/>
          <p14:tracePt t="4572" x="5073650" y="1390650"/>
          <p14:tracePt t="4591" x="5181600" y="1403350"/>
          <p14:tracePt t="4608" x="5251450" y="1403350"/>
          <p14:tracePt t="4624" x="5321300" y="1403350"/>
          <p14:tracePt t="4639" x="5378450" y="1403350"/>
          <p14:tracePt t="4658" x="5486400" y="1403350"/>
          <p14:tracePt t="4672" x="5575300" y="1403350"/>
          <p14:tracePt t="4690" x="5676900" y="1409700"/>
          <p14:tracePt t="4706" x="5772150" y="1416050"/>
          <p14:tracePt t="4722" x="5861050" y="1416050"/>
          <p14:tracePt t="4740" x="5937250" y="1416050"/>
          <p14:tracePt t="4744" x="5975350" y="1416050"/>
          <p14:tracePt t="4757" x="6007100" y="1416050"/>
          <p14:tracePt t="4775" x="6140450" y="1403350"/>
          <p14:tracePt t="4789" x="6242050" y="1390650"/>
          <p14:tracePt t="4806" x="6350000" y="1365250"/>
          <p14:tracePt t="4822" x="6451600" y="1352550"/>
          <p14:tracePt t="4839" x="6553200" y="1346200"/>
          <p14:tracePt t="4858" x="6692900" y="1339850"/>
          <p14:tracePt t="4875" x="6762750" y="1339850"/>
          <p14:tracePt t="4889" x="6832600" y="1339850"/>
          <p14:tracePt t="4906" x="6902450" y="1346200"/>
          <p14:tracePt t="4924" x="6972300" y="1358900"/>
          <p14:tracePt t="4939" x="7042150" y="1371600"/>
          <p14:tracePt t="4957" x="7162800" y="1403350"/>
          <p14:tracePt t="4973" x="7232650" y="1409700"/>
          <p14:tracePt t="4989" x="7302500" y="1416050"/>
          <p14:tracePt t="5008" x="7366000" y="1416050"/>
          <p14:tracePt t="5024" x="7429500" y="1416050"/>
          <p14:tracePt t="5040" x="7467600" y="1416050"/>
          <p14:tracePt t="5059" x="7493000" y="1416050"/>
          <p14:tracePt t="5074" x="7505700" y="1416050"/>
          <p14:tracePt t="5089" x="7518400" y="1416050"/>
          <p14:tracePt t="5107" x="7524750" y="1416050"/>
          <p14:tracePt t="5238" x="7531100" y="1416050"/>
          <p14:tracePt t="5251" x="7537450" y="1416050"/>
          <p14:tracePt t="5676" x="7543800" y="1416050"/>
          <p14:tracePt t="5711" x="7550150" y="1416050"/>
          <p14:tracePt t="5770" x="7556500" y="1416050"/>
          <p14:tracePt t="5807" x="7562850" y="1416050"/>
          <p14:tracePt t="5862" x="7569200" y="1416050"/>
          <p14:tracePt t="5886" x="7569200" y="1409700"/>
          <p14:tracePt t="5903" x="7569200" y="1403350"/>
          <p14:tracePt t="5911" x="7575550" y="1403350"/>
          <p14:tracePt t="5922" x="7575550" y="1384300"/>
          <p14:tracePt t="5941" x="7575550" y="1371600"/>
          <p14:tracePt t="5955" x="7575550" y="1358900"/>
          <p14:tracePt t="5973" x="7575550" y="1352550"/>
          <p14:tracePt t="5989" x="7562850" y="1339850"/>
          <p14:tracePt t="6007" x="7537450" y="1333500"/>
          <p14:tracePt t="6024" x="7518400" y="1327150"/>
          <p14:tracePt t="6040" x="7448550" y="1314450"/>
          <p14:tracePt t="6058" x="7334250" y="1301750"/>
          <p14:tracePt t="6074" x="7162800" y="1282700"/>
          <p14:tracePt t="6091" x="6851650" y="1244600"/>
          <p14:tracePt t="6108" x="6261100" y="1168400"/>
          <p14:tracePt t="6125" x="5886450" y="1130300"/>
          <p14:tracePt t="6140" x="5441950" y="1085850"/>
          <p14:tracePt t="6157" x="5029200" y="1041400"/>
          <p14:tracePt t="6173" x="4679950" y="996950"/>
          <p14:tracePt t="6189" x="4349750" y="946150"/>
          <p14:tracePt t="6207" x="3917950" y="863600"/>
          <p14:tracePt t="6223" x="3721100" y="831850"/>
          <p14:tracePt t="6239" x="3556000" y="806450"/>
          <p14:tracePt t="6256" x="3448050" y="781050"/>
          <p14:tracePt t="6274" x="3384550" y="762000"/>
          <p14:tracePt t="6290" x="3365500" y="749300"/>
          <p14:tracePt t="6370" x="3359150" y="749300"/>
          <p14:tracePt t="6379" x="3352800" y="742950"/>
          <p14:tracePt t="6389" x="3346450" y="742950"/>
          <p14:tracePt t="6407" x="3340100" y="742950"/>
          <p14:tracePt t="6436" x="3340100" y="736600"/>
          <p14:tracePt t="6447" x="3340100" y="730250"/>
          <p14:tracePt t="6460" x="3340100" y="723900"/>
          <p14:tracePt t="6477" x="3340100" y="717550"/>
          <p14:tracePt t="6489" x="3340100" y="704850"/>
          <p14:tracePt t="6508" x="3340100" y="698500"/>
          <p14:tracePt t="6525" x="3346450" y="698500"/>
          <p14:tracePt t="6540" x="3352800" y="692150"/>
          <p14:tracePt t="6558" x="3359150" y="685800"/>
          <p14:tracePt t="6574" x="3365500" y="679450"/>
          <p14:tracePt t="6590" x="3371850" y="679450"/>
          <p14:tracePt t="6812" x="3365500" y="679450"/>
          <p14:tracePt t="7098" x="3365500" y="673100"/>
          <p14:tracePt t="7110" x="3378200" y="673100"/>
          <p14:tracePt t="7121" x="3384550" y="666750"/>
          <p14:tracePt t="7133" x="3403600" y="660400"/>
          <p14:tracePt t="7143" x="3416300" y="641350"/>
          <p14:tracePt t="7156" x="3429000" y="635000"/>
          <p14:tracePt t="7174" x="3448050" y="628650"/>
          <p14:tracePt t="7189" x="3473450" y="609600"/>
          <p14:tracePt t="7206" x="3530600" y="596900"/>
          <p14:tracePt t="7222" x="3587750" y="590550"/>
          <p14:tracePt t="7239" x="3657600" y="577850"/>
          <p14:tracePt t="7256" x="3727450" y="577850"/>
          <p14:tracePt t="7274" x="3797300" y="571500"/>
          <p14:tracePt t="7291" x="3867150" y="571500"/>
          <p14:tracePt t="7308" x="3968750" y="571500"/>
          <p14:tracePt t="7323" x="4044950" y="571500"/>
          <p14:tracePt t="7341" x="4114800" y="571500"/>
          <p14:tracePt t="7358" x="4197350" y="584200"/>
          <p14:tracePt t="7375" x="4248150" y="596900"/>
          <p14:tracePt t="7390" x="4273550" y="603250"/>
          <p14:tracePt t="7408" x="4286250" y="609600"/>
          <p14:tracePt t="7452" x="4286250" y="615950"/>
          <p14:tracePt t="7464" x="4267200" y="635000"/>
          <p14:tracePt t="7472" x="4248150" y="647700"/>
          <p14:tracePt t="7489" x="4178300" y="673100"/>
          <p14:tracePt t="7506" x="4095750" y="692150"/>
          <p14:tracePt t="7524" x="3987800" y="723900"/>
          <p14:tracePt t="7541" x="3784600" y="762000"/>
          <p14:tracePt t="7558" x="3613150" y="781050"/>
          <p14:tracePt t="7573" x="3441700" y="812800"/>
          <p14:tracePt t="7590" x="3340100" y="819150"/>
          <p14:tracePt t="7605" x="3263900" y="819150"/>
          <p14:tracePt t="7624" x="3238500" y="819150"/>
          <p14:tracePt t="7659" x="3238500" y="812800"/>
          <p14:tracePt t="7672" x="3238500" y="793750"/>
          <p14:tracePt t="7691" x="3244850" y="781050"/>
          <p14:tracePt t="7707" x="3263900" y="755650"/>
          <p14:tracePt t="7723" x="3270250" y="736600"/>
          <p14:tracePt t="7739" x="3276600" y="723900"/>
          <p14:tracePt t="7744" x="3282950" y="717550"/>
          <p14:tracePt t="7756" x="3289300" y="717550"/>
          <p14:tracePt t="7774" x="3289300" y="711200"/>
          <p14:tracePt t="7789" x="3295650" y="711200"/>
          <p14:tracePt t="7809" x="3295650" y="698500"/>
          <p14:tracePt t="7823" x="3302000" y="692150"/>
          <p14:tracePt t="7840" x="3302000" y="685800"/>
          <p14:tracePt t="7873" x="3302000" y="679450"/>
          <p14:tracePt t="7964" x="3289300" y="679450"/>
          <p14:tracePt t="7974" x="3282950" y="692150"/>
          <p14:tracePt t="7989" x="3270250" y="704850"/>
          <p14:tracePt t="8008" x="3263900" y="717550"/>
          <p14:tracePt t="8024" x="3251200" y="723900"/>
          <p14:tracePt t="8056" x="3244850" y="730250"/>
          <p14:tracePt t="8073" x="3238500" y="742950"/>
          <p14:tracePt t="8141" x="3238500" y="749300"/>
          <p14:tracePt t="8294" x="3238500" y="742950"/>
          <p14:tracePt t="8304" x="3244850" y="736600"/>
          <p14:tracePt t="8316" x="3244850" y="730250"/>
          <p14:tracePt t="8330" x="3244850" y="723900"/>
          <p14:tracePt t="8340" x="3251200" y="723900"/>
          <p14:tracePt t="8357" x="3251200" y="711200"/>
          <p14:tracePt t="8376" x="3257550" y="704850"/>
          <p14:tracePt t="8510" x="3251200" y="704850"/>
          <p14:tracePt t="8520" x="3238500" y="723900"/>
          <p14:tracePt t="8530" x="3232150" y="736600"/>
          <p14:tracePt t="8540" x="3225800" y="742950"/>
          <p14:tracePt t="8558" x="3206750" y="762000"/>
          <p14:tracePt t="8571" x="3194050" y="781050"/>
          <p14:tracePt t="8590" x="3181350" y="793750"/>
          <p14:tracePt t="8608" x="3149600" y="819150"/>
          <p14:tracePt t="8624" x="3136900" y="831850"/>
          <p14:tracePt t="8640" x="3117850" y="844550"/>
          <p14:tracePt t="8656" x="3098800" y="857250"/>
          <p14:tracePt t="8673" x="3079750" y="863600"/>
          <p14:tracePt t="8689" x="3073400" y="863600"/>
          <p14:tracePt t="8706" x="3067050" y="869950"/>
          <p14:tracePt t="8722" x="3060700" y="869950"/>
          <p14:tracePt t="9066" x="3060700" y="876300"/>
          <p14:tracePt t="9078" x="3054350" y="876300"/>
          <p14:tracePt t="9090" x="3022600" y="895350"/>
          <p14:tracePt t="9107" x="2971800" y="920750"/>
          <p14:tracePt t="9124" x="2914650" y="939800"/>
          <p14:tracePt t="9139" x="2844800" y="958850"/>
          <p14:tracePt t="9157" x="2736850" y="984250"/>
          <p14:tracePt t="9172" x="2692400" y="990600"/>
          <p14:tracePt t="9189" x="2584450" y="1003300"/>
          <p14:tracePt t="9206" x="2533650" y="1009650"/>
          <p14:tracePt t="9222" x="2508250" y="1009650"/>
          <p14:tracePt t="9239" x="2495550" y="1009650"/>
          <p14:tracePt t="9324" x="2501900" y="1009650"/>
          <p14:tracePt t="9334" x="2508250" y="1003300"/>
          <p14:tracePt t="9344" x="2520950" y="1003300"/>
          <p14:tracePt t="9358" x="2527300" y="996950"/>
          <p14:tracePt t="9375" x="2533650" y="996950"/>
          <p14:tracePt t="9390" x="2533650" y="990600"/>
          <p14:tracePt t="9406" x="2540000" y="990600"/>
          <p14:tracePt t="9454" x="2546350" y="990600"/>
          <p14:tracePt t="9689" x="2540000" y="990600"/>
          <p14:tracePt t="9701" x="2533650" y="990600"/>
          <p14:tracePt t="9717" x="2527300" y="990600"/>
          <p14:tracePt t="9728" x="2514600" y="990600"/>
          <p14:tracePt t="9742" x="2508250" y="990600"/>
          <p14:tracePt t="9757" x="2495550" y="1003300"/>
          <p14:tracePt t="9774" x="2482850" y="1016000"/>
          <p14:tracePt t="9789" x="2470150" y="1028700"/>
          <p14:tracePt t="9808" x="2470150" y="1035050"/>
          <p14:tracePt t="9844" x="2501900" y="1028700"/>
          <p14:tracePt t="9855" x="2540000" y="1009650"/>
          <p14:tracePt t="9872" x="2667000" y="965200"/>
          <p14:tracePt t="9889" x="2914650" y="914400"/>
          <p14:tracePt t="9906" x="3155950" y="882650"/>
          <p14:tracePt t="9923" x="3492500" y="876300"/>
          <p14:tracePt t="9940" x="3892550" y="889000"/>
          <p14:tracePt t="9956" x="4286250" y="933450"/>
          <p14:tracePt t="9972" x="4591050" y="984250"/>
          <p14:tracePt t="9989" x="4775200" y="1054100"/>
          <p14:tracePt t="10006" x="4965700" y="1136650"/>
          <p14:tracePt t="10024" x="5099050" y="1187450"/>
          <p14:tracePt t="10041" x="5200650" y="1219200"/>
          <p14:tracePt t="10059" x="5308600" y="1250950"/>
          <p14:tracePt t="10074" x="5384800" y="1276350"/>
          <p14:tracePt t="10089" x="5448300" y="1295400"/>
          <p14:tracePt t="10105" x="5467350" y="1314450"/>
          <p14:tracePt t="10139" x="5461000" y="1320800"/>
          <p14:tracePt t="10156" x="5429250" y="1346200"/>
          <p14:tracePt t="10173" x="5365750" y="1377950"/>
          <p14:tracePt t="10190" x="5295900" y="1397000"/>
          <p14:tracePt t="10205" x="5251450" y="1428750"/>
          <p14:tracePt t="10223" x="5238750" y="1447800"/>
          <p14:tracePt t="10258" x="5257800" y="1454150"/>
          <p14:tracePt t="10274" x="5327650" y="1454150"/>
          <p14:tracePt t="10291" x="5391150" y="1454150"/>
          <p14:tracePt t="10309" x="5422900" y="1447800"/>
          <p14:tracePt t="10323" x="5429250" y="1447800"/>
          <p14:tracePt t="10356" x="5422900" y="1447800"/>
          <p14:tracePt t="10367" x="5391150" y="1447800"/>
          <p14:tracePt t="10375" x="5340350" y="1454150"/>
          <p14:tracePt t="10389" x="5162550" y="1460500"/>
          <p14:tracePt t="10406" x="4895850" y="1473200"/>
          <p14:tracePt t="10422" x="4616450" y="1473200"/>
          <p14:tracePt t="10439" x="4349750" y="1479550"/>
          <p14:tracePt t="10457" x="4140200" y="1479550"/>
          <p14:tracePt t="10473" x="4108450" y="1485900"/>
          <p14:tracePt t="10507" x="4140200" y="1498600"/>
          <p14:tracePt t="10524" x="4248150" y="1511300"/>
          <p14:tracePt t="10541" x="4375150" y="1530350"/>
          <p14:tracePt t="10558" x="4514850" y="1543050"/>
          <p14:tracePt t="10575" x="4565650" y="1543050"/>
          <p14:tracePt t="10590" x="4591050" y="1543050"/>
          <p14:tracePt t="10633" x="4584700" y="1543050"/>
          <p14:tracePt t="10641" x="4565650" y="1543050"/>
          <p14:tracePt t="10656" x="4464050" y="1543050"/>
          <p14:tracePt t="10672" x="4298950" y="1543050"/>
          <p14:tracePt t="10689" x="4057650" y="1543050"/>
          <p14:tracePt t="10708" x="3765550" y="1511300"/>
          <p14:tracePt t="10723" x="3689350" y="1504950"/>
          <p14:tracePt t="10739" x="3683000" y="1504950"/>
          <p14:tracePt t="10756" x="3695700" y="1498600"/>
          <p14:tracePt t="10775" x="3765550" y="1479550"/>
          <p14:tracePt t="10790" x="3867150" y="1479550"/>
          <p14:tracePt t="10809" x="3956050" y="1492250"/>
          <p14:tracePt t="10822" x="3962400" y="1498600"/>
          <p14:tracePt t="10876" x="3949700" y="1504950"/>
          <p14:tracePt t="10883" x="3930650" y="1517650"/>
          <p14:tracePt t="10891" x="3892550" y="1530350"/>
          <p14:tracePt t="10906" x="3771900" y="1568450"/>
          <p14:tracePt t="10923" x="3606800" y="1612900"/>
          <p14:tracePt t="10940" x="3371850" y="1657350"/>
          <p14:tracePt t="10958" x="2927350" y="1720850"/>
          <p14:tracePt t="10973" x="2698750" y="1752600"/>
          <p14:tracePt t="10990" x="2527300" y="1778000"/>
          <p14:tracePt t="11008" x="2381250" y="1809750"/>
          <p14:tracePt t="11024" x="2286000" y="1835150"/>
          <p14:tracePt t="11040" x="2203450" y="1854200"/>
          <p14:tracePt t="11056" x="2114550" y="1873250"/>
          <p14:tracePt t="11074" x="1981200" y="1898650"/>
          <p14:tracePt t="11089" x="1885950" y="1924050"/>
          <p14:tracePt t="11106" x="1803400" y="1943100"/>
          <p14:tracePt t="11123" x="1733550" y="1949450"/>
          <p14:tracePt t="11139" x="1663700" y="1955800"/>
          <p14:tracePt t="11156" x="1612900" y="1968500"/>
          <p14:tracePt t="11172" x="1543050" y="1993900"/>
          <p14:tracePt t="11189" x="1517650" y="2012950"/>
          <p14:tracePt t="11205" x="1498600" y="2019300"/>
          <p14:tracePt t="11222" x="1485900" y="2025650"/>
          <p14:tracePt t="11239" x="1460500" y="2038350"/>
          <p14:tracePt t="11247" x="1454150" y="2044700"/>
          <p14:tracePt t="11258" x="1441450" y="2051050"/>
          <p14:tracePt t="11275" x="1403350" y="2070100"/>
          <p14:tracePt t="11289" x="1365250" y="2082800"/>
          <p14:tracePt t="11307" x="1346200" y="2095500"/>
          <p14:tracePt t="11324" x="1333500" y="2101850"/>
          <p14:tracePt t="11340" x="1327150" y="2108200"/>
          <p14:tracePt t="11357" x="1308100" y="2114550"/>
          <p14:tracePt t="11372" x="1295400" y="2114550"/>
          <p14:tracePt t="11389" x="1289050" y="2120900"/>
          <p14:tracePt t="11452" x="1295400" y="2120900"/>
          <p14:tracePt t="11463" x="1301750" y="2120900"/>
          <p14:tracePt t="11472" x="1314450" y="2108200"/>
          <p14:tracePt t="11489" x="1352550" y="2082800"/>
          <p14:tracePt t="11507" x="1390650" y="2070100"/>
          <p14:tracePt t="11524" x="1435100" y="2051050"/>
          <p14:tracePt t="11541" x="1511300" y="2025650"/>
          <p14:tracePt t="11558" x="1581150" y="2000250"/>
          <p14:tracePt t="11574" x="1651000" y="1993900"/>
          <p14:tracePt t="11590" x="1733550" y="1987550"/>
          <p14:tracePt t="11606" x="1873250" y="1987550"/>
          <p14:tracePt t="11623" x="1955800" y="1987550"/>
          <p14:tracePt t="11639" x="2025650" y="1981200"/>
          <p14:tracePt t="11655" x="2076450" y="1981200"/>
          <p14:tracePt t="11673" x="2127250" y="1974850"/>
          <p14:tracePt t="11689" x="2197100" y="1974850"/>
          <p14:tracePt t="11708" x="2317750" y="1968500"/>
          <p14:tracePt t="11723" x="2419350" y="1968500"/>
          <p14:tracePt t="11740" x="2520950" y="1968500"/>
          <p14:tracePt t="11750" x="2571750" y="1968500"/>
          <p14:tracePt t="11760" x="2673350" y="1968500"/>
          <p14:tracePt t="11775" x="2717800" y="1968500"/>
          <p14:tracePt t="11791" x="2806700" y="1968500"/>
          <p14:tracePt t="11810" x="2921000" y="1974850"/>
          <p14:tracePt t="11823" x="2997200" y="1981200"/>
          <p14:tracePt t="11839" x="3067050" y="1981200"/>
          <p14:tracePt t="11856" x="3136900" y="1987550"/>
          <p14:tracePt t="11872" x="3175000" y="2000250"/>
          <p14:tracePt t="11890" x="3206750" y="2000250"/>
          <p14:tracePt t="11907" x="3251200" y="2000250"/>
          <p14:tracePt t="11922" x="3295650" y="2006600"/>
          <p14:tracePt t="11939" x="3365500" y="2012950"/>
          <p14:tracePt t="11956" x="3435350" y="2025650"/>
          <p14:tracePt t="11972" x="3517900" y="2038350"/>
          <p14:tracePt t="11990" x="3568700" y="2051050"/>
          <p14:tracePt t="12007" x="3581400" y="2051050"/>
          <p14:tracePt t="12048" x="3581400" y="2057400"/>
          <p14:tracePt t="12079" x="3575050" y="2057400"/>
          <p14:tracePt t="12089" x="3575050" y="2063750"/>
          <p14:tracePt t="12094" x="3568700" y="2063750"/>
          <p14:tracePt t="12105" x="3562350" y="2063750"/>
          <p14:tracePt t="12122" x="3556000" y="2070100"/>
          <p14:tracePt t="12139" x="3536950" y="2076450"/>
          <p14:tracePt t="12157" x="3505200" y="2082800"/>
          <p14:tracePt t="12173" x="3486150" y="2082800"/>
          <p14:tracePt t="12189" x="3448050" y="2076450"/>
          <p14:tracePt t="12206" x="3390900" y="2057400"/>
          <p14:tracePt t="12225" x="3302000" y="2032000"/>
          <p14:tracePt t="12232" x="3244850" y="2025650"/>
          <p14:tracePt t="12242" x="3124200" y="2006600"/>
          <p14:tracePt t="12258" x="2978150" y="1974850"/>
          <p14:tracePt t="12275" x="2851150" y="1949450"/>
          <p14:tracePt t="12290" x="2711450" y="1924050"/>
          <p14:tracePt t="12306" x="2559050" y="1898650"/>
          <p14:tracePt t="12322" x="2406650" y="1892300"/>
          <p14:tracePt t="12340" x="2254250" y="1892300"/>
          <p14:tracePt t="12357" x="2089150" y="1892300"/>
          <p14:tracePt t="12374" x="1993900" y="1905000"/>
          <p14:tracePt t="12389" x="1917700" y="1917700"/>
          <p14:tracePt t="12406" x="1847850" y="1936750"/>
          <p14:tracePt t="12422" x="1765300" y="1955800"/>
          <p14:tracePt t="12441" x="1701800" y="1968500"/>
          <p14:tracePt t="12458" x="1638300" y="1981200"/>
          <p14:tracePt t="12473" x="1625600" y="1987550"/>
          <p14:tracePt t="12489" x="1612900" y="1993900"/>
          <p14:tracePt t="12508" x="1600200" y="1993900"/>
          <p14:tracePt t="12525" x="1593850" y="1993900"/>
          <p14:tracePt t="12582" x="1600200" y="1993900"/>
          <p14:tracePt t="12593" x="1638300" y="1981200"/>
          <p14:tracePt t="12608" x="1758950" y="1955800"/>
          <p14:tracePt t="12625" x="1936750" y="1917700"/>
          <p14:tracePt t="12639" x="2095500" y="1879600"/>
          <p14:tracePt t="12658" x="2203450" y="1822450"/>
          <p14:tracePt t="12672" x="2279650" y="1771650"/>
          <p14:tracePt t="12688" x="2292350" y="1746250"/>
          <p14:tracePt t="12705" x="2292350" y="1733550"/>
          <p14:tracePt t="12722" x="2292350" y="1714500"/>
          <p14:tracePt t="12738" x="2273300" y="1695450"/>
          <p14:tracePt t="12743" x="2266950" y="1689100"/>
          <p14:tracePt t="12756" x="2254250" y="1676400"/>
          <p14:tracePt t="12775" x="2178050" y="1657350"/>
          <p14:tracePt t="12791" x="2082800" y="1657350"/>
          <p14:tracePt t="12809" x="1962150" y="1663700"/>
          <p14:tracePt t="12822" x="1835150" y="1670050"/>
          <p14:tracePt t="12840" x="1714500" y="1670050"/>
          <p14:tracePt t="12857" x="1625600" y="1670050"/>
          <p14:tracePt t="12874" x="1543050" y="1682750"/>
          <p14:tracePt t="12889" x="1435100" y="1701800"/>
          <p14:tracePt t="12906" x="1371600" y="1727200"/>
          <p14:tracePt t="12922" x="1314450" y="1746250"/>
          <p14:tracePt t="12939" x="1244600" y="1803400"/>
          <p14:tracePt t="12955" x="1200150" y="1860550"/>
          <p14:tracePt t="12973" x="1174750" y="1911350"/>
          <p14:tracePt t="12989" x="1155700" y="1955800"/>
          <p14:tracePt t="13006" x="1162050" y="1981200"/>
          <p14:tracePt t="13025" x="1219200" y="2006600"/>
          <p14:tracePt t="13040" x="1352550" y="2032000"/>
          <p14:tracePt t="13058" x="1530350" y="2051050"/>
          <p14:tracePt t="13073" x="1752600" y="2051050"/>
          <p14:tracePt t="13090" x="2171700" y="2019300"/>
          <p14:tracePt t="13106" x="2368550" y="1987550"/>
          <p14:tracePt t="13125" x="2463800" y="1962150"/>
          <p14:tracePt t="13139" x="2508250" y="1924050"/>
          <p14:tracePt t="13158" x="2508250" y="1892300"/>
          <p14:tracePt t="13172" x="2476500" y="1835150"/>
          <p14:tracePt t="13191" x="2406650" y="1765300"/>
          <p14:tracePt t="13206" x="2286000" y="1695450"/>
          <p14:tracePt t="13223" x="2171700" y="1676400"/>
          <p14:tracePt t="13240" x="2012950" y="1670050"/>
          <p14:tracePt t="13246" x="1930400" y="1670050"/>
          <p14:tracePt t="13260" x="1708150" y="1682750"/>
          <p14:tracePt t="13283" x="1447800" y="1714500"/>
          <p14:tracePt t="13291" x="1384300" y="1739900"/>
          <p14:tracePt t="13308" x="1320800" y="1809750"/>
          <p14:tracePt t="13323" x="1308100" y="1885950"/>
          <p14:tracePt t="13341" x="1352550" y="1987550"/>
          <p14:tracePt t="13356" x="1447800" y="2070100"/>
          <p14:tracePt t="13375" x="1574800" y="2127250"/>
          <p14:tracePt t="13391" x="1854200" y="2171700"/>
          <p14:tracePt t="13408" x="2032000" y="2171700"/>
          <p14:tracePt t="13422" x="2165350" y="2146300"/>
          <p14:tracePt t="13441" x="2247900" y="2089150"/>
          <p14:tracePt t="13456" x="2254250" y="2019300"/>
          <p14:tracePt t="13474" x="2228850" y="1911350"/>
          <p14:tracePt t="13498" x="2127250" y="1790700"/>
          <p14:tracePt t="13505" x="2095500" y="1771650"/>
          <p14:tracePt t="13525" x="1987550" y="1746250"/>
          <p14:tracePt t="13540" x="1917700" y="1746250"/>
          <p14:tracePt t="13558" x="1873250" y="1765300"/>
          <p14:tracePt t="13572" x="1847850" y="1784350"/>
          <p14:tracePt t="13591" x="1828800" y="1803400"/>
          <p14:tracePt t="13608" x="1828800" y="1828800"/>
          <p14:tracePt t="13625" x="1828800" y="1841500"/>
          <p14:tracePt t="13639" x="1828800" y="1847850"/>
          <p14:tracePt t="13662" x="1828800" y="1854200"/>
          <p14:tracePt t="13723" x="1835150" y="1854200"/>
          <p14:tracePt t="13734" x="1841500" y="1854200"/>
          <p14:tracePt t="13747" x="1847850" y="1860550"/>
          <p14:tracePt t="13761" x="1860550" y="1860550"/>
          <p14:tracePt t="13774" x="1873250" y="1873250"/>
          <p14:tracePt t="13790" x="1892300" y="1892300"/>
          <p14:tracePt t="13807" x="1905000" y="1911350"/>
          <p14:tracePt t="13822" x="1924050" y="1936750"/>
          <p14:tracePt t="13839" x="1924050" y="1993900"/>
          <p14:tracePt t="13857" x="1917700" y="2095500"/>
          <p14:tracePt t="13873" x="1917700" y="2152650"/>
          <p14:tracePt t="13890" x="1917700" y="2171700"/>
          <p14:tracePt t="13908" x="1930400" y="2190750"/>
          <p14:tracePt t="13922" x="1949450" y="2209800"/>
          <p14:tracePt t="13941" x="1981200" y="2222500"/>
          <p14:tracePt t="13957" x="2025650" y="2228850"/>
          <p14:tracePt t="13972" x="2070100" y="2241550"/>
          <p14:tracePt t="13989" x="2146300" y="2260600"/>
          <p14:tracePt t="14008" x="2222500" y="2273300"/>
          <p14:tracePt t="14024" x="2330450" y="2286000"/>
          <p14:tracePt t="14040" x="2432050" y="2286000"/>
          <p14:tracePt t="14058" x="2565400" y="2286000"/>
          <p14:tracePt t="14075" x="2660650" y="2292350"/>
          <p14:tracePt t="14090" x="2730500" y="2292350"/>
          <p14:tracePt t="14108" x="2806700" y="2292350"/>
          <p14:tracePt t="14124" x="2876550" y="2292350"/>
          <p14:tracePt t="14141" x="2946400" y="2292350"/>
          <p14:tracePt t="14157" x="3041650" y="2292350"/>
          <p14:tracePt t="14175" x="3092450" y="2292350"/>
          <p14:tracePt t="14191" x="3130550" y="2292350"/>
          <p14:tracePt t="14206" x="3168650" y="2292350"/>
          <p14:tracePt t="14223" x="3181350" y="2286000"/>
          <p14:tracePt t="14239" x="3206750" y="2286000"/>
          <p14:tracePt t="14243" x="3225800" y="2286000"/>
          <p14:tracePt t="14259" x="3263900" y="2292350"/>
          <p14:tracePt t="14275" x="3333750" y="2305050"/>
          <p14:tracePt t="14291" x="3429000" y="2311400"/>
          <p14:tracePt t="14308" x="3524250" y="2324100"/>
          <p14:tracePt t="14324" x="3613150" y="2330450"/>
          <p14:tracePt t="14339" x="3702050" y="2330450"/>
          <p14:tracePt t="14356" x="3797300" y="2336800"/>
          <p14:tracePt t="14373" x="3879850" y="2336800"/>
          <p14:tracePt t="14391" x="3987800" y="2336800"/>
          <p14:tracePt t="14405" x="4051300" y="2336800"/>
          <p14:tracePt t="14424" x="4089400" y="2343150"/>
          <p14:tracePt t="14439" x="4133850" y="2355850"/>
          <p14:tracePt t="14459" x="4241800" y="2374900"/>
          <p14:tracePt t="14473" x="4267200" y="2381250"/>
          <p14:tracePt t="14489" x="4356100" y="2387600"/>
          <p14:tracePt t="14508" x="4413250" y="2387600"/>
          <p14:tracePt t="14524" x="4451350" y="2387600"/>
          <p14:tracePt t="14540" x="4489450" y="2387600"/>
          <p14:tracePt t="14558" x="4533900" y="2387600"/>
          <p14:tracePt t="14572" x="4578350" y="2387600"/>
          <p14:tracePt t="14590" x="4635500" y="2387600"/>
          <p14:tracePt t="14608" x="4686300" y="2387600"/>
          <p14:tracePt t="14622" x="4724400" y="2387600"/>
          <p14:tracePt t="14641" x="4743450" y="2387600"/>
          <p14:tracePt t="14657" x="4762500" y="2387600"/>
          <p14:tracePt t="14675" x="4775200" y="2387600"/>
          <p14:tracePt t="14690" x="4819650" y="2387600"/>
          <p14:tracePt t="14708" x="4832350" y="2387600"/>
          <p14:tracePt t="14722" x="4857750" y="2381250"/>
          <p14:tracePt t="14739" x="4889500" y="2381250"/>
          <p14:tracePt t="14744" x="4908550" y="2381250"/>
          <p14:tracePt t="14758" x="4921250" y="2381250"/>
          <p14:tracePt t="14775" x="4940300" y="2381250"/>
          <p14:tracePt t="14790" x="4965700" y="2374900"/>
          <p14:tracePt t="14807" x="5003800" y="2374900"/>
          <p14:tracePt t="14822" x="5022850" y="2374900"/>
          <p14:tracePt t="14839" x="5048250" y="2374900"/>
          <p14:tracePt t="14856" x="5080000" y="2368550"/>
          <p14:tracePt t="14873" x="5105400" y="2368550"/>
          <p14:tracePt t="14889" x="5118100" y="2368550"/>
          <p14:tracePt t="14906" x="5156200" y="2368550"/>
          <p14:tracePt t="14924" x="5187950" y="2362200"/>
          <p14:tracePt t="14941" x="5219700" y="2362200"/>
          <p14:tracePt t="14956" x="5264150" y="2362200"/>
          <p14:tracePt t="14973" x="5308600" y="2362200"/>
          <p14:tracePt t="14989" x="5353050" y="2362200"/>
          <p14:tracePt t="15007" x="5448300" y="2362200"/>
          <p14:tracePt t="15025" x="5511800" y="2362200"/>
          <p14:tracePt t="15040" x="5581650" y="2362200"/>
          <p14:tracePt t="15058" x="5657850" y="2362200"/>
          <p14:tracePt t="15074" x="5727700" y="2362200"/>
          <p14:tracePt t="15091" x="5822950" y="2362200"/>
          <p14:tracePt t="15108" x="5924550" y="2368550"/>
          <p14:tracePt t="15124" x="5969000" y="2368550"/>
          <p14:tracePt t="15140" x="5988050" y="2368550"/>
          <p14:tracePt t="15158" x="5994400" y="2368550"/>
          <p14:tracePt t="15189" x="6000750" y="2368550"/>
          <p14:tracePt t="15211" x="6007100" y="2368550"/>
          <p14:tracePt t="15346" x="6000750" y="2368550"/>
          <p14:tracePt t="15356" x="5994400" y="2368550"/>
          <p14:tracePt t="15362" x="5988050" y="2368550"/>
          <p14:tracePt t="15375" x="5981700" y="2374900"/>
          <p14:tracePt t="15391" x="5949950" y="2387600"/>
          <p14:tracePt t="15408" x="5835650" y="2393950"/>
          <p14:tracePt t="15422" x="5721350" y="2393950"/>
          <p14:tracePt t="15441" x="5581650" y="2406650"/>
          <p14:tracePt t="15456" x="5410200" y="2413000"/>
          <p14:tracePt t="15472" x="5245100" y="2419350"/>
          <p14:tracePt t="15488" x="5067300" y="2419350"/>
          <p14:tracePt t="15507" x="4673600" y="2419350"/>
          <p14:tracePt t="15523" x="4375150" y="2419350"/>
          <p14:tracePt t="15540" x="4140200" y="2406650"/>
          <p14:tracePt t="15558" x="3956050" y="2400300"/>
          <p14:tracePt t="15574" x="3778250" y="2400300"/>
          <p14:tracePt t="15591" x="3600450" y="2419350"/>
          <p14:tracePt t="15608" x="3390900" y="2425700"/>
          <p14:tracePt t="15625" x="3270250" y="2432050"/>
          <p14:tracePt t="15640" x="3168650" y="2432050"/>
          <p14:tracePt t="15657" x="3092450" y="2432050"/>
          <p14:tracePt t="15674" x="3016250" y="2419350"/>
          <p14:tracePt t="15690" x="2933700" y="2400300"/>
          <p14:tracePt t="15708" x="2825750" y="2374900"/>
          <p14:tracePt t="15723" x="2711450" y="2355850"/>
          <p14:tracePt t="15739" x="2660650" y="2349500"/>
          <p14:tracePt t="15757" x="2641600" y="2343150"/>
          <p14:tracePt t="15774" x="2628900" y="2343150"/>
          <p14:tracePt t="15790" x="2616200" y="2343150"/>
          <p14:tracePt t="15808" x="2590800" y="2343150"/>
          <p14:tracePt t="15824" x="2533650" y="2343150"/>
          <p14:tracePt t="15840" x="2495550" y="2343150"/>
          <p14:tracePt t="15858" x="2470150" y="2343150"/>
          <p14:tracePt t="15875" x="2451100" y="2336800"/>
          <p14:tracePt t="15889" x="2425700" y="2330450"/>
          <p14:tracePt t="15908" x="2406650" y="2330450"/>
          <p14:tracePt t="15922" x="2381250" y="2324100"/>
          <p14:tracePt t="15941" x="2324100" y="2317750"/>
          <p14:tracePt t="15956" x="2286000" y="2317750"/>
          <p14:tracePt t="15975" x="2266950" y="2317750"/>
          <p14:tracePt t="15989" x="2247900" y="2317750"/>
          <p14:tracePt t="16008" x="2235200" y="2317750"/>
          <p14:tracePt t="16024" x="2222500" y="2317750"/>
          <p14:tracePt t="16041" x="2197100" y="2324100"/>
          <p14:tracePt t="16058" x="2178050" y="2324100"/>
          <p14:tracePt t="16074" x="2165350" y="2330450"/>
          <p14:tracePt t="16091" x="2146300" y="2336800"/>
          <p14:tracePt t="16108" x="2139950" y="2336800"/>
          <p14:tracePt t="16125" x="2133600" y="2336800"/>
          <p14:tracePt t="16139" x="2127250" y="2336800"/>
          <p14:tracePt t="16417" x="2120900" y="2336800"/>
          <p14:tracePt t="16430" x="2114550" y="2336800"/>
          <p14:tracePt t="16448" x="2108200" y="2336800"/>
          <p14:tracePt t="16460" x="2108200" y="2343150"/>
          <p14:tracePt t="16575" x="2114550" y="2336800"/>
          <p14:tracePt t="16582" x="2127250" y="2324100"/>
          <p14:tracePt t="16594" x="2133600" y="2311400"/>
          <p14:tracePt t="16608" x="2152650" y="2292350"/>
          <p14:tracePt t="16625" x="2171700" y="2279650"/>
          <p14:tracePt t="16640" x="2184400" y="2273300"/>
          <p14:tracePt t="16827" x="2197100" y="2260600"/>
          <p14:tracePt t="16840" x="2216150" y="2241550"/>
          <p14:tracePt t="16857" x="2266950" y="2209800"/>
          <p14:tracePt t="16873" x="2343150" y="2152650"/>
          <p14:tracePt t="16889" x="2444750" y="2101850"/>
          <p14:tracePt t="16908" x="2603500" y="2038350"/>
          <p14:tracePt t="16924" x="2711450" y="2012950"/>
          <p14:tracePt t="16941" x="2813050" y="1993900"/>
          <p14:tracePt t="16956" x="2940050" y="1968500"/>
          <p14:tracePt t="16973" x="3086100" y="1949450"/>
          <p14:tracePt t="16989" x="3232150" y="1949450"/>
          <p14:tracePt t="17009" x="3429000" y="1987550"/>
          <p14:tracePt t="17025" x="3524250" y="2019300"/>
          <p14:tracePt t="17041" x="3587750" y="2044700"/>
          <p14:tracePt t="17058" x="3606800" y="2063750"/>
          <p14:tracePt t="17072" x="3632200" y="2108200"/>
          <p14:tracePt t="17091" x="3632200" y="2152650"/>
          <p14:tracePt t="17107" x="3632200" y="2222500"/>
          <p14:tracePt t="17125" x="3632200" y="2235200"/>
          <p14:tracePt t="17139" x="3638550" y="2247900"/>
          <p14:tracePt t="17159" x="3663950" y="2254250"/>
          <p14:tracePt t="17172" x="3714750" y="2254250"/>
          <p14:tracePt t="17191" x="3803650" y="2235200"/>
          <p14:tracePt t="17205" x="3911600" y="2209800"/>
          <p14:tracePt t="17223" x="4044950" y="2171700"/>
          <p14:tracePt t="17240" x="4140200" y="2152650"/>
          <p14:tracePt t="17258" x="4210050" y="2139950"/>
          <p14:tracePt t="17275" x="4273550" y="2133600"/>
          <p14:tracePt t="17291" x="4343400" y="2133600"/>
          <p14:tracePt t="17308" x="4432300" y="2133600"/>
          <p14:tracePt t="17324" x="4591050" y="2146300"/>
          <p14:tracePt t="17341" x="4737100" y="2159000"/>
          <p14:tracePt t="17358" x="4889500" y="2165350"/>
          <p14:tracePt t="17375" x="5003800" y="2171700"/>
          <p14:tracePt t="17388" x="5118100" y="2171700"/>
          <p14:tracePt t="17406" x="5219700" y="2178050"/>
          <p14:tracePt t="17424" x="5340350" y="2190750"/>
          <p14:tracePt t="17438" x="5422900" y="2203450"/>
          <p14:tracePt t="17455" x="5511800" y="2222500"/>
          <p14:tracePt t="17473" x="5607050" y="2241550"/>
          <p14:tracePt t="17489" x="5695950" y="2266950"/>
          <p14:tracePt t="17508" x="5765800" y="2286000"/>
          <p14:tracePt t="17524" x="5848350" y="2305050"/>
          <p14:tracePt t="17541" x="5969000" y="2311400"/>
          <p14:tracePt t="17558" x="6038850" y="2311400"/>
          <p14:tracePt t="17573" x="6076950" y="2311400"/>
          <p14:tracePt t="17590" x="6089650" y="2311400"/>
          <p14:tracePt t="17661" x="6096000" y="2311400"/>
          <p14:tracePt t="17689" x="6102350" y="2311400"/>
          <p14:tracePt t="17960" x="6096000" y="2311400"/>
          <p14:tracePt t="17968" x="6089650" y="2311400"/>
          <p14:tracePt t="17978" x="6089650" y="2317750"/>
          <p14:tracePt t="17990" x="6076950" y="2317750"/>
          <p14:tracePt t="18008" x="6057900" y="2324100"/>
          <p14:tracePt t="18023" x="5994400" y="2336800"/>
          <p14:tracePt t="18041" x="5924550" y="2343150"/>
          <p14:tracePt t="18058" x="5822950" y="2349500"/>
          <p14:tracePt t="18073" x="5753100" y="2349500"/>
          <p14:tracePt t="18090" x="5683250" y="2355850"/>
          <p14:tracePt t="18108" x="5632450" y="2355850"/>
          <p14:tracePt t="18125" x="5568950" y="2362200"/>
          <p14:tracePt t="18140" x="5499100" y="2368550"/>
          <p14:tracePt t="18157" x="5391150" y="2381250"/>
          <p14:tracePt t="18173" x="5327650" y="2393950"/>
          <p14:tracePt t="18190" x="5295900" y="2393950"/>
          <p14:tracePt t="18206" x="5276850" y="2400300"/>
          <p14:tracePt t="18224" x="5238750" y="2400300"/>
          <p14:tracePt t="18241" x="5105400" y="2406650"/>
          <p14:tracePt t="18260" x="4940300" y="2400300"/>
          <p14:tracePt t="18275" x="4616450" y="2387600"/>
          <p14:tracePt t="18290" x="4222750" y="2343150"/>
          <p14:tracePt t="18306" x="3759200" y="2298700"/>
          <p14:tracePt t="18323" x="3352800" y="2266950"/>
          <p14:tracePt t="18339" x="2901950" y="2260600"/>
          <p14:tracePt t="18356" x="2324100" y="2235200"/>
          <p14:tracePt t="18373" x="2076450" y="2228850"/>
          <p14:tracePt t="18389" x="1917700" y="2216150"/>
          <p14:tracePt t="18407" x="1822450" y="2209800"/>
          <p14:tracePt t="18422" x="1739900" y="2203450"/>
          <p14:tracePt t="18439" x="1682750" y="2203450"/>
          <p14:tracePt t="18457" x="1651000" y="2197100"/>
          <p14:tracePt t="18473" x="1638300" y="2197100"/>
          <p14:tracePt t="18489" x="1625600" y="2197100"/>
          <p14:tracePt t="18508" x="1600200" y="2197100"/>
          <p14:tracePt t="18525" x="1568450" y="2197100"/>
          <p14:tracePt t="18541" x="1504950" y="2209800"/>
          <p14:tracePt t="18558" x="1416050" y="2209800"/>
          <p14:tracePt t="18574" x="1397000" y="2216150"/>
          <p14:tracePt t="18591" x="1384300" y="2216150"/>
          <p14:tracePt t="18690" x="1390650" y="2216150"/>
          <p14:tracePt t="18701" x="1397000" y="2216150"/>
          <p14:tracePt t="18709" x="1403350" y="2216150"/>
          <p14:tracePt t="18723" x="1409700" y="2216150"/>
          <p14:tracePt t="18738" x="1416050" y="2216150"/>
          <p14:tracePt t="18757" x="1428750" y="2216150"/>
          <p14:tracePt t="18774" x="1435100" y="2216150"/>
          <p14:tracePt t="18790" x="1441450" y="2216150"/>
          <p14:tracePt t="18809" x="1454150" y="2216150"/>
          <p14:tracePt t="18826" x="1473200" y="2216150"/>
          <p14:tracePt t="18841" x="1485900" y="2216150"/>
          <p14:tracePt t="18857" x="1517650" y="2216150"/>
          <p14:tracePt t="18875" x="1530350" y="2216150"/>
          <p14:tracePt t="18889" x="1549400" y="2222500"/>
          <p14:tracePt t="18906" x="1562100" y="2222500"/>
          <p14:tracePt t="18923" x="1600200" y="2222500"/>
          <p14:tracePt t="18939" x="1727200" y="2190750"/>
          <p14:tracePt t="18956" x="1860550" y="2165350"/>
          <p14:tracePt t="18973" x="2025650" y="2127250"/>
          <p14:tracePt t="18989" x="2241550" y="2082800"/>
          <p14:tracePt t="19008" x="2482850" y="2051050"/>
          <p14:tracePt t="19025" x="2660650" y="2019300"/>
          <p14:tracePt t="19040" x="2863850" y="1993900"/>
          <p14:tracePt t="19058" x="2978150" y="1981200"/>
          <p14:tracePt t="19074" x="3130550" y="1981200"/>
          <p14:tracePt t="19091" x="3308350" y="1993900"/>
          <p14:tracePt t="19108" x="3568700" y="2025650"/>
          <p14:tracePt t="19125" x="3911600" y="2070100"/>
          <p14:tracePt t="19139" x="4241800" y="2108200"/>
          <p14:tracePt t="19158" x="4565650" y="2152650"/>
          <p14:tracePt t="19173" x="4692650" y="2178050"/>
          <p14:tracePt t="19189" x="4743450" y="2190750"/>
          <p14:tracePt t="19206" x="4749800" y="2197100"/>
          <p14:tracePt t="19423" x="4756150" y="2197100"/>
          <p14:tracePt t="19462" x="4756150" y="2203450"/>
          <p14:tracePt t="19470" x="4705350" y="2222500"/>
          <p14:tracePt t="19480" x="4660900" y="2235200"/>
          <p14:tracePt t="19489" x="4591050" y="2247900"/>
          <p14:tracePt t="19508" x="4381500" y="2260600"/>
          <p14:tracePt t="19525" x="4102100" y="2266950"/>
          <p14:tracePt t="19541" x="3822700" y="2266950"/>
          <p14:tracePt t="19559" x="3448050" y="2286000"/>
          <p14:tracePt t="19574" x="3295650" y="2298700"/>
          <p14:tracePt t="19590" x="3194050" y="2311400"/>
          <p14:tracePt t="19608" x="3111500" y="2330450"/>
          <p14:tracePt t="19624" x="3041650" y="2349500"/>
          <p14:tracePt t="19640" x="2952750" y="2362200"/>
          <p14:tracePt t="19657" x="2940050" y="2368550"/>
          <p14:tracePt t="19673" x="2927350" y="2374900"/>
          <p14:tracePt t="19689" x="2921000" y="2374900"/>
          <p14:tracePt t="19827" x="2921000" y="2368550"/>
          <p14:tracePt t="19842" x="2927350" y="2355850"/>
          <p14:tracePt t="19854" x="2946400" y="2343150"/>
          <p14:tracePt t="19864" x="2952750" y="2330450"/>
          <p14:tracePt t="19877" x="2984500" y="2305050"/>
          <p14:tracePt t="19890" x="3009900" y="2286000"/>
          <p14:tracePt t="19908" x="3086100" y="2228850"/>
          <p14:tracePt t="19922" x="3130550" y="2209800"/>
          <p14:tracePt t="19939" x="3162300" y="2190750"/>
          <p14:tracePt t="19956" x="3194050" y="2171700"/>
          <p14:tracePt t="19973" x="3213100" y="2165350"/>
          <p14:tracePt t="19989" x="3244850" y="2159000"/>
          <p14:tracePt t="20009" x="3270250" y="2152650"/>
          <p14:tracePt t="20024" x="3295650" y="2152650"/>
          <p14:tracePt t="20041" x="3308350" y="2152650"/>
          <p14:tracePt t="20058" x="3333750" y="2152650"/>
          <p14:tracePt t="20074" x="3352800" y="2152650"/>
          <p14:tracePt t="20090" x="3384550" y="2152650"/>
          <p14:tracePt t="20108" x="3403600" y="2152650"/>
          <p14:tracePt t="20125" x="3448050" y="2152650"/>
          <p14:tracePt t="20140" x="3479800" y="2152650"/>
          <p14:tracePt t="20156" x="3511550" y="2152650"/>
          <p14:tracePt t="20173" x="3562350" y="2152650"/>
          <p14:tracePt t="20190" x="3613150" y="2152650"/>
          <p14:tracePt t="20206" x="3670300" y="2159000"/>
          <p14:tracePt t="20223" x="3740150" y="2159000"/>
          <p14:tracePt t="20240" x="3835400" y="2159000"/>
          <p14:tracePt t="20247" x="3873500" y="2159000"/>
          <p14:tracePt t="20263" x="3937000" y="2159000"/>
          <p14:tracePt t="20277" x="4013200" y="2165350"/>
          <p14:tracePt t="20290" x="4051300" y="2165350"/>
          <p14:tracePt t="20308" x="4133850" y="2171700"/>
          <p14:tracePt t="20324" x="4203700" y="2184400"/>
          <p14:tracePt t="20341" x="4311650" y="2209800"/>
          <p14:tracePt t="20358" x="4375150" y="2222500"/>
          <p14:tracePt t="20375" x="4425950" y="2247900"/>
          <p14:tracePt t="20389" x="4457700" y="2266950"/>
          <p14:tracePt t="20406" x="4502150" y="2286000"/>
          <p14:tracePt t="20422" x="4540250" y="2305050"/>
          <p14:tracePt t="20439" x="4603750" y="2336800"/>
          <p14:tracePt t="20456" x="4629150" y="2355850"/>
          <p14:tracePt t="20472" x="4648200" y="2362200"/>
          <p14:tracePt t="20489" x="4667250" y="2368550"/>
          <p14:tracePt t="20507" x="4686300" y="2368550"/>
          <p14:tracePt t="20523" x="4699000" y="2368550"/>
          <p14:tracePt t="20540" x="4724400" y="2368550"/>
          <p14:tracePt t="20557" x="4749800" y="2362200"/>
          <p14:tracePt t="20575" x="4768850" y="2349500"/>
          <p14:tracePt t="20591" x="4800600" y="2336800"/>
          <p14:tracePt t="20608" x="4819650" y="2317750"/>
          <p14:tracePt t="20623" x="4832350" y="2298700"/>
          <p14:tracePt t="20641" x="4851400" y="2279650"/>
          <p14:tracePt t="20656" x="4864100" y="2266950"/>
          <p14:tracePt t="20673" x="4864100" y="2254250"/>
          <p14:tracePt t="20691" x="4864100" y="2247900"/>
          <p14:tracePt t="20706" x="4864100" y="2241550"/>
          <p14:tracePt t="20724" x="4857750" y="2228850"/>
          <p14:tracePt t="20740" x="4826000" y="2216150"/>
          <p14:tracePt t="20745" x="4800600" y="2216150"/>
          <p14:tracePt t="20758" x="4756150" y="2209800"/>
          <p14:tracePt t="20775" x="4622800" y="2203450"/>
          <p14:tracePt t="20791" x="4445000" y="2190750"/>
          <p14:tracePt t="20808" x="4216400" y="2159000"/>
          <p14:tracePt t="20822" x="4102100" y="2152650"/>
          <p14:tracePt t="20841" x="4000500" y="2146300"/>
          <p14:tracePt t="20856" x="3911600" y="2152650"/>
          <p14:tracePt t="20876" x="3816350" y="2171700"/>
          <p14:tracePt t="20890" x="3721100" y="2190750"/>
          <p14:tracePt t="20907" x="3556000" y="2228850"/>
          <p14:tracePt t="20924" x="3448050" y="2254250"/>
          <p14:tracePt t="20941" x="3371850" y="2279650"/>
          <p14:tracePt t="20956" x="3302000" y="2298700"/>
          <p14:tracePt t="20973" x="3263900" y="2305050"/>
          <p14:tracePt t="20990" x="3219450" y="2311400"/>
          <p14:tracePt t="21009" x="3149600" y="2317750"/>
          <p14:tracePt t="21025" x="3079750" y="2317750"/>
          <p14:tracePt t="21040" x="3016250" y="2311400"/>
          <p14:tracePt t="21058" x="2965450" y="2305050"/>
          <p14:tracePt t="21073" x="2940050" y="2292350"/>
          <p14:tracePt t="21091" x="2921000" y="2292350"/>
          <p14:tracePt t="21108" x="2895600" y="2292350"/>
          <p14:tracePt t="21126" x="2882900" y="2292350"/>
          <p14:tracePt t="21138" x="2863850" y="2292350"/>
          <p14:tracePt t="21158" x="2838450" y="2292350"/>
          <p14:tracePt t="21173" x="2819400" y="2292350"/>
          <p14:tracePt t="21189" x="2800350" y="2292350"/>
          <p14:tracePt t="21207" x="2762250" y="2292350"/>
          <p14:tracePt t="21222" x="2730500" y="2292350"/>
          <p14:tracePt t="21240" x="2679700" y="2292350"/>
          <p14:tracePt t="21258" x="2622550" y="2292350"/>
          <p14:tracePt t="21275" x="2552700" y="2292350"/>
          <p14:tracePt t="21291" x="2489200" y="2286000"/>
          <p14:tracePt t="21309" x="2400300" y="2254250"/>
          <p14:tracePt t="21325" x="2381250" y="2235200"/>
          <p14:tracePt t="21340" x="2368550" y="2222500"/>
          <p14:tracePt t="21357" x="2362200" y="2209800"/>
          <p14:tracePt t="21375" x="2362200" y="2190750"/>
          <p14:tracePt t="21389" x="2362200" y="2171700"/>
          <p14:tracePt t="21407" x="2368550" y="2146300"/>
          <p14:tracePt t="21422" x="2387600" y="2127250"/>
          <p14:tracePt t="21439" x="2413000" y="2108200"/>
          <p14:tracePt t="21456" x="2451100" y="2089150"/>
          <p14:tracePt t="21473" x="2540000" y="2057400"/>
          <p14:tracePt t="21489" x="2660650" y="2025650"/>
          <p14:tracePt t="21508" x="2870200" y="2006600"/>
          <p14:tracePt t="21524" x="2990850" y="2025650"/>
          <p14:tracePt t="21540" x="3067050" y="2038350"/>
          <p14:tracePt t="21559" x="3105150" y="2063750"/>
          <p14:tracePt t="21575" x="3124200" y="2076450"/>
          <p14:tracePt t="21591" x="3130550" y="2108200"/>
          <p14:tracePt t="21608" x="3130550" y="2152650"/>
          <p14:tracePt t="21624" x="3130550" y="2241550"/>
          <p14:tracePt t="21640" x="3105150" y="2298700"/>
          <p14:tracePt t="21657" x="3079750" y="2336800"/>
          <p14:tracePt t="21673" x="3041650" y="2355850"/>
          <p14:tracePt t="21689" x="2990850" y="2368550"/>
          <p14:tracePt t="21707" x="2921000" y="2368550"/>
          <p14:tracePt t="21722" x="2813050" y="2343150"/>
          <p14:tracePt t="21739" x="2743200" y="2292350"/>
          <p14:tracePt t="21759" x="2711450" y="2235200"/>
          <p14:tracePt t="21775" x="2686050" y="2159000"/>
          <p14:tracePt t="21790" x="2679700" y="2089150"/>
          <p14:tracePt t="21809" x="2692400" y="2019300"/>
          <p14:tracePt t="21822" x="2724150" y="1943100"/>
          <p14:tracePt t="21840" x="2806700" y="1854200"/>
          <p14:tracePt t="21857" x="2889250" y="1822450"/>
          <p14:tracePt t="21873" x="2990850" y="1797050"/>
          <p14:tracePt t="21890" x="3098800" y="1784350"/>
          <p14:tracePt t="21908" x="3219450" y="1784350"/>
          <p14:tracePt t="21923" x="3365500" y="1809750"/>
          <p14:tracePt t="21939" x="3613150" y="1866900"/>
          <p14:tracePt t="21956" x="3733800" y="1911350"/>
          <p14:tracePt t="21973" x="3829050" y="1949450"/>
          <p14:tracePt t="21989" x="3892550" y="2000250"/>
          <p14:tracePt t="22008" x="3917950" y="2032000"/>
          <p14:tracePt t="22025" x="3943350" y="2070100"/>
          <p14:tracePt t="22041" x="3956050" y="2127250"/>
          <p14:tracePt t="22058" x="3962400" y="2235200"/>
          <p14:tracePt t="22073" x="3949700" y="2292350"/>
          <p14:tracePt t="22091" x="3930650" y="2349500"/>
          <p14:tracePt t="22106" x="3892550" y="2387600"/>
          <p14:tracePt t="22125" x="3829050" y="2419350"/>
          <p14:tracePt t="22140" x="3784600" y="2444750"/>
          <p14:tracePt t="22158" x="3714750" y="2476500"/>
          <p14:tracePt t="22172" x="3638550" y="2489200"/>
          <p14:tracePt t="22190" x="3568700" y="2489200"/>
          <p14:tracePt t="22206" x="3467100" y="2470150"/>
          <p14:tracePt t="22223" x="3333750" y="2438400"/>
          <p14:tracePt t="22239" x="3200400" y="2413000"/>
          <p14:tracePt t="22244" x="3136900" y="2400300"/>
          <p14:tracePt t="22257" x="3035300" y="2374900"/>
          <p14:tracePt t="22272" x="2946400" y="2349500"/>
          <p14:tracePt t="22290" x="2895600" y="2324100"/>
          <p14:tracePt t="22307" x="2876550" y="2311400"/>
          <p14:tracePt t="22323" x="2863850" y="2273300"/>
          <p14:tracePt t="22340" x="2844800" y="2209800"/>
          <p14:tracePt t="22357" x="2806700" y="2101850"/>
          <p14:tracePt t="22374" x="2781300" y="2025650"/>
          <p14:tracePt t="22391" x="2755900" y="1955800"/>
          <p14:tracePt t="22408" x="2743200" y="1892300"/>
          <p14:tracePt t="22424" x="2743200" y="1822450"/>
          <p14:tracePt t="22440" x="2762250" y="1720850"/>
          <p14:tracePt t="22458" x="2787650" y="1663700"/>
          <p14:tracePt t="22472" x="2806700" y="1638300"/>
          <p14:tracePt t="22490" x="2825750" y="1619250"/>
          <p14:tracePt t="22508" x="2844800" y="1606550"/>
          <p14:tracePt t="22524" x="2857500" y="1593850"/>
          <p14:tracePt t="22541" x="2889250" y="1581150"/>
          <p14:tracePt t="22558" x="2997200" y="1562100"/>
          <p14:tracePt t="22575" x="3098800" y="1555750"/>
          <p14:tracePt t="22589" x="3213100" y="1555750"/>
          <p14:tracePt t="22608" x="3327400" y="1562100"/>
          <p14:tracePt t="22624" x="3416300" y="1581150"/>
          <p14:tracePt t="22639" x="3473450" y="1606550"/>
          <p14:tracePt t="22658" x="3505200" y="1631950"/>
          <p14:tracePt t="22674" x="3524250" y="1651000"/>
          <p14:tracePt t="22689" x="3543300" y="1670050"/>
          <p14:tracePt t="22706" x="3562350" y="1701800"/>
          <p14:tracePt t="22723" x="3594100" y="1771650"/>
          <p14:tracePt t="22739" x="3632200" y="1841500"/>
          <p14:tracePt t="22745" x="3651250" y="1879600"/>
          <p14:tracePt t="22760" x="3670300" y="1955800"/>
          <p14:tracePt t="22774" x="3695700" y="2025650"/>
          <p14:tracePt t="22791" x="3721100" y="2101850"/>
          <p14:tracePt t="22808" x="3721100" y="2171700"/>
          <p14:tracePt t="22825" x="3721100" y="2241550"/>
          <p14:tracePt t="22841" x="3721100" y="2292350"/>
          <p14:tracePt t="22858" x="3695700" y="2343150"/>
          <p14:tracePt t="22872" x="3683000" y="2362200"/>
          <p14:tracePt t="22891" x="3663950" y="2374900"/>
          <p14:tracePt t="22906" x="3644900" y="2393950"/>
          <p14:tracePt t="22924" x="3606800" y="2413000"/>
          <p14:tracePt t="22939" x="3562350" y="2432050"/>
          <p14:tracePt t="22957" x="3454400" y="2457450"/>
          <p14:tracePt t="22972" x="3359150" y="2463800"/>
          <p14:tracePt t="22989" x="3276600" y="2463800"/>
          <p14:tracePt t="23008" x="3181350" y="2451100"/>
          <p14:tracePt t="23025" x="3098800" y="2432050"/>
          <p14:tracePt t="23040" x="3016250" y="2406650"/>
          <p14:tracePt t="23057" x="2870200" y="2349500"/>
          <p14:tracePt t="23073" x="2768600" y="2311400"/>
          <p14:tracePt t="23090" x="2660650" y="2260600"/>
          <p14:tracePt t="23105" x="2571750" y="2197100"/>
          <p14:tracePt t="23124" x="2489200" y="2133600"/>
          <p14:tracePt t="23141" x="2419350" y="2076450"/>
          <p14:tracePt t="23156" x="2374900" y="2025650"/>
          <p14:tracePt t="23175" x="2349500" y="1993900"/>
          <p14:tracePt t="23189" x="2336800" y="1974850"/>
          <p14:tracePt t="23208" x="2330450" y="1955800"/>
          <p14:tracePt t="23222" x="2324100" y="1924050"/>
          <p14:tracePt t="23239" x="2324100" y="1873250"/>
          <p14:tracePt t="23244" x="2336800" y="1835150"/>
          <p14:tracePt t="23266" x="2368550" y="1739900"/>
          <p14:tracePt t="23276" x="2381250" y="1720850"/>
          <p14:tracePt t="23291" x="2400300" y="1670050"/>
          <p14:tracePt t="23308" x="2419350" y="1644650"/>
          <p14:tracePt t="23324" x="2438400" y="1625600"/>
          <p14:tracePt t="23341" x="2457450" y="1606550"/>
          <p14:tracePt t="23357" x="2482850" y="1587500"/>
          <p14:tracePt t="23375" x="2520950" y="1568450"/>
          <p14:tracePt t="23391" x="2590800" y="1562100"/>
          <p14:tracePt t="23408" x="2616200" y="1562100"/>
          <p14:tracePt t="23424" x="2635250" y="1568450"/>
          <p14:tracePt t="23441" x="2647950" y="1581150"/>
          <p14:tracePt t="23457" x="2673350" y="1600200"/>
          <p14:tracePt t="23473" x="2711450" y="1619250"/>
          <p14:tracePt t="23489" x="2819400" y="1670050"/>
          <p14:tracePt t="23508" x="2889250" y="1727200"/>
          <p14:tracePt t="23525" x="2946400" y="1797050"/>
          <p14:tracePt t="23540" x="2984500" y="1873250"/>
          <p14:tracePt t="23558" x="2997200" y="1943100"/>
          <p14:tracePt t="23575" x="3022600" y="2012950"/>
          <p14:tracePt t="23591" x="3035300" y="2089150"/>
          <p14:tracePt t="23608" x="3054350" y="2184400"/>
          <p14:tracePt t="23623" x="3054350" y="2235200"/>
          <p14:tracePt t="23641" x="3048000" y="2286000"/>
          <p14:tracePt t="23658" x="3022600" y="2317750"/>
          <p14:tracePt t="23675" x="2990850" y="2343150"/>
          <p14:tracePt t="23690" x="2895600" y="2381250"/>
          <p14:tracePt t="23706" x="2813050" y="2393950"/>
          <p14:tracePt t="23722" x="2711450" y="2393950"/>
          <p14:tracePt t="23740" x="2590800" y="2368550"/>
          <p14:tracePt t="23745" x="2508250" y="2355850"/>
          <p14:tracePt t="23758" x="2419350" y="2336800"/>
          <p14:tracePt t="23775" x="2146300" y="2235200"/>
          <p14:tracePt t="23791" x="1822450" y="2101850"/>
          <p14:tracePt t="23808" x="1416050" y="1905000"/>
          <p14:tracePt t="23827" x="1301750" y="1822450"/>
          <p14:tracePt t="23841" x="1282700" y="1758950"/>
          <p14:tracePt t="23857" x="1301750" y="1682750"/>
          <p14:tracePt t="23875" x="1371600" y="1612900"/>
          <p14:tracePt t="23890" x="1479550" y="1536700"/>
          <p14:tracePt t="23908" x="1638300" y="1473200"/>
          <p14:tracePt t="23924" x="1733550" y="1447800"/>
          <p14:tracePt t="23941" x="1803400" y="1435100"/>
          <p14:tracePt t="23956" x="1885950" y="1447800"/>
          <p14:tracePt t="23973" x="1974850" y="1498600"/>
          <p14:tracePt t="23990" x="2070100" y="1574800"/>
          <p14:tracePt t="24008" x="2190750" y="1689100"/>
          <p14:tracePt t="24024" x="2228850" y="1765300"/>
          <p14:tracePt t="24041" x="2241550" y="1835150"/>
          <p14:tracePt t="24059" x="2235200" y="1911350"/>
          <p14:tracePt t="24075" x="2203450" y="1962150"/>
          <p14:tracePt t="24091" x="2165350" y="1981200"/>
          <p14:tracePt t="24108" x="2089150" y="1993900"/>
          <p14:tracePt t="24125" x="2051050" y="1987550"/>
          <p14:tracePt t="24139" x="2032000" y="1968500"/>
          <p14:tracePt t="24158" x="2012950" y="1949450"/>
          <p14:tracePt t="24175" x="2006600" y="1911350"/>
          <p14:tracePt t="24191" x="2006600" y="1873250"/>
          <p14:tracePt t="24208" x="2012950" y="1860550"/>
          <p14:tracePt t="24223" x="2012950" y="1854200"/>
          <p14:tracePt t="24239" x="2019300" y="1854200"/>
          <p14:tracePt t="24283" x="2025650" y="1854200"/>
          <p14:tracePt t="24333" x="2032000" y="1854200"/>
          <p14:tracePt t="24341" x="2032000" y="1847850"/>
          <p14:tracePt t="24358" x="2038350" y="1847850"/>
          <p14:tracePt t="24375" x="2057400" y="1841500"/>
          <p14:tracePt t="24501" x="2057400" y="1854200"/>
          <p14:tracePt t="24509" x="2044700" y="1873250"/>
          <p14:tracePt t="24525" x="2025650" y="1924050"/>
          <p14:tracePt t="24541" x="2000250" y="2000250"/>
          <p14:tracePt t="24558" x="1968500" y="2108200"/>
          <p14:tracePt t="24574" x="1943100" y="2178050"/>
          <p14:tracePt t="24591" x="1917700" y="2254250"/>
          <p14:tracePt t="24608" x="1917700" y="2311400"/>
          <p14:tracePt t="24625" x="1911350" y="2400300"/>
          <p14:tracePt t="24639" x="1911350" y="2476500"/>
          <p14:tracePt t="24656" x="1917700" y="2533650"/>
          <p14:tracePt t="24675" x="1936750" y="2578100"/>
          <p14:tracePt t="24689" x="1943100" y="2597150"/>
          <p14:tracePt t="24708" x="1949450" y="2616200"/>
          <p14:tracePt t="24723" x="1949450" y="2628900"/>
          <p14:tracePt t="24740" x="1955800" y="2654300"/>
          <p14:tracePt t="24745" x="1962150" y="2660650"/>
          <p14:tracePt t="24759" x="1968500" y="2679700"/>
          <p14:tracePt t="24775" x="1981200" y="2711450"/>
          <p14:tracePt t="24791" x="2000250" y="2736850"/>
          <p14:tracePt t="24808" x="2012950" y="2755900"/>
          <p14:tracePt t="24826" x="2032000" y="2774950"/>
          <p14:tracePt t="24841" x="2051050" y="2787650"/>
          <p14:tracePt t="24858" x="2063750" y="2806700"/>
          <p14:tracePt t="24875" x="2089150" y="2825750"/>
          <p14:tracePt t="24891" x="2095500" y="2838450"/>
          <p14:tracePt t="24906" x="2095500" y="2844800"/>
          <p14:tracePt t="24925" x="2101850" y="2844800"/>
          <p14:tracePt t="24940" x="2101850" y="2851150"/>
          <p14:tracePt t="24956" x="2101850" y="2857500"/>
          <p14:tracePt t="25160" x="2101850" y="2863850"/>
          <p14:tracePt t="25172" x="2095500" y="2863850"/>
          <p14:tracePt t="25185" x="2089150" y="2870200"/>
          <p14:tracePt t="25196" x="2070100" y="2876550"/>
          <p14:tracePt t="25206" x="2063750" y="2876550"/>
          <p14:tracePt t="25222" x="2038350" y="2882900"/>
          <p14:tracePt t="25241" x="1987550" y="2882900"/>
          <p14:tracePt t="25260" x="1949450" y="2882900"/>
          <p14:tracePt t="25273" x="1905000" y="2889250"/>
          <p14:tracePt t="25289" x="1866900" y="2895600"/>
          <p14:tracePt t="25308" x="1816100" y="2901950"/>
          <p14:tracePt t="25324" x="1752600" y="2901950"/>
          <p14:tracePt t="25341" x="1701800" y="2901950"/>
          <p14:tracePt t="25358" x="1631950" y="2901950"/>
          <p14:tracePt t="25375" x="1612900" y="2901950"/>
          <p14:tracePt t="25389" x="1606550" y="2901950"/>
          <p14:tracePt t="25408" x="1600200" y="2901950"/>
          <p14:tracePt t="25430" x="1593850" y="2901950"/>
          <p14:tracePt t="25439" x="1593850" y="2895600"/>
          <p14:tracePt t="25456" x="1581150" y="2889250"/>
          <p14:tracePt t="25472" x="1574800" y="2882900"/>
          <p14:tracePt t="25489" x="1568450" y="2876550"/>
          <p14:tracePt t="25508" x="1568450" y="2870200"/>
          <p14:tracePt t="25524" x="1568450" y="2863850"/>
          <p14:tracePt t="25541" x="1568450" y="2857500"/>
          <p14:tracePt t="25557" x="1581150" y="2832100"/>
          <p14:tracePt t="25574" x="1593850" y="2819400"/>
          <p14:tracePt t="25590" x="1606550" y="2806700"/>
          <p14:tracePt t="25608" x="1625600" y="2800350"/>
          <p14:tracePt t="25623" x="1657350" y="2787650"/>
          <p14:tracePt t="25641" x="1720850" y="2768600"/>
          <p14:tracePt t="25657" x="1816100" y="2755900"/>
          <p14:tracePt t="25673" x="1898650" y="2749550"/>
          <p14:tracePt t="25689" x="2012950" y="2743200"/>
          <p14:tracePt t="25706" x="2120900" y="2743200"/>
          <p14:tracePt t="25724" x="2260600" y="2743200"/>
          <p14:tracePt t="25741" x="2387600" y="2749550"/>
          <p14:tracePt t="25747" x="2463800" y="2762250"/>
          <p14:tracePt t="25760" x="2590800" y="2768600"/>
          <p14:tracePt t="25774" x="2717800" y="2768600"/>
          <p14:tracePt t="25791" x="2844800" y="2749550"/>
          <p14:tracePt t="25808" x="2965450" y="2743200"/>
          <p14:tracePt t="25823" x="3067050" y="2736850"/>
          <p14:tracePt t="25841" x="3143250" y="2736850"/>
          <p14:tracePt t="25857" x="3251200" y="2743200"/>
          <p14:tracePt t="25875" x="3308350" y="2749550"/>
          <p14:tracePt t="25889" x="3365500" y="2762250"/>
          <p14:tracePt t="25908" x="3441700" y="2768600"/>
          <p14:tracePt t="25922" x="3517900" y="2774950"/>
          <p14:tracePt t="25942" x="3587750" y="2781300"/>
          <p14:tracePt t="25956" x="3670300" y="2781300"/>
          <p14:tracePt t="25973" x="3689350" y="2781300"/>
          <p14:tracePt t="25990" x="3695700" y="2781300"/>
          <p14:tracePt t="26227" x="3695700" y="2787650"/>
          <p14:tracePt t="26238" x="3689350" y="2787650"/>
          <p14:tracePt t="26251" x="3689350" y="2794000"/>
          <p14:tracePt t="26255" x="3683000" y="2794000"/>
          <p14:tracePt t="26273" x="3663950" y="2806700"/>
          <p14:tracePt t="26290" x="3625850" y="2825750"/>
          <p14:tracePt t="26307" x="3530600" y="2851150"/>
          <p14:tracePt t="26323" x="3384550" y="2870200"/>
          <p14:tracePt t="26340" x="3219450" y="2876550"/>
          <p14:tracePt t="26357" x="3009900" y="2876550"/>
          <p14:tracePt t="26373" x="2660650" y="2851150"/>
          <p14:tracePt t="26391" x="2463800" y="2832100"/>
          <p14:tracePt t="26406" x="2336800" y="2813050"/>
          <p14:tracePt t="26425" x="2266950" y="2800350"/>
          <p14:tracePt t="26439" x="2247900" y="2800350"/>
          <p14:tracePt t="26516" x="2241550" y="2800350"/>
          <p14:tracePt t="26525" x="2235200" y="2800350"/>
          <p14:tracePt t="26540" x="2216150" y="2800350"/>
          <p14:tracePt t="26558" x="2209800" y="2800350"/>
          <p14:tracePt t="26572" x="2203450" y="2800350"/>
          <p14:tracePt t="26591" x="2178050" y="2800350"/>
          <p14:tracePt t="26608" x="2159000" y="2800350"/>
          <p14:tracePt t="26623" x="2152650" y="2800350"/>
          <p14:tracePt t="26741" x="2184400" y="2787650"/>
          <p14:tracePt t="26747" x="2222500" y="2781300"/>
          <p14:tracePt t="26757" x="2260600" y="2774950"/>
          <p14:tracePt t="26773" x="2336800" y="2774950"/>
          <p14:tracePt t="26790" x="2419350" y="2774950"/>
          <p14:tracePt t="26809" x="2514600" y="2774950"/>
          <p14:tracePt t="26825" x="2667000" y="2781300"/>
          <p14:tracePt t="26841" x="2717800" y="2781300"/>
          <p14:tracePt t="26857" x="2870200" y="2781300"/>
          <p14:tracePt t="26875" x="2965450" y="2781300"/>
          <p14:tracePt t="26889" x="3035300" y="2781300"/>
          <p14:tracePt t="26908" x="3079750" y="2781300"/>
          <p14:tracePt t="26924" x="3111500" y="2781300"/>
          <p14:tracePt t="26940" x="3124200" y="2781300"/>
          <p14:tracePt t="26958" x="3136900" y="2781300"/>
          <p14:tracePt t="26973" x="3149600" y="2781300"/>
          <p14:tracePt t="26989" x="3162300" y="2787650"/>
          <p14:tracePt t="27008" x="3187700" y="2794000"/>
          <p14:tracePt t="27025" x="3232150" y="2800350"/>
          <p14:tracePt t="27041" x="3276600" y="2819400"/>
          <p14:tracePt t="27058" x="3327400" y="2825750"/>
          <p14:tracePt t="27072" x="3352800" y="2832100"/>
          <p14:tracePt t="27091" x="3378200" y="2838450"/>
          <p14:tracePt t="27106" x="3390900" y="2838450"/>
          <p14:tracePt t="27125" x="3403600" y="2838450"/>
          <p14:tracePt t="27139" x="3416300" y="2838450"/>
          <p14:tracePt t="27158" x="3448050" y="2844800"/>
          <p14:tracePt t="27173" x="3479800" y="2851150"/>
          <p14:tracePt t="27191" x="3505200" y="2857500"/>
          <p14:tracePt t="27206" x="3530600" y="2857500"/>
          <p14:tracePt t="27223" x="3543300" y="2857500"/>
          <p14:tracePt t="27454" x="3536950" y="2857500"/>
          <p14:tracePt t="28153" x="3530600" y="2863850"/>
          <p14:tracePt t="28161" x="3524250" y="2863850"/>
          <p14:tracePt t="28173" x="3511550" y="2870200"/>
          <p14:tracePt t="28190" x="3492500" y="2876550"/>
          <p14:tracePt t="28206" x="3486150" y="2876550"/>
          <p14:tracePt t="28223" x="3467100" y="2882900"/>
          <p14:tracePt t="28240" x="3441700" y="2889250"/>
          <p14:tracePt t="28259" x="3435350" y="2889250"/>
          <p14:tracePt t="28275" x="3429000" y="2889250"/>
          <p14:tracePt t="28597" x="3422650" y="2889250"/>
          <p14:tracePt t="28634" x="3416300" y="2889250"/>
          <p14:tracePt t="28646" x="3409950" y="2889250"/>
          <p14:tracePt t="28656" x="3403600" y="2889250"/>
          <p14:tracePt t="28673" x="3397250" y="2889250"/>
          <p14:tracePt t="28690" x="3384550" y="2889250"/>
          <p14:tracePt t="28707" x="3371850" y="2889250"/>
          <p14:tracePt t="29239" x="3352800" y="2901950"/>
          <p14:tracePt t="29252" x="3213100" y="2933700"/>
          <p14:tracePt t="29263" x="3124200" y="2959100"/>
          <p14:tracePt t="29275" x="2959100" y="2997200"/>
          <p14:tracePt t="29291" x="2800350" y="3035300"/>
          <p14:tracePt t="29308" x="2705100" y="3060700"/>
          <p14:tracePt t="29323" x="2647950" y="3079750"/>
          <p14:tracePt t="29340" x="2628900" y="3092450"/>
          <p14:tracePt t="29358" x="2616200" y="3098800"/>
          <p14:tracePt t="29483" x="2628900" y="3105150"/>
          <p14:tracePt t="29498" x="2641600" y="3105150"/>
          <p14:tracePt t="29514" x="2647950" y="3105150"/>
          <p14:tracePt t="29524" x="2654300" y="3105150"/>
          <p14:tracePt t="29541" x="2692400" y="3117850"/>
          <p14:tracePt t="29558" x="2762250" y="3143250"/>
          <p14:tracePt t="29573" x="2851150" y="3162300"/>
          <p14:tracePt t="29591" x="2940050" y="3175000"/>
          <p14:tracePt t="29606" x="3022600" y="3175000"/>
          <p14:tracePt t="29623" x="3092450" y="3175000"/>
          <p14:tracePt t="29640" x="3111500" y="3175000"/>
          <p14:tracePt t="29656" x="3117850" y="3175000"/>
          <p14:tracePt t="29673" x="3124200" y="3175000"/>
          <p14:tracePt t="29689" x="3143250" y="3168650"/>
          <p14:tracePt t="29706" x="3187700" y="3162300"/>
          <p14:tracePt t="29723" x="3251200" y="3162300"/>
          <p14:tracePt t="29740" x="3346450" y="3162300"/>
          <p14:tracePt t="29763" x="3397250" y="3168650"/>
          <p14:tracePt t="29774" x="3403600" y="3175000"/>
          <p14:tracePt t="29791" x="3441700" y="3181350"/>
          <p14:tracePt t="29808" x="3467100" y="3194050"/>
          <p14:tracePt t="29824" x="3505200" y="3200400"/>
          <p14:tracePt t="29841" x="3568700" y="3213100"/>
          <p14:tracePt t="29856" x="3638550" y="3225800"/>
          <p14:tracePt t="29875" x="3746500" y="3244850"/>
          <p14:tracePt t="29889" x="3816350" y="3244850"/>
          <p14:tracePt t="29905" x="3892550" y="3251200"/>
          <p14:tracePt t="29922" x="3987800" y="3251200"/>
          <p14:tracePt t="29939" x="4083050" y="3251200"/>
          <p14:tracePt t="29956" x="4216400" y="3257550"/>
          <p14:tracePt t="29972" x="4298950" y="3257550"/>
          <p14:tracePt t="29989" x="4368800" y="3257550"/>
          <p14:tracePt t="30007" x="4432300" y="3257550"/>
          <p14:tracePt t="30025" x="4495800" y="3263900"/>
          <p14:tracePt t="30041" x="4540250" y="3270250"/>
          <p14:tracePt t="30059" x="4572000" y="3276600"/>
          <p14:tracePt t="30073" x="4591050" y="3282950"/>
          <p14:tracePt t="30091" x="4610100" y="3282950"/>
          <p14:tracePt t="30108" x="4648200" y="3282950"/>
          <p14:tracePt t="30123" x="4673600" y="3289300"/>
          <p14:tracePt t="30141" x="4692650" y="3295650"/>
          <p14:tracePt t="30157" x="4699000" y="3295650"/>
          <p14:tracePt t="30173" x="4705350" y="3295650"/>
          <p14:tracePt t="30190" x="4737100" y="3302000"/>
          <p14:tracePt t="30208" x="4775200" y="3308350"/>
          <p14:tracePt t="30224" x="4832350" y="3308350"/>
          <p14:tracePt t="30240" x="4902200" y="3314700"/>
          <p14:tracePt t="30245" x="4933950" y="3314700"/>
          <p14:tracePt t="30259" x="4978400" y="3314700"/>
          <p14:tracePt t="30275" x="5054600" y="3302000"/>
          <p14:tracePt t="30291" x="5194300" y="3289300"/>
          <p14:tracePt t="30309" x="5283200" y="3289300"/>
          <p14:tracePt t="30326" x="5359400" y="3289300"/>
          <p14:tracePt t="30341" x="5429250" y="3289300"/>
          <p14:tracePt t="30358" x="5499100" y="3289300"/>
          <p14:tracePt t="30373" x="5562600" y="3289300"/>
          <p14:tracePt t="30391" x="5619750" y="3289300"/>
          <p14:tracePt t="30409" x="5676900" y="3289300"/>
          <p14:tracePt t="30422" x="5702300" y="3289300"/>
          <p14:tracePt t="30441" x="5727700" y="3289300"/>
          <p14:tracePt t="30456" x="5753100" y="3289300"/>
          <p14:tracePt t="30473" x="5765800" y="3295650"/>
          <p14:tracePt t="30491" x="5784850" y="3302000"/>
          <p14:tracePt t="30509" x="5829300" y="3314700"/>
          <p14:tracePt t="30524" x="5880100" y="3327400"/>
          <p14:tracePt t="30540" x="5937250" y="3340100"/>
          <p14:tracePt t="30557" x="5988050" y="3340100"/>
          <p14:tracePt t="30573" x="6032500" y="3340100"/>
          <p14:tracePt t="30590" x="6070600" y="3340100"/>
          <p14:tracePt t="30607" x="6159500" y="3333750"/>
          <p14:tracePt t="30624" x="6197600" y="3333750"/>
          <p14:tracePt t="30640" x="6305550" y="3321050"/>
          <p14:tracePt t="30657" x="6381750" y="3314700"/>
          <p14:tracePt t="30674" x="6451600" y="3308350"/>
          <p14:tracePt t="30689" x="6521450" y="3308350"/>
          <p14:tracePt t="30706" x="6591300" y="3308350"/>
          <p14:tracePt t="30725" x="6667500" y="3308350"/>
          <p14:tracePt t="30741" x="6731000" y="3302000"/>
          <p14:tracePt t="30750" x="6750050" y="3295650"/>
          <p14:tracePt t="30755" x="6775450" y="3295650"/>
          <p14:tracePt t="30773" x="6813550" y="3295650"/>
          <p14:tracePt t="30790" x="6838950" y="3295650"/>
          <p14:tracePt t="30809" x="6870700" y="3295650"/>
          <p14:tracePt t="30824" x="6934200" y="3295650"/>
          <p14:tracePt t="30841" x="6972300" y="3295650"/>
          <p14:tracePt t="30858" x="7004050" y="3295650"/>
          <p14:tracePt t="30873" x="7023100" y="3295650"/>
          <p14:tracePt t="30891" x="7042150" y="3295650"/>
          <p14:tracePt t="30906" x="7048500" y="3295650"/>
          <p14:tracePt t="30940" x="7054850" y="3295650"/>
          <p14:tracePt t="30959" x="7061200" y="3295650"/>
          <p14:tracePt t="30975" x="7073900" y="3289300"/>
          <p14:tracePt t="30989" x="7086600" y="3282950"/>
          <p14:tracePt t="31008" x="7099300" y="3270250"/>
          <p14:tracePt t="31024" x="7118350" y="3263900"/>
          <p14:tracePt t="31041" x="7143750" y="3257550"/>
          <p14:tracePt t="31059" x="7162800" y="3244850"/>
          <p14:tracePt t="31073" x="7175500" y="3244850"/>
          <p14:tracePt t="31091" x="7181850" y="3244850"/>
          <p14:tracePt t="31714" x="7175500" y="3244850"/>
          <p14:tracePt t="31795" x="7169150" y="3244850"/>
          <p14:tracePt t="31820" x="7156450" y="3244850"/>
          <p14:tracePt t="31839" x="7150100" y="3244850"/>
          <p14:tracePt t="31858" x="7124700" y="3257550"/>
          <p14:tracePt t="31873" x="7086600" y="3270250"/>
          <p14:tracePt t="31892" x="7004050" y="3289300"/>
          <p14:tracePt t="31906" x="6877050" y="3295650"/>
          <p14:tracePt t="31923" x="6718300" y="3295650"/>
          <p14:tracePt t="31939" x="6572250" y="3295650"/>
          <p14:tracePt t="31957" x="6426200" y="3289300"/>
          <p14:tracePt t="31973" x="6369050" y="3289300"/>
          <p14:tracePt t="31989" x="6318250" y="3289300"/>
          <p14:tracePt t="32008" x="6248400" y="3289300"/>
          <p14:tracePt t="32025" x="6140450" y="3295650"/>
          <p14:tracePt t="32041" x="6038850" y="3308350"/>
          <p14:tracePt t="32058" x="5937250" y="3314700"/>
          <p14:tracePt t="32074" x="5816600" y="3321050"/>
          <p14:tracePt t="32090" x="5753100" y="3333750"/>
          <p14:tracePt t="32107" x="5702300" y="3346450"/>
          <p14:tracePt t="32124" x="5683250" y="3365500"/>
          <p14:tracePt t="32140" x="5670550" y="3378200"/>
          <p14:tracePt t="32156" x="5657850" y="3384550"/>
          <p14:tracePt t="32201" x="5664200" y="3384550"/>
          <p14:tracePt t="32208" x="5670550" y="3384550"/>
          <p14:tracePt t="32223" x="5689600" y="3378200"/>
          <p14:tracePt t="32239" x="5734050" y="3359150"/>
          <p14:tracePt t="32244" x="5772150" y="3346450"/>
          <p14:tracePt t="32259" x="5867400" y="3321050"/>
          <p14:tracePt t="32273" x="5969000" y="3308350"/>
          <p14:tracePt t="32290" x="6102350" y="3302000"/>
          <p14:tracePt t="32307" x="6261100" y="3302000"/>
          <p14:tracePt t="32324" x="6413500" y="3314700"/>
          <p14:tracePt t="32339" x="6565900" y="3321050"/>
          <p14:tracePt t="32356" x="6667500" y="3327400"/>
          <p14:tracePt t="32372" x="6762750" y="3327400"/>
          <p14:tracePt t="32389" x="6858000" y="3321050"/>
          <p14:tracePt t="32406" x="6915150" y="3308350"/>
          <p14:tracePt t="32423" x="6965950" y="3282950"/>
          <p14:tracePt t="32439" x="6997700" y="3263900"/>
          <p14:tracePt t="32458" x="7035800" y="3244850"/>
          <p14:tracePt t="32475" x="7048500" y="3238500"/>
          <p14:tracePt t="32489" x="7048500" y="3232150"/>
          <p14:tracePt t="32509" x="7054850" y="3232150"/>
          <p14:tracePt t="32528" x="7061200" y="3232150"/>
          <p14:tracePt t="32543" x="7067550" y="3219450"/>
          <p14:tracePt t="32559" x="7099300" y="3213100"/>
          <p14:tracePt t="32575" x="7131050" y="3200400"/>
          <p14:tracePt t="32606" x="7137400" y="3200400"/>
          <p14:tracePt t="32643" x="7131050" y="3200400"/>
          <p14:tracePt t="32650" x="7118350" y="3213100"/>
          <p14:tracePt t="32656" x="7105650" y="3219450"/>
          <p14:tracePt t="32673" x="7086600" y="3238500"/>
          <p14:tracePt t="32689" x="7067550" y="3257550"/>
          <p14:tracePt t="32706" x="7054850" y="3270250"/>
          <p14:tracePt t="32723" x="7054850" y="3282950"/>
          <p14:tracePt t="32790" x="7061200" y="3282950"/>
          <p14:tracePt t="32799" x="7061200" y="3276600"/>
          <p14:tracePt t="32812" x="7067550" y="3276600"/>
          <p14:tracePt t="32823" x="7086600" y="3263900"/>
          <p14:tracePt t="32839" x="7099300" y="3251200"/>
          <p14:tracePt t="32856" x="7112000" y="3244850"/>
          <p14:tracePt t="32873" x="7124700" y="3238500"/>
          <p14:tracePt t="32889" x="7131050" y="3232150"/>
          <p14:tracePt t="32999" x="7118350" y="3232150"/>
          <p14:tracePt t="33004" x="7112000" y="3238500"/>
          <p14:tracePt t="33012" x="7099300" y="3251200"/>
          <p14:tracePt t="33025" x="7092950" y="3257550"/>
          <p14:tracePt t="33041" x="7067550" y="3276600"/>
          <p14:tracePt t="33059" x="7054850" y="3276600"/>
          <p14:tracePt t="33073" x="7048500" y="3276600"/>
          <p14:tracePt t="33089" x="7042150" y="3289300"/>
          <p14:tracePt t="33106" x="7023100" y="3295650"/>
          <p14:tracePt t="33123" x="7004050" y="3308350"/>
          <p14:tracePt t="33141" x="6985000" y="3308350"/>
          <p14:tracePt t="33158" x="6978650" y="3308350"/>
          <p14:tracePt t="33175" x="6965950" y="3308350"/>
          <p14:tracePt t="33189" x="6927850" y="3308350"/>
          <p14:tracePt t="33206" x="6858000" y="3308350"/>
          <p14:tracePt t="33224" x="6813550" y="3308350"/>
          <p14:tracePt t="33240" x="6775450" y="3302000"/>
          <p14:tracePt t="33259" x="6762750" y="3302000"/>
          <p14:tracePt t="33360" x="6769100" y="3295650"/>
          <p14:tracePt t="33368" x="6775450" y="3295650"/>
          <p14:tracePt t="33375" x="6781800" y="3289300"/>
          <p14:tracePt t="33389" x="6807200" y="3270250"/>
          <p14:tracePt t="33407" x="6845300" y="3244850"/>
          <p14:tracePt t="33423" x="6902450" y="3225800"/>
          <p14:tracePt t="33439" x="6953250" y="3206750"/>
          <p14:tracePt t="33457" x="6985000" y="3206750"/>
          <p14:tracePt t="33473" x="6997700" y="3206750"/>
          <p14:tracePt t="33732" x="7004050" y="3206750"/>
          <p14:tracePt t="33753" x="7010400" y="3200400"/>
          <p14:tracePt t="33764" x="7023100" y="3194050"/>
          <p14:tracePt t="33775" x="7029450" y="3194050"/>
          <p14:tracePt t="33790" x="7054850" y="3194050"/>
          <p14:tracePt t="33807" x="7073900" y="3194050"/>
          <p14:tracePt t="33825" x="7092950" y="3194050"/>
          <p14:tracePt t="33840" x="7118350" y="3194050"/>
          <p14:tracePt t="33856" x="7124700" y="3194050"/>
          <p14:tracePt t="33873" x="7131050" y="3194050"/>
          <p14:tracePt t="33890" x="7137400" y="3194050"/>
          <p14:tracePt t="34778" x="7137400" y="3187700"/>
          <p14:tracePt t="34885" x="7143750" y="3187700"/>
          <p14:tracePt t="34907" x="7143750" y="3181350"/>
          <p14:tracePt t="34920" x="7143750" y="3175000"/>
          <p14:tracePt t="34936" x="7150100" y="3175000"/>
          <p14:tracePt t="35157" x="7156450" y="3168650"/>
          <p14:tracePt t="35179" x="7162800" y="3162300"/>
          <p14:tracePt t="35484" x="7162800" y="3168650"/>
          <p14:tracePt t="35498" x="7162800" y="3181350"/>
          <p14:tracePt t="35508" x="7156450" y="3187700"/>
          <p14:tracePt t="35524" x="7150100" y="3200400"/>
          <p14:tracePt t="35542" x="7143750" y="3213100"/>
          <p14:tracePt t="35558" x="7131050" y="3219450"/>
          <p14:tracePt t="35574" x="7112000" y="3219450"/>
          <p14:tracePt t="35780" x="7118350" y="3219450"/>
          <p14:tracePt t="35926" x="7118350" y="3213100"/>
          <p14:tracePt t="35977" x="7124700" y="3213100"/>
          <p14:tracePt t="36387" x="7124700" y="3206750"/>
          <p14:tracePt t="36403" x="7131050" y="3206750"/>
          <p14:tracePt t="36419" x="7131050" y="3200400"/>
          <p14:tracePt t="36429" x="7137400" y="3200400"/>
          <p14:tracePt t="36486" x="7143750" y="3200400"/>
          <p14:tracePt t="37498" x="7143750" y="3194050"/>
          <p14:tracePt t="38066" x="7137400" y="3194050"/>
          <p14:tracePt t="38075" x="7131050" y="3194050"/>
          <p14:tracePt t="38091" x="7118350" y="3194050"/>
          <p14:tracePt t="38108" x="7099300" y="3206750"/>
          <p14:tracePt t="38125" x="7073900" y="3213100"/>
          <p14:tracePt t="38139" x="7042150" y="3225800"/>
          <p14:tracePt t="38159" x="7004050" y="3238500"/>
          <p14:tracePt t="38173" x="6959600" y="3251200"/>
          <p14:tracePt t="38192" x="6858000" y="3257550"/>
          <p14:tracePt t="38206" x="6788150" y="3263900"/>
          <p14:tracePt t="38224" x="6718300" y="3263900"/>
          <p14:tracePt t="38240" x="6629400" y="3263900"/>
          <p14:tracePt t="38245" x="6565900" y="3263900"/>
          <p14:tracePt t="38258" x="6508750" y="3263900"/>
          <p14:tracePt t="38275" x="6350000" y="3263900"/>
          <p14:tracePt t="38290" x="6172200" y="3257550"/>
          <p14:tracePt t="38307" x="5918200" y="3232150"/>
          <p14:tracePt t="38324" x="5689600" y="3200400"/>
          <p14:tracePt t="38342" x="5416550" y="3162300"/>
          <p14:tracePt t="38356" x="5073650" y="3124200"/>
          <p14:tracePt t="38375" x="4730750" y="3086100"/>
          <p14:tracePt t="38390" x="4241800" y="3035300"/>
          <p14:tracePt t="38409" x="4044950" y="3003550"/>
          <p14:tracePt t="38423" x="3886200" y="2978150"/>
          <p14:tracePt t="38442" x="3771900" y="2952750"/>
          <p14:tracePt t="38456" x="3702050" y="2946400"/>
          <p14:tracePt t="38473" x="3632200" y="2933700"/>
          <p14:tracePt t="38492" x="3517900" y="2914650"/>
          <p14:tracePt t="38509" x="3409950" y="2889250"/>
          <p14:tracePt t="38525" x="3302000" y="2863850"/>
          <p14:tracePt t="38542" x="3200400" y="2838450"/>
          <p14:tracePt t="38556" x="3136900" y="2819400"/>
          <p14:tracePt t="38575" x="3092450" y="2800350"/>
          <p14:tracePt t="38592" x="2990850" y="2800350"/>
          <p14:tracePt t="38607" x="2914650" y="2800350"/>
          <p14:tracePt t="38624" x="2863850" y="2800350"/>
          <p14:tracePt t="38640" x="2832100" y="2800350"/>
          <p14:tracePt t="38656" x="2825750" y="2806700"/>
          <p14:tracePt t="38672" x="2813050" y="2806700"/>
          <p14:tracePt t="38689" x="2800350" y="2819400"/>
          <p14:tracePt t="38706" x="2774950" y="2832100"/>
          <p14:tracePt t="38723" x="2749550" y="2844800"/>
          <p14:tracePt t="38739" x="2724150" y="2851150"/>
          <p14:tracePt t="38757" x="2705100" y="2863850"/>
          <p14:tracePt t="38773" x="2686050" y="2863850"/>
          <p14:tracePt t="38792" x="2660650" y="2876550"/>
          <p14:tracePt t="38808" x="2635250" y="2876550"/>
          <p14:tracePt t="38825" x="2603500" y="2876550"/>
          <p14:tracePt t="38841" x="2565400" y="2876550"/>
          <p14:tracePt t="38856" x="2540000" y="2876550"/>
          <p14:tracePt t="38875" x="2527300" y="2876550"/>
          <p14:tracePt t="38970" x="2533650" y="2876550"/>
          <p14:tracePt t="38981" x="2546350" y="2876550"/>
          <p14:tracePt t="38990" x="2565400" y="2882900"/>
          <p14:tracePt t="39008" x="2692400" y="2914650"/>
          <p14:tracePt t="39025" x="2813050" y="2940050"/>
          <p14:tracePt t="39041" x="2946400" y="2971800"/>
          <p14:tracePt t="39059" x="3105150" y="2997200"/>
          <p14:tracePt t="39074" x="3232150" y="3022600"/>
          <p14:tracePt t="39091" x="3321050" y="3048000"/>
          <p14:tracePt t="39107" x="3365500" y="3060700"/>
          <p14:tracePt t="39211" x="3371850" y="3060700"/>
          <p14:tracePt t="39304" x="3378200" y="3060700"/>
          <p14:tracePt t="39315" x="3384550" y="3060700"/>
          <p14:tracePt t="39338" x="3390900" y="3060700"/>
          <p14:tracePt t="46591" x="3390900" y="3067050"/>
          <p14:tracePt t="46607" x="3384550" y="3073400"/>
          <p14:tracePt t="46614" x="3378200" y="3073400"/>
          <p14:tracePt t="46626" x="3352800" y="3086100"/>
          <p14:tracePt t="46641" x="3295650" y="3098800"/>
          <p14:tracePt t="46658" x="3225800" y="3124200"/>
          <p14:tracePt t="46675" x="3168650" y="3143250"/>
          <p14:tracePt t="46691" x="3155950" y="3149600"/>
          <p14:tracePt t="46707" x="3155950" y="3155950"/>
          <p14:tracePt t="46938" x="3149600" y="3155950"/>
          <p14:tracePt t="46952" x="3092450" y="3155950"/>
          <p14:tracePt t="46962" x="2971800" y="3181350"/>
          <p14:tracePt t="46973" x="2921000" y="3194050"/>
          <p14:tracePt t="46992" x="2768600" y="3238500"/>
          <p14:tracePt t="47009" x="2673350" y="3263900"/>
          <p14:tracePt t="47025" x="2597150" y="3289300"/>
          <p14:tracePt t="47041" x="2546350" y="3308350"/>
          <p14:tracePt t="47057" x="2514600" y="3327400"/>
          <p14:tracePt t="47075" x="2482850" y="3346450"/>
          <p14:tracePt t="47091" x="2400300" y="3378200"/>
          <p14:tracePt t="47107" x="2330450" y="3397250"/>
          <p14:tracePt t="47123" x="2279650" y="3422650"/>
          <p14:tracePt t="47140" x="2209800" y="3435350"/>
          <p14:tracePt t="47157" x="2139950" y="3454400"/>
          <p14:tracePt t="47174" x="2095500" y="3467100"/>
          <p14:tracePt t="47190" x="2070100" y="3479800"/>
          <p14:tracePt t="47207" x="2025650" y="3492500"/>
          <p14:tracePt t="47223" x="1987550" y="3511550"/>
          <p14:tracePt t="47240" x="1917700" y="3530600"/>
          <p14:tracePt t="47259" x="1847850" y="3556000"/>
          <p14:tracePt t="47275" x="1790700" y="3575050"/>
          <p14:tracePt t="47292" x="1739900" y="3587750"/>
          <p14:tracePt t="47308" x="1695450" y="3606800"/>
          <p14:tracePt t="47326" x="1663700" y="3619500"/>
          <p14:tracePt t="47340" x="1631950" y="3632200"/>
          <p14:tracePt t="47357" x="1606550" y="3644900"/>
          <p14:tracePt t="47373" x="1568450" y="3663950"/>
          <p14:tracePt t="47390" x="1524000" y="3670300"/>
          <p14:tracePt t="47407" x="1498600" y="3683000"/>
          <p14:tracePt t="47423" x="1473200" y="3689350"/>
          <p14:tracePt t="47440" x="1473200" y="3695700"/>
          <p14:tracePt t="47458" x="1466850" y="3695700"/>
          <p14:tracePt t="47490" x="1460500" y="3695700"/>
          <p14:tracePt t="47536" x="1454150" y="3702050"/>
          <p14:tracePt t="47547" x="1447800" y="3702050"/>
          <p14:tracePt t="47559" x="1435100" y="3714750"/>
          <p14:tracePt t="47576" x="1403350" y="3721100"/>
          <p14:tracePt t="47589" x="1377950" y="3733800"/>
          <p14:tracePt t="47606" x="1352550" y="3740150"/>
          <p14:tracePt t="47622" x="1339850" y="3746500"/>
          <p14:tracePt t="47639" x="1320800" y="3752850"/>
          <p14:tracePt t="47656" x="1301750" y="3759200"/>
          <p14:tracePt t="47673" x="1289050" y="3765550"/>
          <p14:tracePt t="47690" x="1270000" y="3771900"/>
          <p14:tracePt t="47731" x="1263650" y="3771900"/>
          <p14:tracePt t="47752" x="1257300" y="3771900"/>
          <p14:tracePt t="47860" x="1257300" y="3778250"/>
          <p14:tracePt t="48641" x="1263650" y="3778250"/>
          <p14:tracePt t="48652" x="1365250" y="3721100"/>
          <p14:tracePt t="48660" x="1441450" y="3689350"/>
          <p14:tracePt t="48674" x="1708150" y="3581400"/>
          <p14:tracePt t="48691" x="2063750" y="3441700"/>
          <p14:tracePt t="48707" x="2451100" y="3302000"/>
          <p14:tracePt t="48723" x="2806700" y="3168650"/>
          <p14:tracePt t="48740" x="3060700" y="3054350"/>
          <p14:tracePt t="48748" x="3136900" y="3028950"/>
          <p14:tracePt t="48760" x="3238500" y="2984500"/>
          <p14:tracePt t="48775" x="3302000" y="2959100"/>
          <p14:tracePt t="48791" x="3327400" y="2940050"/>
          <p14:tracePt t="48809" x="3346450" y="2927350"/>
          <p14:tracePt t="48823" x="3359150" y="2921000"/>
          <p14:tracePt t="48840" x="3371850" y="2908300"/>
          <p14:tracePt t="48856" x="3384550" y="2901950"/>
          <p14:tracePt t="48875" x="3409950" y="2882900"/>
          <p14:tracePt t="48890" x="3441700" y="2863850"/>
          <p14:tracePt t="48908" x="3517900" y="2832100"/>
          <p14:tracePt t="48924" x="3625850" y="2774950"/>
          <p14:tracePt t="48940" x="3721100" y="2698750"/>
          <p14:tracePt t="48957" x="3765550" y="2647950"/>
          <p14:tracePt t="48973" x="3771900" y="2590800"/>
          <p14:tracePt t="48990" x="3771900" y="2571750"/>
          <p14:tracePt t="49009" x="3752850" y="2559050"/>
          <p14:tracePt t="49025" x="3733800" y="2552700"/>
          <p14:tracePt t="49039" x="3695700" y="2546350"/>
          <p14:tracePt t="49056" x="3644900" y="2546350"/>
          <p14:tracePt t="49073" x="3536950" y="2559050"/>
          <p14:tracePt t="49089" x="3467100" y="2578100"/>
          <p14:tracePt t="49106" x="3390900" y="2603500"/>
          <p14:tracePt t="49124" x="3321050" y="2628900"/>
          <p14:tracePt t="49141" x="3282950" y="2641600"/>
          <p14:tracePt t="49156" x="3257550" y="2647950"/>
          <p14:tracePt t="49174" x="3238500" y="2654300"/>
          <p14:tracePt t="49190" x="3225800" y="2660650"/>
          <p14:tracePt t="49284" x="3225800" y="2667000"/>
          <p14:tracePt t="49302" x="3232150" y="2673350"/>
          <p14:tracePt t="49312" x="3238500" y="2673350"/>
          <p14:tracePt t="49327" x="3244850" y="2673350"/>
          <p14:tracePt t="49437" x="3213100" y="2660650"/>
          <p14:tracePt t="49453" x="3079750" y="2635250"/>
          <p14:tracePt t="49462" x="2921000" y="2609850"/>
          <p14:tracePt t="49474" x="2844800" y="2590800"/>
          <p14:tracePt t="49491" x="2730500" y="2571750"/>
          <p14:tracePt t="49509" x="2667000" y="2571750"/>
          <p14:tracePt t="49524" x="2654300" y="2571750"/>
          <p14:tracePt t="49558" x="2654300" y="2597150"/>
          <p14:tracePt t="49574" x="2660650" y="2603500"/>
          <p14:tracePt t="49591" x="2679700" y="2641600"/>
          <p14:tracePt t="49607" x="2698750" y="2667000"/>
          <p14:tracePt t="49623" x="2711450" y="2679700"/>
          <p14:tracePt t="49640" x="2730500" y="2698750"/>
          <p14:tracePt t="49657" x="2749550" y="2717800"/>
          <p14:tracePt t="49673" x="2768600" y="2736850"/>
          <p14:tracePt t="49690" x="2794000" y="2755900"/>
          <p14:tracePt t="49708" x="2806700" y="2762250"/>
          <p14:tracePt t="49723" x="2813050" y="2768600"/>
          <p14:tracePt t="49773" x="2819400" y="2768600"/>
          <p14:tracePt t="49795" x="2825750" y="2768600"/>
          <p14:tracePt t="49802" x="2832100" y="2762250"/>
          <p14:tracePt t="49817" x="2844800" y="2749550"/>
          <p14:tracePt t="49830" x="2851150" y="2743200"/>
          <p14:tracePt t="49896" x="2838450" y="2736850"/>
          <p14:tracePt t="49909" x="2825750" y="2736850"/>
          <p14:tracePt t="49925" x="2806700" y="2736850"/>
          <p14:tracePt t="49940" x="2794000" y="2736850"/>
          <p14:tracePt t="49958" x="2774950" y="2736850"/>
          <p14:tracePt t="49974" x="2762250" y="2736850"/>
          <p14:tracePt t="50081" x="2762250" y="2743200"/>
          <p14:tracePt t="50092" x="2755900" y="2749550"/>
          <p14:tracePt t="50101" x="2755900" y="2755900"/>
          <p14:tracePt t="50127" x="2755900" y="2762250"/>
          <p14:tracePt t="50144" x="2755900" y="2768600"/>
          <p14:tracePt t="50336" x="2749550" y="2768600"/>
          <p14:tracePt t="50371" x="2743200" y="2768600"/>
          <p14:tracePt t="50381" x="2736850" y="2774950"/>
          <p14:tracePt t="50408" x="2730500" y="2774950"/>
          <p14:tracePt t="50449" x="2730500" y="2781300"/>
          <p14:tracePt t="51083" x="2724150" y="2781300"/>
          <p14:tracePt t="51219" x="2717800" y="2781300"/>
          <p14:tracePt t="51230" x="2711450" y="2787650"/>
          <p14:tracePt t="51246" x="2705100" y="2787650"/>
          <p14:tracePt t="51258" x="2698750" y="2794000"/>
          <p14:tracePt t="51275" x="2686050" y="2806700"/>
          <p14:tracePt t="51291" x="2673350" y="2813050"/>
          <p14:tracePt t="51309" x="2660650" y="2832100"/>
          <p14:tracePt t="51326" x="2647950" y="2844800"/>
          <p14:tracePt t="51341" x="2647950" y="2863850"/>
          <p14:tracePt t="51455" x="2647950" y="2870200"/>
          <p14:tracePt t="51478" x="2647950" y="2876550"/>
          <p14:tracePt t="51486" x="2654300" y="2882900"/>
          <p14:tracePt t="51496" x="2660650" y="2882900"/>
          <p14:tracePt t="51508" x="2686050" y="2889250"/>
          <p14:tracePt t="51525" x="2698750" y="2895600"/>
          <p14:tracePt t="51542" x="2717800" y="2901950"/>
          <p14:tracePt t="51559" x="2730500" y="2901950"/>
          <p14:tracePt t="51576" x="2749550" y="2908300"/>
          <p14:tracePt t="51590" x="2768600" y="2908300"/>
          <p14:tracePt t="51608" x="2794000" y="2914650"/>
          <p14:tracePt t="51623" x="2806700" y="2914650"/>
          <p14:tracePt t="51641" x="2832100" y="2914650"/>
          <p14:tracePt t="51657" x="2844800" y="2914650"/>
          <p14:tracePt t="51675" x="2870200" y="2914650"/>
          <p14:tracePt t="51690" x="2889250" y="2914650"/>
          <p14:tracePt t="51707" x="2908300" y="2914650"/>
          <p14:tracePt t="51724" x="2914650" y="2914650"/>
          <p14:tracePt t="51816" x="2895600" y="2921000"/>
          <p14:tracePt t="51827" x="2876550" y="2933700"/>
          <p14:tracePt t="51842" x="2857500" y="2946400"/>
          <p14:tracePt t="51857" x="2825750" y="2952750"/>
          <p14:tracePt t="51875" x="2806700" y="2959100"/>
          <p14:tracePt t="51890" x="2794000" y="2959100"/>
          <p14:tracePt t="51909" x="2787650" y="2959100"/>
          <p14:tracePt t="52113" x="2800350" y="2952750"/>
          <p14:tracePt t="52142" x="2819400" y="2946400"/>
          <p14:tracePt t="52156" x="2838450" y="2940050"/>
          <p14:tracePt t="52176" x="2863850" y="2933700"/>
          <p14:tracePt t="52190" x="2876550" y="2933700"/>
          <p14:tracePt t="52208" x="2895600" y="2927350"/>
          <p14:tracePt t="52225" x="2908300" y="2927350"/>
          <p14:tracePt t="52242" x="2914650" y="2927350"/>
          <p14:tracePt t="52297" x="2921000" y="2927350"/>
          <p14:tracePt t="74281" x="2927350" y="2927350"/>
          <p14:tracePt t="74293" x="2933700" y="2927350"/>
          <p14:tracePt t="74312" x="2940050" y="2927350"/>
          <p14:tracePt t="74376" x="2933700" y="2927350"/>
          <p14:tracePt t="74385" x="2921000" y="2933700"/>
          <p14:tracePt t="74395" x="2889250" y="2997200"/>
          <p14:tracePt t="74407" x="2876550" y="3060700"/>
          <p14:tracePt t="74424" x="2851150" y="3219450"/>
          <p14:tracePt t="74441" x="2838450" y="3276600"/>
          <p14:tracePt t="74871" x="2832100" y="3276600"/>
          <p14:tracePt t="74880" x="2800350" y="3244850"/>
          <p14:tracePt t="74890" x="2794000" y="3238500"/>
          <p14:tracePt t="74909" x="2794000" y="3219450"/>
          <p14:tracePt t="74925" x="2794000" y="3213100"/>
          <p14:tracePt t="74987" x="2787650" y="3213100"/>
          <p14:tracePt t="74998" x="2787650" y="3206750"/>
          <p14:tracePt t="75009" x="2781300" y="3200400"/>
          <p14:tracePt t="75046" x="2781300" y="3194050"/>
          <p14:tracePt t="75055" x="2787650" y="3194050"/>
          <p14:tracePt t="75079" x="2787650" y="3187700"/>
          <p14:tracePt t="75409" x="2787650" y="3181350"/>
          <p14:tracePt t="75429" x="2781300" y="3175000"/>
          <p14:tracePt t="75438" x="2781300" y="3162300"/>
          <p14:tracePt t="75449" x="2762250" y="3143250"/>
          <p14:tracePt t="75457" x="2749550" y="3136900"/>
          <p14:tracePt t="75474" x="2736850" y="3111500"/>
          <p14:tracePt t="75493" x="2730500" y="3067050"/>
          <p14:tracePt t="75509" x="2724150" y="3048000"/>
          <p14:tracePt t="75526" x="2724150" y="3022600"/>
          <p14:tracePt t="75542" x="2724150" y="3003550"/>
          <p14:tracePt t="75559" x="2730500" y="2990850"/>
          <p14:tracePt t="75573" x="2730500" y="2971800"/>
          <p14:tracePt t="75593" x="2730500" y="2965450"/>
          <p14:tracePt t="75607" x="2736850" y="2959100"/>
          <p14:tracePt t="75627" x="2743200" y="2940050"/>
          <p14:tracePt t="75640" x="2743200" y="2933700"/>
          <p14:tracePt t="75697" x="2743200" y="2927350"/>
          <p14:tracePt t="75960" x="2749550" y="2927350"/>
          <p14:tracePt t="75969" x="2755900" y="2921000"/>
          <p14:tracePt t="75974" x="2762250" y="2921000"/>
          <p14:tracePt t="75991" x="2781300" y="2901950"/>
          <p14:tracePt t="76008" x="2832100" y="2882900"/>
          <p14:tracePt t="76025" x="2882900" y="2857500"/>
          <p14:tracePt t="76041" x="2946400" y="2832100"/>
          <p14:tracePt t="76058" x="3022600" y="2813050"/>
          <p14:tracePt t="76076" x="3130550" y="2787650"/>
          <p14:tracePt t="76093" x="3200400" y="2774950"/>
          <p14:tracePt t="76108" x="3263900" y="2762250"/>
          <p14:tracePt t="76126" x="3314700" y="2755900"/>
          <p14:tracePt t="76142" x="3359150" y="2755900"/>
          <p14:tracePt t="76159" x="3397250" y="2755900"/>
          <p14:tracePt t="76174" x="3473450" y="2749550"/>
          <p14:tracePt t="76192" x="3511550" y="2749550"/>
          <p14:tracePt t="76207" x="3543300" y="2749550"/>
          <p14:tracePt t="76224" x="3581400" y="2749550"/>
          <p14:tracePt t="76242" x="3606800" y="2749550"/>
          <p14:tracePt t="76248" x="3619500" y="2749550"/>
          <p14:tracePt t="76258" x="3632200" y="2749550"/>
          <p14:tracePt t="76277" x="3651250" y="2749550"/>
          <p14:tracePt t="76791" x="3644900" y="2755900"/>
          <p14:tracePt t="76798" x="3632200" y="2762250"/>
          <p14:tracePt t="76812" x="3575050" y="2787650"/>
          <p14:tracePt t="76827" x="3492500" y="2813050"/>
          <p14:tracePt t="76843" x="3352800" y="2876550"/>
          <p14:tracePt t="76858" x="3079750" y="2990850"/>
          <p14:tracePt t="76876" x="2686050" y="3162300"/>
          <p14:tracePt t="76891" x="2178050" y="3327400"/>
          <p14:tracePt t="76909" x="1746250" y="3473450"/>
          <p14:tracePt t="76926" x="1377950" y="3613150"/>
          <p14:tracePt t="76942" x="1263650" y="3670300"/>
          <p14:tracePt t="76958" x="1181100" y="3708400"/>
          <p14:tracePt t="76974" x="1130300" y="3727450"/>
          <p14:tracePt t="76992" x="1104900" y="3746500"/>
          <p14:tracePt t="77009" x="1079500" y="3765550"/>
          <p14:tracePt t="77026" x="1060450" y="3784600"/>
          <p14:tracePt t="77041" x="1035050" y="3810000"/>
          <p14:tracePt t="77058" x="1016000" y="3822700"/>
          <p14:tracePt t="77074" x="996950" y="3835400"/>
          <p14:tracePt t="77091" x="977900" y="3854450"/>
          <p14:tracePt t="77107" x="965200" y="3873500"/>
          <p14:tracePt t="77124" x="946150" y="3892550"/>
          <p14:tracePt t="77141" x="914400" y="3917950"/>
          <p14:tracePt t="77158" x="895350" y="3937000"/>
          <p14:tracePt t="77173" x="869950" y="3956050"/>
          <p14:tracePt t="77190" x="844550" y="3975100"/>
          <p14:tracePt t="77207" x="831850" y="3994150"/>
          <p14:tracePt t="77223" x="812800" y="4013200"/>
          <p14:tracePt t="77242" x="806450" y="4013200"/>
          <p14:tracePt t="77289" x="819150" y="4006850"/>
          <p14:tracePt t="77307" x="838200" y="3994150"/>
          <p14:tracePt t="77322" x="869950" y="3975100"/>
          <p14:tracePt t="77338" x="946150" y="3949700"/>
          <p14:tracePt t="77357" x="1092200" y="3911600"/>
          <p14:tracePt t="77373" x="1200150" y="3886200"/>
          <p14:tracePt t="77389" x="1282700" y="3860800"/>
          <p14:tracePt t="77406" x="1346200" y="3841750"/>
          <p14:tracePt t="77421" x="1416050" y="3822700"/>
          <p14:tracePt t="77436" x="1460500" y="3803650"/>
          <p14:tracePt t="77451" x="1479550" y="3797300"/>
          <p14:tracePt t="77466" x="1498600" y="3784600"/>
          <p14:tracePt t="77482" x="1504950" y="3784600"/>
          <p14:tracePt t="77496" x="1511300" y="3778250"/>
          <p14:tracePt t="77556" x="1517650" y="3778250"/>
          <p14:tracePt t="77578" x="1524000" y="3771900"/>
          <p14:tracePt t="77591" x="1530350" y="3771900"/>
          <p14:tracePt t="77614" x="1536700" y="3771900"/>
          <p14:tracePt t="77628" x="1536700" y="3765550"/>
          <p14:tracePt t="77661" x="1543050" y="3765550"/>
          <p14:tracePt t="77700" x="1543050" y="3759200"/>
          <p14:tracePt t="77723" x="1549400" y="3759200"/>
          <p14:tracePt t="77736" x="1555750" y="3759200"/>
          <p14:tracePt t="77911" x="1549400" y="3759200"/>
          <p14:tracePt t="77922" x="1517650" y="3759200"/>
          <p14:tracePt t="77941" x="1454150" y="3759200"/>
          <p14:tracePt t="77957" x="1377950" y="3759200"/>
          <p14:tracePt t="77976" x="1212850" y="3765550"/>
          <p14:tracePt t="77992" x="1123950" y="3765550"/>
          <p14:tracePt t="78009" x="1047750" y="3759200"/>
          <p14:tracePt t="78026" x="1041400" y="3746500"/>
          <p14:tracePt t="78062" x="1041400" y="3740150"/>
          <p14:tracePt t="78078" x="1047750" y="3740150"/>
          <p14:tracePt t="78090" x="1054100" y="3727450"/>
          <p14:tracePt t="78108" x="1079500" y="3714750"/>
          <p14:tracePt t="78127" x="1104900" y="3714750"/>
          <p14:tracePt t="78141" x="1181100" y="3702050"/>
          <p14:tracePt t="78159" x="1276350" y="3695700"/>
          <p14:tracePt t="78174" x="1377950" y="3695700"/>
          <p14:tracePt t="78191" x="1447800" y="3695700"/>
          <p14:tracePt t="78207" x="1492250" y="3695700"/>
          <p14:tracePt t="78226" x="1517650" y="3695700"/>
          <p14:tracePt t="78263" x="1524000" y="3702050"/>
          <p14:tracePt t="78283" x="1524000" y="3708400"/>
          <p14:tracePt t="78292" x="1524000" y="3721100"/>
          <p14:tracePt t="78309" x="1517650" y="3740150"/>
          <p14:tracePt t="78326" x="1511300" y="3759200"/>
          <p14:tracePt t="78341" x="1498600" y="3778250"/>
          <p14:tracePt t="78360" x="1485900" y="3797300"/>
          <p14:tracePt t="78376" x="1479550" y="3822700"/>
          <p14:tracePt t="78391" x="1479550" y="3841750"/>
          <p14:tracePt t="78408" x="1479550" y="3848100"/>
          <p14:tracePt t="78440" x="1492250" y="3860800"/>
          <p14:tracePt t="78457" x="1511300" y="3879850"/>
          <p14:tracePt t="78474" x="1530350" y="3898900"/>
          <p14:tracePt t="78493" x="1549400" y="3917950"/>
          <p14:tracePt t="78509" x="1574800" y="3930650"/>
          <p14:tracePt t="78526" x="1606550" y="3943350"/>
          <p14:tracePt t="78541" x="1676400" y="3962400"/>
          <p14:tracePt t="78559" x="1727200" y="3968750"/>
          <p14:tracePt t="78575" x="1784350" y="3981450"/>
          <p14:tracePt t="78593" x="1816100" y="3987800"/>
          <p14:tracePt t="78609" x="1847850" y="3987800"/>
          <p14:tracePt t="78624" x="1879600" y="3987800"/>
          <p14:tracePt t="78641" x="1924050" y="3987800"/>
          <p14:tracePt t="78657" x="1968500" y="3987800"/>
          <p14:tracePt t="78674" x="2032000" y="3987800"/>
          <p14:tracePt t="78691" x="2082800" y="3987800"/>
          <p14:tracePt t="78707" x="2139950" y="3987800"/>
          <p14:tracePt t="78724" x="2184400" y="3987800"/>
          <p14:tracePt t="78742" x="2247900" y="3987800"/>
          <p14:tracePt t="78751" x="2311400" y="3981450"/>
          <p14:tracePt t="78760" x="2349500" y="3975100"/>
          <p14:tracePt t="78776" x="2425700" y="3968750"/>
          <p14:tracePt t="78792" x="2514600" y="3962400"/>
          <p14:tracePt t="78808" x="2590800" y="3962400"/>
          <p14:tracePt t="78824" x="2660650" y="3962400"/>
          <p14:tracePt t="78843" x="2730500" y="3962400"/>
          <p14:tracePt t="78857" x="2794000" y="3968750"/>
          <p14:tracePt t="78874" x="2838450" y="3968750"/>
          <p14:tracePt t="78890" x="2876550" y="3968750"/>
          <p14:tracePt t="78907" x="2901950" y="3975100"/>
          <p14:tracePt t="78924" x="2927350" y="3975100"/>
          <p14:tracePt t="78941" x="2946400" y="3981450"/>
          <p14:tracePt t="78958" x="2971800" y="3981450"/>
          <p14:tracePt t="78974" x="2990850" y="3987800"/>
          <p14:tracePt t="78992" x="3022600" y="3987800"/>
          <p14:tracePt t="79009" x="3035300" y="3987800"/>
          <p14:tracePt t="79026" x="3060700" y="3994150"/>
          <p14:tracePt t="79041" x="3086100" y="4000500"/>
          <p14:tracePt t="79060" x="3111500" y="4006850"/>
          <p14:tracePt t="79075" x="3130550" y="4013200"/>
          <p14:tracePt t="79092" x="3143250" y="4013200"/>
          <p14:tracePt t="79108" x="3155950" y="4013200"/>
          <p14:tracePt t="79124" x="3162300" y="4019550"/>
          <p14:tracePt t="79274" x="3168650" y="4019550"/>
          <p14:tracePt t="79286" x="3187700" y="4019550"/>
          <p14:tracePt t="79294" x="3194050" y="4019550"/>
          <p14:tracePt t="79310" x="3238500" y="4025900"/>
          <p14:tracePt t="79327" x="3321050" y="4025900"/>
          <p14:tracePt t="79343" x="3467100" y="4032250"/>
          <p14:tracePt t="79357" x="3638550" y="4051300"/>
          <p14:tracePt t="79374" x="3810000" y="4070350"/>
          <p14:tracePt t="79391" x="3968750" y="4089400"/>
          <p14:tracePt t="79410" x="4140200" y="4114800"/>
          <p14:tracePt t="79425" x="4229100" y="4121150"/>
          <p14:tracePt t="79441" x="4298950" y="4133850"/>
          <p14:tracePt t="79458" x="4362450" y="4133850"/>
          <p14:tracePt t="79474" x="4432300" y="4140200"/>
          <p14:tracePt t="79492" x="4502150" y="4140200"/>
          <p14:tracePt t="79510" x="4629150" y="4159250"/>
          <p14:tracePt t="79526" x="4718050" y="4171950"/>
          <p14:tracePt t="79543" x="4787900" y="4178300"/>
          <p14:tracePt t="79559" x="4826000" y="4184650"/>
          <p14:tracePt t="79576" x="4838700" y="4191000"/>
          <p14:tracePt t="79593" x="4845050" y="4191000"/>
          <p14:tracePt t="79671" x="4851400" y="4191000"/>
          <p14:tracePt t="79681" x="4857750" y="4191000"/>
          <p14:tracePt t="79691" x="4864100" y="4191000"/>
          <p14:tracePt t="79708" x="4876800" y="4184650"/>
          <p14:tracePt t="79724" x="4902200" y="4178300"/>
          <p14:tracePt t="79743" x="4959350" y="4159250"/>
          <p14:tracePt t="79749" x="4997450" y="4152900"/>
          <p14:tracePt t="79758" x="5041900" y="4146550"/>
          <p14:tracePt t="79775" x="5226050" y="4140200"/>
          <p14:tracePt t="79791" x="5378450" y="4140200"/>
          <p14:tracePt t="79808" x="5480050" y="4140200"/>
          <p14:tracePt t="79824" x="5581650" y="4140200"/>
          <p14:tracePt t="79840" x="5651500" y="4140200"/>
          <p14:tracePt t="79857" x="5695950" y="4127500"/>
          <p14:tracePt t="79874" x="5753100" y="4108450"/>
          <p14:tracePt t="79890" x="5797550" y="4095750"/>
          <p14:tracePt t="79907" x="5848350" y="4083050"/>
          <p14:tracePt t="79924" x="5886450" y="4076700"/>
          <p14:tracePt t="79941" x="5911850" y="4070350"/>
          <p14:tracePt t="79958" x="5937250" y="4064000"/>
          <p14:tracePt t="79974" x="5943600" y="4064000"/>
          <p14:tracePt t="80212" x="5937250" y="4064000"/>
          <p14:tracePt t="80220" x="5918200" y="4064000"/>
          <p14:tracePt t="80230" x="5886450" y="4070350"/>
          <p14:tracePt t="80243" x="5784850" y="4089400"/>
          <p14:tracePt t="80259" x="5619750" y="4114800"/>
          <p14:tracePt t="80277" x="5359400" y="4140200"/>
          <p14:tracePt t="80290" x="4972050" y="4165600"/>
          <p14:tracePt t="80308" x="4254500" y="4184650"/>
          <p14:tracePt t="80325" x="3911600" y="4184650"/>
          <p14:tracePt t="80342" x="3594100" y="4171950"/>
          <p14:tracePt t="80358" x="3416300" y="4171950"/>
          <p14:tracePt t="80374" x="3270250" y="4171950"/>
          <p14:tracePt t="80390" x="3162300" y="4171950"/>
          <p14:tracePt t="80407" x="3016250" y="4171950"/>
          <p14:tracePt t="80423" x="2933700" y="4171950"/>
          <p14:tracePt t="80440" x="2851150" y="4159250"/>
          <p14:tracePt t="80456" x="2781300" y="4152900"/>
          <p14:tracePt t="80473" x="2711450" y="4146550"/>
          <p14:tracePt t="80491" x="2628900" y="4146550"/>
          <p14:tracePt t="80508" x="2546350" y="4140200"/>
          <p14:tracePt t="80525" x="2419350" y="4140200"/>
          <p14:tracePt t="80541" x="2336800" y="4140200"/>
          <p14:tracePt t="80558" x="2266950" y="4133850"/>
          <p14:tracePt t="80576" x="2228850" y="4133850"/>
          <p14:tracePt t="80591" x="2222500" y="4133850"/>
          <p14:tracePt t="80639" x="2216150" y="4133850"/>
          <p14:tracePt t="80654" x="2209800" y="4133850"/>
          <p14:tracePt t="80666" x="2197100" y="4133850"/>
          <p14:tracePt t="80677" x="2178050" y="4133850"/>
          <p14:tracePt t="80691" x="2171700" y="4127500"/>
          <p14:tracePt t="80709" x="2165350" y="4127500"/>
          <p14:tracePt t="80724" x="2159000" y="4127500"/>
          <p14:tracePt t="80780" x="2159000" y="4121150"/>
          <p14:tracePt t="80874" x="2159000" y="4114800"/>
          <p14:tracePt t="80894" x="2165350" y="4114800"/>
          <p14:tracePt t="80906" x="2171700" y="4108450"/>
          <p14:tracePt t="80922" x="2178050" y="4108450"/>
          <p14:tracePt t="80963" x="2184400" y="4102100"/>
          <p14:tracePt t="80972" x="2184400" y="4095750"/>
          <p14:tracePt t="80983" x="2190750" y="4095750"/>
          <p14:tracePt t="81012" x="2197100" y="4089400"/>
          <p14:tracePt t="81024" x="2203450" y="4089400"/>
          <p14:tracePt t="81036" x="2209800" y="4089400"/>
          <p14:tracePt t="81042" x="2216150" y="4089400"/>
          <p14:tracePt t="81058" x="2222500" y="4089400"/>
          <p14:tracePt t="81075" x="2247900" y="4083050"/>
          <p14:tracePt t="81091" x="2266950" y="4076700"/>
          <p14:tracePt t="81109" x="2279650" y="4076700"/>
          <p14:tracePt t="81125" x="2305050" y="4064000"/>
          <p14:tracePt t="81141" x="2324100" y="4057650"/>
          <p14:tracePt t="81159" x="2368550" y="4044950"/>
          <p14:tracePt t="81175" x="2393950" y="4044950"/>
          <p14:tracePt t="81191" x="2419350" y="4032250"/>
          <p14:tracePt t="81207" x="2444750" y="4025900"/>
          <p14:tracePt t="81226" x="2463800" y="4025900"/>
          <p14:tracePt t="81231" x="2470150" y="4025900"/>
          <p14:tracePt t="81242" x="2482850" y="4025900"/>
          <p14:tracePt t="81259" x="2489200" y="4025900"/>
          <p14:tracePt t="81328" x="2489200" y="4019550"/>
          <p14:tracePt t="81381" x="2476500" y="4019550"/>
          <p14:tracePt t="81398" x="2470150" y="4019550"/>
          <p14:tracePt t="81412" x="2457450" y="4019550"/>
          <p14:tracePt t="81426" x="2438400" y="4019550"/>
          <p14:tracePt t="81442" x="2425700" y="4019550"/>
          <p14:tracePt t="81457" x="2419350" y="4019550"/>
          <p14:tracePt t="81493" x="2413000" y="4019550"/>
          <p14:tracePt t="81611" x="2425700" y="4019550"/>
          <p14:tracePt t="81621" x="2432050" y="4019550"/>
          <p14:tracePt t="81630" x="2444750" y="4019550"/>
          <p14:tracePt t="81641" x="2457450" y="4019550"/>
          <p14:tracePt t="81658" x="2470150" y="4019550"/>
          <p14:tracePt t="81674" x="2501900" y="4019550"/>
          <p14:tracePt t="81691" x="2540000" y="4019550"/>
          <p14:tracePt t="81707" x="2559050" y="4019550"/>
          <p14:tracePt t="81724" x="2578100" y="4019550"/>
          <p14:tracePt t="81742" x="2590800" y="4019550"/>
          <p14:tracePt t="81759" x="2603500" y="4019550"/>
          <p14:tracePt t="81797" x="2609850" y="4019550"/>
          <p14:tracePt t="82264" x="2616200" y="4019550"/>
          <p14:tracePt t="82282" x="2622550" y="4019550"/>
          <p14:tracePt t="82331" x="2635250" y="4032250"/>
          <p14:tracePt t="82339" x="2641600" y="4032250"/>
          <p14:tracePt t="82355" x="2654300" y="4044950"/>
          <p14:tracePt t="82362" x="2667000" y="4057650"/>
          <p14:tracePt t="82375" x="2673350" y="4064000"/>
          <p14:tracePt t="82390" x="2692400" y="4076700"/>
          <p14:tracePt t="82409" x="2705100" y="4089400"/>
          <p14:tracePt t="82425" x="2711450" y="4089400"/>
          <p14:tracePt t="82441" x="2711450" y="4095750"/>
          <p14:tracePt t="82459" x="2724150" y="4102100"/>
          <p14:tracePt t="82476" x="2743200" y="4121150"/>
          <p14:tracePt t="82493" x="2762250" y="4140200"/>
          <p14:tracePt t="82508" x="2774950" y="4152900"/>
          <p14:tracePt t="82525" x="2781300" y="4159250"/>
          <p14:tracePt t="82542" x="2787650" y="4171950"/>
          <p14:tracePt t="82559" x="2800350" y="4191000"/>
          <p14:tracePt t="82577" x="2813050" y="4210050"/>
          <p14:tracePt t="82661" x="2819400" y="4210050"/>
          <p14:tracePt t="82754" x="2819400" y="4203700"/>
          <p14:tracePt t="82763" x="2825750" y="4203700"/>
          <p14:tracePt t="82784" x="2832100" y="4197350"/>
          <p14:tracePt t="82800" x="2832100" y="4191000"/>
          <p14:tracePt t="82816" x="2838450" y="4191000"/>
          <p14:tracePt t="82837" x="2838450" y="4184650"/>
          <p14:tracePt t="82856" x="2838450" y="4178300"/>
          <p14:tracePt t="82922" x="2844800" y="4178300"/>
          <p14:tracePt t="83348" x="2844800" y="4171950"/>
          <p14:tracePt t="83362" x="2851150" y="4165600"/>
          <p14:tracePt t="83371" x="2857500" y="4159250"/>
          <p14:tracePt t="83378" x="2863850" y="4152900"/>
          <p14:tracePt t="83391" x="2870200" y="4152900"/>
          <p14:tracePt t="83408" x="2870200" y="4140200"/>
          <p14:tracePt t="83482" x="2876550" y="4140200"/>
          <p14:tracePt t="83780" x="2882900" y="4140200"/>
          <p14:tracePt t="83794" x="2889250" y="4133850"/>
          <p14:tracePt t="83813" x="2895600" y="4133850"/>
          <p14:tracePt t="84031" x="2889250" y="4133850"/>
          <p14:tracePt t="84064" x="2882900" y="4133850"/>
          <p14:tracePt t="84228" x="2895600" y="4127500"/>
          <p14:tracePt t="84236" x="2908300" y="4121150"/>
          <p14:tracePt t="84258" x="2927350" y="4121150"/>
          <p14:tracePt t="84276" x="2940050" y="4121150"/>
          <p14:tracePt t="84291" x="2952750" y="4121150"/>
          <p14:tracePt t="84309" x="2971800" y="4121150"/>
          <p14:tracePt t="84326" x="2978150" y="4121150"/>
          <p14:tracePt t="84343" x="2990850" y="4121150"/>
          <p14:tracePt t="84357" x="3009900" y="4121150"/>
          <p14:tracePt t="84375" x="3022600" y="4121150"/>
          <p14:tracePt t="84393" x="3028950" y="4121150"/>
          <p14:tracePt t="84407" x="3035300" y="4121150"/>
          <p14:tracePt t="84572" x="3028950" y="4127500"/>
          <p14:tracePt t="84580" x="2997200" y="4127500"/>
          <p14:tracePt t="84591" x="2914650" y="4133850"/>
          <p14:tracePt t="84609" x="2819400" y="4140200"/>
          <p14:tracePt t="84626" x="2711450" y="4140200"/>
          <p14:tracePt t="84642" x="2597150" y="4127500"/>
          <p14:tracePt t="84660" x="2476500" y="4108450"/>
          <p14:tracePt t="84676" x="2374900" y="4089400"/>
          <p14:tracePt t="84691" x="2266950" y="4051300"/>
          <p14:tracePt t="84707" x="2190750" y="4025900"/>
          <p14:tracePt t="84724" x="2120900" y="4006850"/>
          <p14:tracePt t="84743" x="2057400" y="3981450"/>
          <p14:tracePt t="84749" x="2038350" y="3968750"/>
          <p14:tracePt t="84761" x="2006600" y="3949700"/>
          <p14:tracePt t="84777" x="1993900" y="3943350"/>
          <p14:tracePt t="84790" x="1974850" y="3924300"/>
          <p14:tracePt t="84810" x="1949450" y="3898900"/>
          <p14:tracePt t="84824" x="1924050" y="3879850"/>
          <p14:tracePt t="84840" x="1911350" y="3860800"/>
          <p14:tracePt t="84858" x="1885950" y="3841750"/>
          <p14:tracePt t="84876" x="1866900" y="3822700"/>
          <p14:tracePt t="84892" x="1847850" y="3803650"/>
          <p14:tracePt t="84910" x="1822450" y="3778250"/>
          <p14:tracePt t="84925" x="1803400" y="3771900"/>
          <p14:tracePt t="84940" x="1784350" y="3759200"/>
          <p14:tracePt t="84957" x="1765300" y="3759200"/>
          <p14:tracePt t="84974" x="1758950" y="3759200"/>
          <p14:tracePt t="85170" x="1758950" y="3752850"/>
          <p14:tracePt t="85212" x="1758950" y="3746500"/>
          <p14:tracePt t="85222" x="1765300" y="3740150"/>
          <p14:tracePt t="85231" x="1771650" y="3740150"/>
          <p14:tracePt t="85236" x="1778000" y="3733800"/>
          <p14:tracePt t="85248" x="1784350" y="3727450"/>
          <p14:tracePt t="85259" x="1790700" y="3721100"/>
          <p14:tracePt t="85277" x="1809750" y="3702050"/>
          <p14:tracePt t="85292" x="1822450" y="3702050"/>
          <p14:tracePt t="85309" x="1835150" y="3695700"/>
          <p14:tracePt t="85326" x="1854200" y="3695700"/>
          <p14:tracePt t="85343" x="1873250" y="3695700"/>
          <p14:tracePt t="85360" x="1898650" y="3702050"/>
          <p14:tracePt t="85377" x="1917700" y="3708400"/>
          <p14:tracePt t="85392" x="1930400" y="3708400"/>
          <p14:tracePt t="85408" x="1936750" y="3708400"/>
          <p14:tracePt t="85426" x="1955800" y="3708400"/>
          <p14:tracePt t="85441" x="1968500" y="3708400"/>
          <p14:tracePt t="85457" x="1981200" y="3708400"/>
          <p14:tracePt t="85477" x="1987550" y="3708400"/>
          <p14:tracePt t="85492" x="2000250" y="3708400"/>
          <p14:tracePt t="85509" x="2006600" y="3714750"/>
          <p14:tracePt t="85527" x="2019300" y="3714750"/>
          <p14:tracePt t="85605" x="2025650" y="3714750"/>
          <p14:tracePt t="85628" x="2032000" y="3714750"/>
          <p14:tracePt t="85637" x="2038350" y="3714750"/>
          <p14:tracePt t="85655" x="2044700" y="3714750"/>
          <p14:tracePt t="85861" x="2051050" y="3714750"/>
          <p14:tracePt t="85869" x="2051050" y="3708400"/>
          <p14:tracePt t="85877" x="2057400" y="3708400"/>
          <p14:tracePt t="85892" x="2082800" y="3702050"/>
          <p14:tracePt t="85908" x="2120900" y="3695700"/>
          <p14:tracePt t="85927" x="2190750" y="3695700"/>
          <p14:tracePt t="85940" x="2241550" y="3695700"/>
          <p14:tracePt t="85957" x="2286000" y="3695700"/>
          <p14:tracePt t="85974" x="2305050" y="3695700"/>
          <p14:tracePt t="85993" x="2311400" y="3695700"/>
          <p14:tracePt t="86007" x="2317750" y="3695700"/>
          <p14:tracePt t="86423" x="2324100" y="3695700"/>
          <p14:tracePt t="86436" x="2336800" y="3695700"/>
          <p14:tracePt t="86446" x="2343150" y="3695700"/>
          <p14:tracePt t="86459" x="2362200" y="3689350"/>
          <p14:tracePt t="86474" x="2393950" y="3689350"/>
          <p14:tracePt t="86492" x="2457450" y="3689350"/>
          <p14:tracePt t="86510" x="2546350" y="3689350"/>
          <p14:tracePt t="86526" x="2673350" y="3695700"/>
          <p14:tracePt t="86543" x="2806700" y="3714750"/>
          <p14:tracePt t="86559" x="2927350" y="3733800"/>
          <p14:tracePt t="86576" x="3041650" y="3765550"/>
          <p14:tracePt t="86593" x="3073400" y="3771900"/>
          <p14:tracePt t="86608" x="3086100" y="3784600"/>
          <p14:tracePt t="86626" x="3098800" y="3784600"/>
          <p14:tracePt t="86660" x="3111500" y="3803650"/>
          <p14:tracePt t="86674" x="3117850" y="3829050"/>
          <p14:tracePt t="86692" x="3124200" y="3879850"/>
          <p14:tracePt t="86707" x="3124200" y="3949700"/>
          <p14:tracePt t="86724" x="3124200" y="3994150"/>
          <p14:tracePt t="86743" x="3130550" y="4025900"/>
          <p14:tracePt t="86746" x="3130550" y="4044950"/>
          <p14:tracePt t="86758" x="3136900" y="4051300"/>
          <p14:tracePt t="86775" x="3136900" y="4064000"/>
          <p14:tracePt t="87055" x="3143250" y="4064000"/>
          <p14:tracePt t="87064" x="3143250" y="4051300"/>
          <p14:tracePt t="87073" x="3143250" y="4044950"/>
          <p14:tracePt t="87092" x="3155950" y="4025900"/>
          <p14:tracePt t="87108" x="3175000" y="4000500"/>
          <p14:tracePt t="87125" x="3238500" y="3930650"/>
          <p14:tracePt t="87141" x="3321050" y="3867150"/>
          <p14:tracePt t="87159" x="3441700" y="3797300"/>
          <p14:tracePt t="87174" x="3613150" y="3714750"/>
          <p14:tracePt t="87190" x="3854450" y="3644900"/>
          <p14:tracePt t="87207" x="4083050" y="3613150"/>
          <p14:tracePt t="87225" x="4387850" y="3587750"/>
          <p14:tracePt t="87241" x="4540250" y="3587750"/>
          <p14:tracePt t="87258" x="4641850" y="3594100"/>
          <p14:tracePt t="87275" x="4705350" y="3613150"/>
          <p14:tracePt t="87291" x="4718050" y="3619500"/>
          <p14:tracePt t="87307" x="4724400" y="3632200"/>
          <p14:tracePt t="87326" x="4749800" y="3657600"/>
          <p14:tracePt t="87343" x="4768850" y="3683000"/>
          <p14:tracePt t="87357" x="4781550" y="3733800"/>
          <p14:tracePt t="87377" x="4800600" y="3778250"/>
          <p14:tracePt t="87390" x="4806950" y="3829050"/>
          <p14:tracePt t="87410" x="4813300" y="3860800"/>
          <p14:tracePt t="87425" x="4819650" y="3892550"/>
          <p14:tracePt t="87443" x="4826000" y="3905250"/>
          <p14:tracePt t="87457" x="4826000" y="3924300"/>
          <p14:tracePt t="87474" x="4819650" y="3937000"/>
          <p14:tracePt t="87493" x="4806950" y="3956050"/>
          <p14:tracePt t="87509" x="4794250" y="3975100"/>
          <p14:tracePt t="87526" x="4775200" y="3987800"/>
          <p14:tracePt t="87541" x="4768850" y="4006850"/>
          <p14:tracePt t="87559" x="4768850" y="4013200"/>
          <p14:tracePt t="87576" x="4762500" y="4013200"/>
          <p14:tracePt t="87829" x="4762500" y="4006850"/>
          <p14:tracePt t="87837" x="4762500" y="4000500"/>
          <p14:tracePt t="87848" x="4768850" y="3987800"/>
          <p14:tracePt t="87876" x="4781550" y="3975100"/>
          <p14:tracePt t="87891" x="4787900" y="3962400"/>
          <p14:tracePt t="87909" x="4806950" y="3937000"/>
          <p14:tracePt t="87924" x="4826000" y="3924300"/>
          <p14:tracePt t="87941" x="4851400" y="3911600"/>
          <p14:tracePt t="87957" x="4870450" y="3898900"/>
          <p14:tracePt t="87974" x="4908550" y="3886200"/>
          <p14:tracePt t="87993" x="4927600" y="3886200"/>
          <p14:tracePt t="88009" x="4946650" y="3886200"/>
          <p14:tracePt t="88026" x="4991100" y="3905250"/>
          <p14:tracePt t="88041" x="5022850" y="3924300"/>
          <p14:tracePt t="88058" x="5041900" y="3943350"/>
          <p14:tracePt t="88074" x="5060950" y="3962400"/>
          <p14:tracePt t="88091" x="5080000" y="3981450"/>
          <p14:tracePt t="88108" x="5105400" y="4000500"/>
          <p14:tracePt t="88124" x="5118100" y="4000500"/>
          <p14:tracePt t="88142" x="5124450" y="4000500"/>
          <p14:tracePt t="88174" x="5130800" y="3994150"/>
          <p14:tracePt t="88190" x="5130800" y="3981450"/>
          <p14:tracePt t="88207" x="5124450" y="3943350"/>
          <p14:tracePt t="88224" x="5067300" y="3873500"/>
          <p14:tracePt t="88243" x="4991100" y="3829050"/>
          <p14:tracePt t="88248" x="4940300" y="3810000"/>
          <p14:tracePt t="88258" x="4883150" y="3797300"/>
          <p14:tracePt t="88276" x="4781550" y="3771900"/>
          <p14:tracePt t="88292" x="4648200" y="3746500"/>
          <p14:tracePt t="88310" x="4533900" y="3733800"/>
          <p14:tracePt t="88327" x="4381500" y="3740150"/>
          <p14:tracePt t="88341" x="4318000" y="3765550"/>
          <p14:tracePt t="88359" x="4260850" y="3790950"/>
          <p14:tracePt t="88374" x="4229100" y="3816350"/>
          <p14:tracePt t="88393" x="4210050" y="3841750"/>
          <p14:tracePt t="88409" x="4178300" y="3898900"/>
          <p14:tracePt t="88425" x="4178300" y="3930650"/>
          <p14:tracePt t="88442" x="4178300" y="3956050"/>
          <p14:tracePt t="88458" x="4197350" y="3968750"/>
          <p14:tracePt t="88474" x="4235450" y="3994150"/>
          <p14:tracePt t="88493" x="4286250" y="4019550"/>
          <p14:tracePt t="88510" x="4394200" y="4044950"/>
          <p14:tracePt t="88527" x="4464050" y="4051300"/>
          <p14:tracePt t="88541" x="4540250" y="4051300"/>
          <p14:tracePt t="88559" x="4603750" y="4038600"/>
          <p14:tracePt t="88576" x="4629150" y="4025900"/>
          <p14:tracePt t="88591" x="4641850" y="4006850"/>
          <p14:tracePt t="88610" x="4648200" y="3981450"/>
          <p14:tracePt t="88625" x="4648200" y="3962400"/>
          <p14:tracePt t="88641" x="4648200" y="3949700"/>
          <p14:tracePt t="88674" x="4641850" y="3949700"/>
          <p14:tracePt t="88724" x="4635500" y="3949700"/>
          <p14:tracePt t="88933" x="4641850" y="3949700"/>
          <p14:tracePt t="88944" x="4648200" y="3949700"/>
          <p14:tracePt t="88959" x="4667250" y="3949700"/>
          <p14:tracePt t="88976" x="4692650" y="3962400"/>
          <p14:tracePt t="88993" x="4711700" y="3981450"/>
          <p14:tracePt t="89010" x="4718050" y="4038600"/>
          <p14:tracePt t="89027" x="4705350" y="4064000"/>
          <p14:tracePt t="89041" x="4673600" y="4076700"/>
          <p14:tracePt t="89173" x="4654550" y="4076700"/>
          <p14:tracePt t="89185" x="4565650" y="4070350"/>
          <p14:tracePt t="89190" x="4521200" y="4064000"/>
          <p14:tracePt t="89207" x="4451350" y="4038600"/>
          <p14:tracePt t="89224" x="4413250" y="4025900"/>
          <p14:tracePt t="89243" x="4400550" y="4019550"/>
          <p14:tracePt t="89250" x="4394200" y="4019550"/>
          <p14:tracePt t="89259" x="4394200" y="4013200"/>
          <p14:tracePt t="89276" x="4406900" y="4006850"/>
          <p14:tracePt t="89292" x="4432300" y="4000500"/>
          <p14:tracePt t="89309" x="4451350" y="3987800"/>
          <p14:tracePt t="89327" x="4470400" y="3968750"/>
          <p14:tracePt t="89343" x="4483100" y="3949700"/>
          <p14:tracePt t="89357" x="4483100" y="3943350"/>
          <p14:tracePt t="89376" x="4483100" y="3937000"/>
          <p14:tracePt t="89894" x="4483100" y="3930650"/>
          <p14:tracePt t="89920" x="4489450" y="3930650"/>
          <p14:tracePt t="92394" x="4483100" y="3930650"/>
          <p14:tracePt t="92405" x="4476750" y="3930650"/>
          <p14:tracePt t="92408" x="4476750" y="3937000"/>
          <p14:tracePt t="92424" x="4451350" y="3956050"/>
          <p14:tracePt t="92440" x="4381500" y="3975100"/>
          <p14:tracePt t="92457" x="4267200" y="4019550"/>
          <p14:tracePt t="92474" x="4102100" y="4070350"/>
          <p14:tracePt t="92492" x="3886200" y="4114800"/>
          <p14:tracePt t="92509" x="3498850" y="4203700"/>
          <p14:tracePt t="92525" x="3321050" y="4254500"/>
          <p14:tracePt t="92541" x="3168650" y="4292600"/>
          <p14:tracePt t="92558" x="3060700" y="4318000"/>
          <p14:tracePt t="92574" x="2952750" y="4349750"/>
          <p14:tracePt t="92590" x="2857500" y="4375150"/>
          <p14:tracePt t="92608" x="2705100" y="4413250"/>
          <p14:tracePt t="92624" x="2635250" y="4438650"/>
          <p14:tracePt t="92640" x="2571750" y="4445000"/>
          <p14:tracePt t="92658" x="2527300" y="4445000"/>
          <p14:tracePt t="92676" x="2482850" y="4445000"/>
          <p14:tracePt t="92691" x="2444750" y="4445000"/>
          <p14:tracePt t="92709" x="2406650" y="4438650"/>
          <p14:tracePt t="92727" x="2368550" y="4438650"/>
          <p14:tracePt t="92735" x="2343150" y="4432300"/>
          <p14:tracePt t="92748" x="2286000" y="4425950"/>
          <p14:tracePt t="92759" x="2241550" y="4425950"/>
          <p14:tracePt t="92776" x="2159000" y="4419600"/>
          <p14:tracePt t="92791" x="2070100" y="4419600"/>
          <p14:tracePt t="92810" x="1962150" y="4400550"/>
          <p14:tracePt t="92825" x="1930400" y="4394200"/>
          <p14:tracePt t="92844" x="1917700" y="4381500"/>
          <p14:tracePt t="92857" x="1911350" y="4381500"/>
          <p14:tracePt t="92875" x="1892300" y="4375150"/>
          <p14:tracePt t="92891" x="1822450" y="4368800"/>
          <p14:tracePt t="92909" x="1733550" y="4413250"/>
          <p14:tracePt t="92925" x="1708150" y="4483100"/>
          <p14:tracePt t="92941" x="1701800" y="4495800"/>
          <p14:tracePt t="92974" x="1701800" y="4502150"/>
          <p14:tracePt t="93211" x="1695450" y="4502150"/>
          <p14:tracePt t="93234" x="1689100" y="4502150"/>
          <p14:tracePt t="93268" x="1689100" y="4495800"/>
          <p14:tracePt t="93284" x="1682750" y="4483100"/>
          <p14:tracePt t="93295" x="1682750" y="4476750"/>
          <p14:tracePt t="93309" x="1689100" y="4457700"/>
          <p14:tracePt t="93324" x="1695450" y="4445000"/>
          <p14:tracePt t="93342" x="1701800" y="4425950"/>
          <p14:tracePt t="93358" x="1701800" y="4419600"/>
          <p14:tracePt t="93375" x="1701800" y="4406900"/>
          <p14:tracePt t="93408" x="1701800" y="4394200"/>
          <p14:tracePt t="93426" x="1714500" y="4394200"/>
          <p14:tracePt t="93441" x="1720850" y="4394200"/>
          <p14:tracePt t="93458" x="1727200" y="4394200"/>
          <p14:tracePt t="93476" x="1733550" y="4394200"/>
          <p14:tracePt t="93534" x="1739900" y="4394200"/>
          <p14:tracePt t="93727" x="1739900" y="4400550"/>
          <p14:tracePt t="93860" x="1739900" y="4406900"/>
          <p14:tracePt t="93875" x="1746250" y="4406900"/>
          <p14:tracePt t="93884" x="1778000" y="4400550"/>
          <p14:tracePt t="93892" x="1809750" y="4387850"/>
          <p14:tracePt t="93908" x="1835150" y="4375150"/>
          <p14:tracePt t="94218" x="1835150" y="4381500"/>
          <p14:tracePt t="94230" x="1828800" y="4406900"/>
          <p14:tracePt t="94243" x="1828800" y="4425950"/>
          <p14:tracePt t="94259" x="1816100" y="4495800"/>
          <p14:tracePt t="94276" x="1816100" y="4565650"/>
          <p14:tracePt t="94291" x="1816100" y="4629150"/>
          <p14:tracePt t="94309" x="1822450" y="4705350"/>
          <p14:tracePt t="94325" x="1828800" y="4737100"/>
          <p14:tracePt t="94341" x="1835150" y="4768850"/>
          <p14:tracePt t="94357" x="1841500" y="4794250"/>
          <p14:tracePt t="94374" x="1854200" y="4813300"/>
          <p14:tracePt t="94391" x="1860550" y="4832350"/>
          <p14:tracePt t="94408" x="1866900" y="4845050"/>
          <p14:tracePt t="94424" x="1873250" y="4845050"/>
          <p14:tracePt t="94745" x="1879600" y="4845050"/>
          <p14:tracePt t="94768" x="1885950" y="4845050"/>
          <p14:tracePt t="94816" x="1892300" y="4845050"/>
          <p14:tracePt t="94836" x="1892300" y="4838700"/>
          <p14:tracePt t="94846" x="1898650" y="4838700"/>
          <p14:tracePt t="94860" x="1905000" y="4838700"/>
          <p14:tracePt t="94875" x="1924050" y="4832350"/>
          <p14:tracePt t="94893" x="1943100" y="4826000"/>
          <p14:tracePt t="94907" x="1974850" y="4819650"/>
          <p14:tracePt t="94925" x="2051050" y="4819650"/>
          <p14:tracePt t="94940" x="2082800" y="4819650"/>
          <p14:tracePt t="94957" x="2108200" y="4819650"/>
          <p14:tracePt t="94974" x="2127250" y="4819650"/>
          <p14:tracePt t="94992" x="2159000" y="4819650"/>
          <p14:tracePt t="95009" x="2171700" y="4819650"/>
          <p14:tracePt t="95028" x="2190750" y="4819650"/>
          <p14:tracePt t="95043" x="2216150" y="4819650"/>
          <p14:tracePt t="95059" x="2235200" y="4819650"/>
          <p14:tracePt t="95076" x="2247900" y="4819650"/>
          <p14:tracePt t="95094" x="2260600" y="4819650"/>
          <p14:tracePt t="95107" x="2273300" y="4819650"/>
          <p14:tracePt t="95124" x="2286000" y="4819650"/>
          <p14:tracePt t="95141" x="2298700" y="4819650"/>
          <p14:tracePt t="95466" x="2305050" y="4819650"/>
          <p14:tracePt t="95480" x="2311400" y="4819650"/>
          <p14:tracePt t="95487" x="2317750" y="4819650"/>
          <p14:tracePt t="95497" x="2324100" y="4813300"/>
          <p14:tracePt t="95510" x="2349500" y="4813300"/>
          <p14:tracePt t="95527" x="2368550" y="4813300"/>
          <p14:tracePt t="95543" x="2393950" y="4813300"/>
          <p14:tracePt t="95558" x="2425700" y="4813300"/>
          <p14:tracePt t="95575" x="2463800" y="4813300"/>
          <p14:tracePt t="95590" x="2508250" y="4813300"/>
          <p14:tracePt t="95608" x="2622550" y="4813300"/>
          <p14:tracePt t="95623" x="2724150" y="4813300"/>
          <p14:tracePt t="95640" x="2832100" y="4819650"/>
          <p14:tracePt t="95657" x="2959100" y="4832350"/>
          <p14:tracePt t="95674" x="3079750" y="4838700"/>
          <p14:tracePt t="95691" x="3206750" y="4838700"/>
          <p14:tracePt t="95709" x="3365500" y="4838700"/>
          <p14:tracePt t="95724" x="3422650" y="4838700"/>
          <p14:tracePt t="95743" x="3581400" y="4838700"/>
          <p14:tracePt t="95751" x="3638550" y="4838700"/>
          <p14:tracePt t="95759" x="3702050" y="4838700"/>
          <p14:tracePt t="95777" x="3829050" y="4832350"/>
          <p14:tracePt t="95791" x="3968750" y="4826000"/>
          <p14:tracePt t="95810" x="4191000" y="4813300"/>
          <p14:tracePt t="95826" x="4349750" y="4813300"/>
          <p14:tracePt t="95843" x="4508500" y="4800600"/>
          <p14:tracePt t="95858" x="4673600" y="4787900"/>
          <p14:tracePt t="95876" x="4838700" y="4781550"/>
          <p14:tracePt t="95891" x="5016500" y="4781550"/>
          <p14:tracePt t="95909" x="5187950" y="4781550"/>
          <p14:tracePt t="95926" x="5397500" y="4775200"/>
          <p14:tracePt t="95942" x="5499100" y="4762500"/>
          <p14:tracePt t="95959" x="5575300" y="4756150"/>
          <p14:tracePt t="95974" x="5645150" y="4749800"/>
          <p14:tracePt t="95993" x="5715000" y="4749800"/>
          <p14:tracePt t="96010" x="5797550" y="4743450"/>
          <p14:tracePt t="96027" x="5816600" y="4743450"/>
          <p14:tracePt t="96043" x="5835650" y="4743450"/>
          <p14:tracePt t="96059" x="5848350" y="4743450"/>
          <p14:tracePt t="96076" x="5854700" y="4743450"/>
          <p14:tracePt t="96094" x="5861050" y="4743450"/>
          <p14:tracePt t="96683" x="5848350" y="4749800"/>
          <p14:tracePt t="96690" x="5829300" y="4749800"/>
          <p14:tracePt t="96700" x="5803900" y="4762500"/>
          <p14:tracePt t="96708" x="5759450" y="4768850"/>
          <p14:tracePt t="96724" x="5626100" y="4787900"/>
          <p14:tracePt t="96743" x="5416550" y="4813300"/>
          <p14:tracePt t="96747" x="5270500" y="4832350"/>
          <p14:tracePt t="96758" x="4927600" y="4832350"/>
          <p14:tracePt t="96775" x="4559300" y="4851400"/>
          <p14:tracePt t="96792" x="4095750" y="4895850"/>
          <p14:tracePt t="96808" x="3587750" y="4914900"/>
          <p14:tracePt t="96825" x="3035300" y="4927600"/>
          <p14:tracePt t="96842" x="2451100" y="4940300"/>
          <p14:tracePt t="96858" x="1866900" y="4978400"/>
          <p14:tracePt t="96874" x="1555750" y="5010150"/>
          <p14:tracePt t="96891" x="1365250" y="5022850"/>
          <p14:tracePt t="96907" x="1244600" y="5041900"/>
          <p14:tracePt t="96924" x="1136650" y="5060950"/>
          <p14:tracePt t="96941" x="1035050" y="5080000"/>
          <p14:tracePt t="96959" x="1003300" y="5080000"/>
          <p14:tracePt t="97131" x="1009650" y="5080000"/>
          <p14:tracePt t="97138" x="1016000" y="5080000"/>
          <p14:tracePt t="97147" x="1022350" y="5080000"/>
          <p14:tracePt t="97158" x="1028700" y="5067300"/>
          <p14:tracePt t="97174" x="1041400" y="5060950"/>
          <p14:tracePt t="97191" x="1047750" y="5054600"/>
          <p14:tracePt t="97209" x="1079500" y="5029200"/>
          <p14:tracePt t="97227" x="1123950" y="5010150"/>
          <p14:tracePt t="97235" x="1162050" y="4997450"/>
          <p14:tracePt t="97244" x="1206500" y="4984750"/>
          <p14:tracePt t="97260" x="1314450" y="4965700"/>
          <p14:tracePt t="97276" x="1422400" y="4946650"/>
          <p14:tracePt t="97291" x="1536700" y="4940300"/>
          <p14:tracePt t="97310" x="1701800" y="4927600"/>
          <p14:tracePt t="97325" x="1778000" y="4927600"/>
          <p14:tracePt t="97344" x="1828800" y="4921250"/>
          <p14:tracePt t="97358" x="1847850" y="4914900"/>
          <p14:tracePt t="97374" x="1854200" y="4914900"/>
          <p14:tracePt t="97472" x="1854200" y="4908550"/>
          <p14:tracePt t="97500" x="1860550" y="4908550"/>
          <p14:tracePt t="97580" x="1866900" y="4908550"/>
          <p14:tracePt t="97592" x="1879600" y="4914900"/>
          <p14:tracePt t="97601" x="1905000" y="4933950"/>
          <p14:tracePt t="97610" x="1936750" y="4940300"/>
          <p14:tracePt t="97624" x="1968500" y="5010150"/>
          <p14:tracePt t="97641" x="1974850" y="5048250"/>
          <p14:tracePt t="97929" x="1968500" y="5048250"/>
          <p14:tracePt t="97935" x="1962150" y="5035550"/>
          <p14:tracePt t="97945" x="1962150" y="5029200"/>
          <p14:tracePt t="97957" x="1962150" y="5010150"/>
          <p14:tracePt t="97974" x="1981200" y="4997450"/>
          <p14:tracePt t="97993" x="2000250" y="4984750"/>
          <p14:tracePt t="98009" x="2012950" y="4972050"/>
          <p14:tracePt t="98027" x="2019300" y="4959350"/>
          <p14:tracePt t="98041" x="2019300" y="4953000"/>
          <p14:tracePt t="98059" x="2019300" y="4940300"/>
          <p14:tracePt t="98076" x="2025650" y="4933950"/>
          <p14:tracePt t="98093" x="2038350" y="4921250"/>
          <p14:tracePt t="98107" x="2051050" y="4914900"/>
          <p14:tracePt t="98125" x="2051050" y="4908550"/>
          <p14:tracePt t="98450" x="2057400" y="4902200"/>
          <p14:tracePt t="98467" x="2057400" y="4895850"/>
          <p14:tracePt t="98479" x="2076450" y="4876800"/>
          <p14:tracePt t="98493" x="2089150" y="4870450"/>
          <p14:tracePt t="98509" x="2178050" y="4832350"/>
          <p14:tracePt t="98527" x="2279650" y="4806950"/>
          <p14:tracePt t="98543" x="2438400" y="4781550"/>
          <p14:tracePt t="98560" x="2622550" y="4756150"/>
          <p14:tracePt t="98575" x="2838450" y="4743450"/>
          <p14:tracePt t="98593" x="3117850" y="4737100"/>
          <p14:tracePt t="98609" x="3556000" y="4699000"/>
          <p14:tracePt t="98624" x="3841750" y="4673600"/>
          <p14:tracePt t="98641" x="4038600" y="4648200"/>
          <p14:tracePt t="98659" x="4216400" y="4635500"/>
          <p14:tracePt t="98675" x="4337050" y="4629150"/>
          <p14:tracePt t="98692" x="4406900" y="4616450"/>
          <p14:tracePt t="98708" x="4438650" y="4610100"/>
          <p14:tracePt t="98725" x="4464050" y="4603750"/>
          <p14:tracePt t="98743" x="4476750" y="4597400"/>
          <p14:tracePt t="98749" x="4489450" y="4591050"/>
          <p14:tracePt t="98759" x="4495800" y="4591050"/>
          <p14:tracePt t="98776" x="4508500" y="4591050"/>
          <p14:tracePt t="98793" x="4514850" y="4584700"/>
          <p14:tracePt t="99045" x="4502150" y="4584700"/>
          <p14:tracePt t="99051" x="4495800" y="4591050"/>
          <p14:tracePt t="99060" x="4489450" y="4597400"/>
          <p14:tracePt t="99074" x="4445000" y="4616450"/>
          <p14:tracePt t="99091" x="4375150" y="4641850"/>
          <p14:tracePt t="99109" x="4216400" y="4673600"/>
          <p14:tracePt t="99124" x="4076700" y="4679950"/>
          <p14:tracePt t="99140" x="3911600" y="4692650"/>
          <p14:tracePt t="99157" x="3663950" y="4699000"/>
          <p14:tracePt t="99174" x="3390900" y="4699000"/>
          <p14:tracePt t="99190" x="3092450" y="4699000"/>
          <p14:tracePt t="99208" x="2730500" y="4692650"/>
          <p14:tracePt t="99227" x="2584450" y="4718050"/>
          <p14:tracePt t="99241" x="2457450" y="4743450"/>
          <p14:tracePt t="99258" x="2343150" y="4768850"/>
          <p14:tracePt t="99275" x="2273300" y="4775200"/>
          <p14:tracePt t="99292" x="2216150" y="4787900"/>
          <p14:tracePt t="99307" x="2159000" y="4800600"/>
          <p14:tracePt t="99324" x="2127250" y="4806950"/>
          <p14:tracePt t="99429" x="2127250" y="4800600"/>
          <p14:tracePt t="99438" x="2127250" y="4794250"/>
          <p14:tracePt t="99454" x="2127250" y="4787900"/>
          <p14:tracePt t="99465" x="2127250" y="4781550"/>
          <p14:tracePt t="99477" x="2127250" y="4768850"/>
          <p14:tracePt t="99493" x="2139950" y="4756150"/>
          <p14:tracePt t="99510" x="2152650" y="4737100"/>
          <p14:tracePt t="99525" x="2165350" y="4724400"/>
          <p14:tracePt t="99541" x="2165350" y="4718050"/>
          <p14:tracePt t="99686" x="2159000" y="4724400"/>
          <p14:tracePt t="99698" x="2159000" y="4730750"/>
          <p14:tracePt t="99708" x="2146300" y="4737100"/>
          <p14:tracePt t="99724" x="2146300" y="4743450"/>
          <p14:tracePt t="99743" x="2139950" y="4749800"/>
          <p14:tracePt t="99795" x="2139950" y="4743450"/>
          <p14:tracePt t="99801" x="2152650" y="4737100"/>
          <p14:tracePt t="99816" x="2178050" y="4718050"/>
          <p14:tracePt t="99826" x="2190750" y="4705350"/>
          <p14:tracePt t="99841" x="2190750" y="4692650"/>
          <p14:tracePt t="99858" x="2197100" y="4679950"/>
          <p14:tracePt t="99874" x="2197100" y="4660900"/>
          <p14:tracePt t="99891" x="2197100" y="4648200"/>
          <p14:tracePt t="99909" x="2197100" y="4622800"/>
          <p14:tracePt t="99924" x="2184400" y="4603750"/>
          <p14:tracePt t="99941" x="2171700" y="4591050"/>
          <p14:tracePt t="99958" x="2159000" y="4584700"/>
          <p14:tracePt t="99974" x="2152650" y="4584700"/>
          <p14:tracePt t="99993" x="2133600" y="4584700"/>
          <p14:tracePt t="100009" x="2108200" y="4584700"/>
          <p14:tracePt t="100026" x="2095500" y="4597400"/>
          <p14:tracePt t="100041" x="2076450" y="4603750"/>
          <p14:tracePt t="100060" x="2070100" y="4610100"/>
          <p14:tracePt t="100074" x="2057400" y="4616450"/>
          <p14:tracePt t="100091" x="2057400" y="4622800"/>
          <p14:tracePt t="100172" x="2063750" y="4622800"/>
          <p14:tracePt t="100182" x="2070100" y="4622800"/>
          <p14:tracePt t="100202" x="2076450" y="4622800"/>
          <p14:tracePt t="100222" x="2082800" y="4622800"/>
          <p14:tracePt t="100274" x="2089150" y="4622800"/>
          <p14:tracePt t="100389" x="2082800" y="4622800"/>
          <p14:tracePt t="100404" x="2082800" y="4629150"/>
          <p14:tracePt t="100415" x="2076450" y="4635500"/>
          <p14:tracePt t="100427" x="2070100" y="4641850"/>
          <p14:tracePt t="100441" x="2070100" y="4648200"/>
          <p14:tracePt t="100548" x="2089150" y="4629150"/>
          <p14:tracePt t="100560" x="2095500" y="4622800"/>
          <p14:tracePt t="100576" x="2108200" y="4610100"/>
          <p14:tracePt t="100594" x="2120900" y="4591050"/>
          <p14:tracePt t="100610" x="2139950" y="4565650"/>
          <p14:tracePt t="100626" x="2159000" y="4546600"/>
          <p14:tracePt t="100643" x="2178050" y="4527550"/>
          <p14:tracePt t="100659" x="2197100" y="4508500"/>
          <p14:tracePt t="100676" x="2216150" y="4489450"/>
          <p14:tracePt t="100693" x="2222500" y="4489450"/>
          <p14:tracePt t="100707" x="2235200" y="4483100"/>
          <p14:tracePt t="100727" x="2266950" y="4470400"/>
          <p14:tracePt t="100734" x="2286000" y="4470400"/>
          <p14:tracePt t="100745" x="2311400" y="4470400"/>
          <p14:tracePt t="100759" x="2362200" y="4470400"/>
          <p14:tracePt t="100778" x="2413000" y="4483100"/>
          <p14:tracePt t="100792" x="2451100" y="4502150"/>
          <p14:tracePt t="100810" x="2482850" y="4521200"/>
          <p14:tracePt t="100826" x="2508250" y="4565650"/>
          <p14:tracePt t="100842" x="2527300" y="4591050"/>
          <p14:tracePt t="100858" x="2527300" y="4616450"/>
          <p14:tracePt t="100874" x="2527300" y="4629150"/>
          <p14:tracePt t="100891" x="2520950" y="4648200"/>
          <p14:tracePt t="100909" x="2508250" y="4667250"/>
          <p14:tracePt t="100925" x="2489200" y="4686300"/>
          <p14:tracePt t="100941" x="2470150" y="4705350"/>
          <p14:tracePt t="100958" x="2451100" y="4718050"/>
          <p14:tracePt t="100976" x="2438400" y="4730750"/>
          <p14:tracePt t="100993" x="2425700" y="4730750"/>
          <p14:tracePt t="101009" x="2425700" y="4737100"/>
          <p14:tracePt t="101679" x="2432050" y="4737100"/>
          <p14:tracePt t="101719" x="2438400" y="4737100"/>
          <p14:tracePt t="101735" x="2444750" y="4730750"/>
          <p14:tracePt t="101752" x="2451100" y="4730750"/>
          <p14:tracePt t="101768" x="2457450" y="4730750"/>
          <p14:tracePt t="101783" x="2470150" y="4718050"/>
          <p14:tracePt t="101793" x="2482850" y="4718050"/>
          <p14:tracePt t="101810" x="2501900" y="4718050"/>
          <p14:tracePt t="101825" x="2533650" y="4718050"/>
          <p14:tracePt t="101841" x="2597150" y="4718050"/>
          <p14:tracePt t="101859" x="2705100" y="4724400"/>
          <p14:tracePt t="101875" x="2774950" y="4730750"/>
          <p14:tracePt t="101892" x="2844800" y="4730750"/>
          <p14:tracePt t="101908" x="2908300" y="4730750"/>
          <p14:tracePt t="101927" x="2971800" y="4724400"/>
          <p14:tracePt t="101941" x="3016250" y="4718050"/>
          <p14:tracePt t="101959" x="3035300" y="4711700"/>
          <p14:tracePt t="101977" x="3041650" y="4705350"/>
          <p14:tracePt t="101993" x="3048000" y="4705350"/>
          <p14:tracePt t="102455" x="3054350" y="4705350"/>
          <p14:tracePt t="102476" x="3060700" y="4705350"/>
          <p14:tracePt t="102485" x="3067050" y="4705350"/>
          <p14:tracePt t="102685" x="3073400" y="4705350"/>
          <p14:tracePt t="105313" x="3105150" y="4718050"/>
          <p14:tracePt t="105323" x="3175000" y="4743450"/>
          <p14:tracePt t="105330" x="3213100" y="4749800"/>
          <p14:tracePt t="105343" x="3251200" y="4762500"/>
          <p14:tracePt t="105358" x="3314700" y="4787900"/>
          <p14:tracePt t="105378" x="3365500" y="4813300"/>
          <p14:tracePt t="105391" x="3397250" y="4832350"/>
          <p14:tracePt t="105409" x="3409950" y="4845050"/>
          <p14:tracePt t="105427" x="3429000" y="4857750"/>
          <p14:tracePt t="105441" x="3448050" y="4876800"/>
          <p14:tracePt t="105457" x="3460750" y="4895850"/>
          <p14:tracePt t="105475" x="3479800" y="4908550"/>
          <p14:tracePt t="105492" x="3498850" y="4921250"/>
          <p14:tracePt t="105508" x="3517900" y="4946650"/>
          <p14:tracePt t="105525" x="3530600" y="4953000"/>
          <p14:tracePt t="105594" x="3536950" y="4953000"/>
          <p14:tracePt t="105629" x="3536950" y="4959350"/>
          <p14:tracePt t="105639" x="3543300" y="4959350"/>
          <p14:tracePt t="105664" x="3543300" y="4965700"/>
          <p14:tracePt t="105674" x="3549650" y="4965700"/>
          <p14:tracePt t="105690" x="3556000" y="4965700"/>
          <p14:tracePt t="105702" x="3556000" y="4972050"/>
          <p14:tracePt t="105719" x="3562350" y="4978400"/>
          <p14:tracePt t="105769" x="3568700" y="4984750"/>
          <p14:tracePt t="105782" x="3575050" y="4997450"/>
          <p14:tracePt t="105797" x="3581400" y="5003800"/>
          <p14:tracePt t="105809" x="3594100" y="5022850"/>
          <p14:tracePt t="105826" x="3613150" y="5041900"/>
          <p14:tracePt t="105843" x="3638550" y="5067300"/>
          <p14:tracePt t="105860" x="3644900" y="5086350"/>
          <p14:tracePt t="105874" x="3651250" y="5092700"/>
          <p14:tracePt t="106047" x="3638550" y="5092700"/>
          <p14:tracePt t="106052" x="3613150" y="5092700"/>
          <p14:tracePt t="106064" x="3549650" y="5080000"/>
          <p14:tracePt t="106077" x="3492500" y="5067300"/>
          <p14:tracePt t="106092" x="3340100" y="5035550"/>
          <p14:tracePt t="106110" x="3086100" y="4997450"/>
          <p14:tracePt t="106125" x="2952750" y="4965700"/>
          <p14:tracePt t="106143" x="2895600" y="4953000"/>
          <p14:tracePt t="106158" x="2870200" y="4953000"/>
          <p14:tracePt t="106243" x="2876550" y="4946650"/>
          <p14:tracePt t="106244" x="2889250" y="4946650"/>
          <p14:tracePt t="106259" x="2908300" y="4940300"/>
          <p14:tracePt t="106275" x="2952750" y="4940300"/>
          <p14:tracePt t="106292" x="3022600" y="4953000"/>
          <p14:tracePt t="106308" x="3111500" y="4978400"/>
          <p14:tracePt t="106324" x="3187700" y="5003800"/>
          <p14:tracePt t="106342" x="3206750" y="5022850"/>
          <p14:tracePt t="106359" x="3232150" y="5035550"/>
          <p14:tracePt t="106375" x="3238500" y="5041900"/>
          <p14:tracePt t="106392" x="3257550" y="5048250"/>
          <p14:tracePt t="106407" x="3289300" y="5060950"/>
          <p14:tracePt t="106425" x="3365500" y="5073650"/>
          <p14:tracePt t="106441" x="3435350" y="5080000"/>
          <p14:tracePt t="106458" x="3517900" y="5092700"/>
          <p14:tracePt t="106474" x="3549650" y="5099050"/>
          <p14:tracePt t="106492" x="3562350" y="5099050"/>
          <p14:tracePt t="106508" x="3581400" y="5099050"/>
          <p14:tracePt t="106525" x="3594100" y="5099050"/>
          <p14:tracePt t="106542" x="3613150" y="5099050"/>
          <p14:tracePt t="106558" x="3632200" y="5099050"/>
          <p14:tracePt t="106575" x="3657600" y="5099050"/>
          <p14:tracePt t="106592" x="3663950" y="5099050"/>
          <p14:tracePt t="106609" x="3676650" y="5099050"/>
          <p14:tracePt t="106624" x="3689350" y="5099050"/>
          <p14:tracePt t="106641" x="3702050" y="5105400"/>
          <p14:tracePt t="106658" x="3714750" y="5105400"/>
          <p14:tracePt t="106674" x="3740150" y="5111750"/>
        </p14:tracePtLst>
      </p14:laserTraceLst>
    </p:ext>
  </p:extLs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WirelessBoo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HDthesis xmlns="35ac72bb-6e66-44cc-83f8-5100c656d1f7" xsi:nil="true"/>
    <lcf76f155ced4ddcb4097134ff3c332f xmlns="35ac72bb-6e66-44cc-83f8-5100c656d1f7">
      <Terms xmlns="http://schemas.microsoft.com/office/infopath/2007/PartnerControls"/>
    </lcf76f155ced4ddcb4097134ff3c332f>
    <TaxCatchAll xmlns="e5b6be36-7386-47fb-8a9a-07470a3e767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E4E62705B277449303F33AD34ED88C" ma:contentTypeVersion="16" ma:contentTypeDescription="Create a new document." ma:contentTypeScope="" ma:versionID="3c2012f786f1d93e3678565f3542f24e">
  <xsd:schema xmlns:xsd="http://www.w3.org/2001/XMLSchema" xmlns:xs="http://www.w3.org/2001/XMLSchema" xmlns:p="http://schemas.microsoft.com/office/2006/metadata/properties" xmlns:ns2="e5b6be36-7386-47fb-8a9a-07470a3e7672" xmlns:ns3="35ac72bb-6e66-44cc-83f8-5100c656d1f7" targetNamespace="http://schemas.microsoft.com/office/2006/metadata/properties" ma:root="true" ma:fieldsID="f06070bce95cccc7b874a44b73b53cce" ns2:_="" ns3:_="">
    <xsd:import namespace="e5b6be36-7386-47fb-8a9a-07470a3e7672"/>
    <xsd:import namespace="35ac72bb-6e66-44cc-83f8-5100c656d1f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PHDthesi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b6be36-7386-47fb-8a9a-07470a3e767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5bf474d-fc0a-43b6-8bbf-f621969dd635}" ma:internalName="TaxCatchAll" ma:showField="CatchAllData" ma:web="e5b6be36-7386-47fb-8a9a-07470a3e767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5ac72bb-6e66-44cc-83f8-5100c656d1f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Location" ma:index="14" nillable="true" ma:displayName="Location" ma:internalName="MediaServiceLocatio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PHDthesis" ma:index="19" nillable="true" ma:displayName="PHD thesis" ma:format="Dropdown" ma:internalName="PHDthesis">
      <xsd:simpleType>
        <xsd:restriction base="dms:Text">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62A833-815B-48A0-BD1A-C2119E10026D}">
  <ds:schemaRefs>
    <ds:schemaRef ds:uri="http://schemas.microsoft.com/sharepoint/v3/contenttype/forms"/>
  </ds:schemaRefs>
</ds:datastoreItem>
</file>

<file path=customXml/itemProps2.xml><?xml version="1.0" encoding="utf-8"?>
<ds:datastoreItem xmlns:ds="http://schemas.openxmlformats.org/officeDocument/2006/customXml" ds:itemID="{CAE50E96-415B-4184-85B9-37A162D55743}">
  <ds:schemaRefs>
    <ds:schemaRef ds:uri="http://schemas.microsoft.com/office/2006/metadata/properties"/>
    <ds:schemaRef ds:uri="http://schemas.microsoft.com/office/infopath/2007/PartnerControls"/>
    <ds:schemaRef ds:uri="35ac72bb-6e66-44cc-83f8-5100c656d1f7"/>
    <ds:schemaRef ds:uri="e5b6be36-7386-47fb-8a9a-07470a3e7672"/>
  </ds:schemaRefs>
</ds:datastoreItem>
</file>

<file path=customXml/itemProps3.xml><?xml version="1.0" encoding="utf-8"?>
<ds:datastoreItem xmlns:ds="http://schemas.openxmlformats.org/officeDocument/2006/customXml" ds:itemID="{DEDF21D5-9476-48BB-8C5C-4A23667E62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5b6be36-7386-47fb-8a9a-07470a3e7672"/>
    <ds:schemaRef ds:uri="35ac72bb-6e66-44cc-83f8-5100c656d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WirelessBook.thmx</Template>
  <TotalTime>589</TotalTime>
  <Words>971</Words>
  <Application>Microsoft Office PowerPoint</Application>
  <PresentationFormat>On-screen Show (4:3)</PresentationFormat>
  <Paragraphs>156</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WirelessBook</vt:lpstr>
      <vt:lpstr>Chapter 4 Protocols and the tcp/ip suite Part_1</vt:lpstr>
      <vt:lpstr>Key Features of a Protocol</vt:lpstr>
      <vt:lpstr>Agents Involved in Communication</vt:lpstr>
      <vt:lpstr>4.1 TCP/IP Concepts</vt:lpstr>
      <vt:lpstr>TCP/IP Layers</vt:lpstr>
      <vt:lpstr>4.2 Protocol Data Units (PDUs) in the TCP/IP Architecture</vt:lpstr>
      <vt:lpstr>TCP/IP Physical Layer</vt:lpstr>
      <vt:lpstr>TCP/IP Network Access Layer</vt:lpstr>
      <vt:lpstr>TCP/IP Internet Layer</vt:lpstr>
      <vt:lpstr>TCP/IP Host-to-Host, or Transport Layer</vt:lpstr>
      <vt:lpstr>TCP/IP Application Layer</vt:lpstr>
      <vt:lpstr>Common TCP/IP Applications</vt:lpstr>
      <vt:lpstr>Layers of the OSI Model</vt:lpstr>
      <vt:lpstr>4.3 The OSI Layers</vt:lpstr>
      <vt:lpstr>OSI Application Layer</vt:lpstr>
      <vt:lpstr>OSI Presentation Layer</vt:lpstr>
      <vt:lpstr>OSI Session Layer</vt:lpstr>
      <vt:lpstr>OSI Transport Layer</vt:lpstr>
      <vt:lpstr>OSI Network Layer</vt:lpstr>
      <vt:lpstr>OSI Data link Layer</vt:lpstr>
      <vt:lpstr>OSI Physical Layer</vt:lpstr>
      <vt:lpstr>TCP/IP Architecture Dominance</vt:lpstr>
      <vt:lpstr>4.4 A Comparison of the OSI and TCP/IP Protocol Architectures</vt:lpstr>
      <vt:lpstr>Elements of Standardization within OSI Framework</vt:lpstr>
      <vt:lpstr>Internetworking Terms</vt:lpstr>
      <vt:lpstr>Internetworking Terms</vt:lpstr>
      <vt:lpstr>Functions of a Router</vt:lpstr>
      <vt:lpstr>Network Differences Routers Must Accommodate</vt:lpstr>
    </vt:vector>
  </TitlesOfParts>
  <Company>UMKC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Protocols and the tcp/ip suite</dc:title>
  <dc:creator>Pedro Tonhozi de Oliveira</dc:creator>
  <cp:lastModifiedBy>user</cp:lastModifiedBy>
  <cp:revision>42</cp:revision>
  <cp:lastPrinted>2015-02-27T17:35:03Z</cp:lastPrinted>
  <dcterms:created xsi:type="dcterms:W3CDTF">2015-02-16T19:25:52Z</dcterms:created>
  <dcterms:modified xsi:type="dcterms:W3CDTF">2023-10-12T20:30:55Z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0x0101003CE4E62705B277449303F33AD34ED88C</vt:lpwstr>
  </property>
</Properties>
</file>