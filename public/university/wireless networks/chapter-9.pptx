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4"/>
  </p:sldMasterIdLst>
  <p:handoutMasterIdLst>
    <p:handoutMasterId r:id="rId37"/>
  </p:handoutMasterIdLst>
  <p:sldIdLst>
    <p:sldId id="294" r:id="rId5"/>
    <p:sldId id="266" r:id="rId6"/>
    <p:sldId id="295" r:id="rId7"/>
    <p:sldId id="296" r:id="rId8"/>
    <p:sldId id="329" r:id="rId9"/>
    <p:sldId id="297" r:id="rId10"/>
    <p:sldId id="321" r:id="rId11"/>
    <p:sldId id="322" r:id="rId12"/>
    <p:sldId id="323" r:id="rId13"/>
    <p:sldId id="324" r:id="rId14"/>
    <p:sldId id="325" r:id="rId15"/>
    <p:sldId id="326" r:id="rId16"/>
    <p:sldId id="298" r:id="rId17"/>
    <p:sldId id="299" r:id="rId18"/>
    <p:sldId id="300" r:id="rId19"/>
    <p:sldId id="330" r:id="rId20"/>
    <p:sldId id="328" r:id="rId21"/>
    <p:sldId id="302" r:id="rId22"/>
    <p:sldId id="303" r:id="rId23"/>
    <p:sldId id="305" r:id="rId24"/>
    <p:sldId id="306" r:id="rId25"/>
    <p:sldId id="307" r:id="rId26"/>
    <p:sldId id="331" r:id="rId27"/>
    <p:sldId id="312" r:id="rId28"/>
    <p:sldId id="313" r:id="rId29"/>
    <p:sldId id="314" r:id="rId30"/>
    <p:sldId id="316" r:id="rId31"/>
    <p:sldId id="317" r:id="rId32"/>
    <p:sldId id="318" r:id="rId33"/>
    <p:sldId id="319" r:id="rId34"/>
    <p:sldId id="320" r:id="rId35"/>
    <p:sldId id="327" r:id="rId36"/>
  </p:sldIdLst>
  <p:sldSz cx="12192000" cy="6858000"/>
  <p:notesSz cx="9926638" cy="6797675"/>
  <p:defaultTextStyle>
    <a:defPPr>
      <a:defRPr lang="ar-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D18A91-63A0-4F07-BD27-4B47433E34DE}" v="54" dt="2018-08-30T16:50:33.1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93" d="100"/>
          <a:sy n="93" d="100"/>
        </p:scale>
        <p:origin x="-804" y="522"/>
      </p:cViewPr>
      <p:guideLst>
        <p:guide orient="horz" pos="2160"/>
        <p:guide pos="3840"/>
      </p:guideLst>
    </p:cSldViewPr>
  </p:slideViewPr>
  <p:notesTextViewPr>
    <p:cViewPr>
      <p:scale>
        <a:sx n="1" d="1"/>
        <a:sy n="1" d="1"/>
      </p:scale>
      <p:origin x="0" y="0"/>
    </p:cViewPr>
  </p:notesTextViewPr>
  <p:sorterViewPr>
    <p:cViewPr>
      <p:scale>
        <a:sx n="66" d="100"/>
        <a:sy n="66" d="100"/>
      </p:scale>
      <p:origin x="0" y="457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01543" cy="34106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622798" y="1"/>
            <a:ext cx="4301543" cy="341064"/>
          </a:xfrm>
          <a:prstGeom prst="rect">
            <a:avLst/>
          </a:prstGeom>
        </p:spPr>
        <p:txBody>
          <a:bodyPr vert="horz" lIns="91440" tIns="45720" rIns="91440" bIns="45720" rtlCol="0"/>
          <a:lstStyle>
            <a:lvl1pPr algn="r">
              <a:defRPr sz="1200"/>
            </a:lvl1pPr>
          </a:lstStyle>
          <a:p>
            <a:fld id="{D65ACDAA-FFE7-471E-A9CF-3B193606E2C7}" type="datetimeFigureOut">
              <a:rPr lang="en-US" smtClean="0"/>
              <a:pPr/>
              <a:t>2/1/2024</a:t>
            </a:fld>
            <a:endParaRPr lang="en-US"/>
          </a:p>
        </p:txBody>
      </p:sp>
      <p:sp>
        <p:nvSpPr>
          <p:cNvPr id="4" name="Footer Placeholder 3"/>
          <p:cNvSpPr>
            <a:spLocks noGrp="1"/>
          </p:cNvSpPr>
          <p:nvPr>
            <p:ph type="ftr" sz="quarter" idx="2"/>
          </p:nvPr>
        </p:nvSpPr>
        <p:spPr>
          <a:xfrm>
            <a:off x="0" y="6456612"/>
            <a:ext cx="4301543" cy="34106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622798" y="6456612"/>
            <a:ext cx="4301543" cy="341063"/>
          </a:xfrm>
          <a:prstGeom prst="rect">
            <a:avLst/>
          </a:prstGeom>
        </p:spPr>
        <p:txBody>
          <a:bodyPr vert="horz" lIns="91440" tIns="45720" rIns="91440" bIns="45720" rtlCol="0" anchor="b"/>
          <a:lstStyle>
            <a:lvl1pPr algn="r">
              <a:defRPr sz="1200"/>
            </a:lvl1pPr>
          </a:lstStyle>
          <a:p>
            <a:fld id="{5D0631E9-149E-4C5D-A820-2244B3669ED1}" type="slidenum">
              <a:rPr lang="en-US" smtClean="0"/>
              <a:pPr/>
              <a:t>‹#›</a:t>
            </a:fld>
            <a:endParaRPr lang="en-US"/>
          </a:p>
        </p:txBody>
      </p:sp>
    </p:spTree>
    <p:extLst>
      <p:ext uri="{BB962C8B-B14F-4D97-AF65-F5344CB8AC3E}">
        <p14:creationId xmlns:p14="http://schemas.microsoft.com/office/powerpoint/2010/main" val="405879480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22-12-10T18:26:04.30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inkml:trace>
  <inkml:trace contextRef="#ctx0" brushRef="#br0" timeOffset="16024">5754 497,'-33'0,"33"0,0 0</inkml:trace>
</inkml:ink>
</file>

<file path=ppt/ink/ink2.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22-12-10T18:25:53.76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0 916,'0'-33,"33"33,-33 0,33 0,-33 0,33 0,0 0,-33 0,33 0,34 0,-67 0,66 0,-33 0,-33 0,66 0,-66 0,33 0,-33 0,33 0,0 0,-33 0,33 0,-33 0,33 0,0 0,-33 0,33 0,-33 0,0 0,66 0,-66 0,33 0,0 0,1 0,-34 0,33 0,-33 0,33 0,0 0,0 0,0 33,0-33,0 0,-33 0,66 0,-66 0,33 0,0 0,0 0,33 0,-66 0,33 0,34 0,-34 0,0 0,33 0,-33 32,0-32,33 0,-33 0,0 0,0 0,-33 0,66 0,-33 0,0 0,0 0,34 0,-1 0,-33 0,33 0,0 0,0 0,0 0,-33 0,33 0,-33 0,0 0,-33 0,67 0,-67 0,33 0,0 0,0 0,0 0,0 0,0 0,0 0,-33 0,66 0,-66 0,33 0,0 0,0 0,-33 0,33 0,-33 0,33 0,0 0,-33 0,34 0</inkml:trace>
  <inkml:trace contextRef="#ctx0" brushRef="#br0" timeOffset="1612">3670 981,'0'0,"0"-33,0 1,0-1,0-32,0-1,0 1,0-1,0 1,0-1,0 66,0-32,33-34,-33 66,0-33,33 1,-33 32,0-33,0 33,33-33,-33 1,33 32,-33-33,0 33,0-33,33 33,-33 0,0 98,33-65,-33 32,0-32,0 33,0-34,0 1,0-33,0 33,0-33,0 32,0 1,0-33,0 33,0-33,0 33,0-33,0 32,0 1,0-33,33-65,-33-1,0 33,33-32,-33 0,0 32,0 0,0-32,0 32,33 33,-33-33,0 33,0-32,0 32,0-33,33 33,-33 0,33-33,-33 33,0-33,0 33,33-32,-33 32,33-33,-33 0,0 33,33 0,0-32,-33 64,0 34,34-34,-1 1,-33 0,0 0,0 32,33-32,-33-1,0 1,33-33,-33 33,0 0,0-33,0 32,0-32,0 33,0 0,0-1,0-32,0 33,0 0,0 0,0-33,0 32,0 1,33 0,-33-33,0 33</inkml:trace>
  <inkml:trace contextRef="#ctx0" brushRef="#br0" timeOffset="4156">4860 392,'0'0,"0"0,-33 0,33 0,-33 0,33 0,0 0,-34 0,34 0,0 0,-33 33,0-33,33 33,-33-33,33 0,-33 0,33 32,-33-32,33 33,0 0,-33-33,33 32,0-32,0 33,0-33,0 33,0 0,0-33,0 32,0-32,0 33,0 0,0-33,0 33,0-33,0 0,0 0,0 0,33 0,0 0,-33 0,33 0,-33 0,33 0,0 0,-33 0,33 0,-33 0,0 0,34 0,-34 0,0 0,33-33,0 0,-33 33,33-33,-33 33,0 0,33-65,-33 65,0-33,0 33,0-33,0 1,33 32,-33-33,0 0,0 1,0 32,0-33,0 33,0-33,0 33,0-33,0 33,0 33,0 33,0-66,0 32,0 1,0 0,0-1,0 1,0 0,0 0,0-1,0-32,33 0,-33 33,33-33,-33 33,0-33,0 33,0-1,0-32,33 0,-33 33,33-33,-33 0,33 0,-33 0,33 0,0 0,-33 0,33 0,-33 0</inkml:trace>
  <inkml:trace contextRef="#ctx0" brushRef="#br0" timeOffset="6987">5752 392,'0'0,"0"0,-33 0,0 33,33-33,-33 33,33-33,-33 32,33-32,-33 33,0 0,0-33,33 32,-33-32,0 33,33 0,0-33,-33 0,33 33,-33-33,0 32,33-32,-34 0,34 33,0 0,-33-33,33 0</inkml:trace>
  <inkml:trace contextRef="#ctx0" brushRef="#br0" timeOffset="7772">5256 327,'33'0,"-33"0,33 32,-33-32,67 66,-67-66,66 33,-66-33,0 32,33 1,-33-33,33 0,-33 33,0-33,0 0,33 32,0-32,-33 0,0 33,33 0,-33-33,33 0,0 0,-33 0,33 33,-33-33,33 32,0 1,-33-33,33 33,-33-33,0 0</inkml:trace>
  <inkml:trace contextRef="#ctx0" brushRef="#br0" timeOffset="9404">6248 327,'0'0,"0"0,0 32,-66-32,66 0,0 33,0-33,-33 66,0-66,33 32,0 1,0 0,0-1,0 1,0 0,0-33,0 33,0-1,0-32,-33 0,33 33,0-33,-33 66,33-66,-33 32,33-32,0 33</inkml:trace>
  <inkml:trace contextRef="#ctx0" brushRef="#br0" timeOffset="12692">6546 490,'0'0,"0"33,0 0,0-33,0 65,0 33,0-98,0 33,0 33,0-66,0 32,0-32,0 33,0 0,0-66,66-32,-33-1,-33 33,33 1,0-1,0 0,-33 0,0 33,33 0,-33-32,0 32,0-33,0 33,0-33,33 33,-33 0,33 0,-33-32,33 32,-33 98,0-98,0 65,33 1,-33-66,0 65,0-65,33 33,-33 0,0-1,0-32,0 0,66-98,-66 33,33 32,1 0,-1-32,-33 65,33-66,-33 66,33-32,-33 32,0-33,33 33,-33-33,33 33,-33 0,0 33,0-33,0 65,0-65,0 33,0 32,33-65,-33 33,0 0,0 0,0-1,0-32,0 33,0 0,0-33,0 33,0-33,0 32,0 1</inkml:trace>
  <inkml:trace contextRef="#ctx0" brushRef="#br0" timeOffset="15100">7637 490,'0'0,"0"33,0 32,0-32,0 0,0 0,0-1,0 1,33 0,-33-33,0 33,0-1,0-32,0 0,0 33,33-33,-33 0,33 0,0 0,-33 0,33 0,0 0,-33-33,0 33,33-32,-33 32,0-33,0 33,33-33,-33 0,0 33,0-32,0 32,33 0,-33-33,0 0,0 33,0-33,33 33,-33-32,0 32,33 0,-33-33,0 33,0 33,0-33,0 65,0-65,0 33,0 0,0-1,0 1,0-33,0 33,0 0,0-33,33 32,-33-32,0 33,0 0,33-33,-33 0,33 32,-33-32,33 0</inkml:trace>
  <inkml:trace contextRef="#ctx0" brushRef="#br0" timeOffset="17020">8331 588,'0'33,"0"33,0-1,0 1,0 32,0-33,0-32,0 0,0 32,0-65,0 33,0-1,0-64,0-66,0 65,0 0,33-65,0 65,-33 1,33-34,-33 66,0-33,33 33,-33-32,0-1,0 33,33-33,0 99,-33-34,0 1,0 33,0-34,0 1,0 32,0-65,0 33,0 0,0 0,0-33,33-33,-33-33,0 34,33-34,-33 34,33-1,-33 0,33 0,-33 33,0-32,33 32,-33-33,0 33,0 0,0-33,67 0,-67 33,0-32,0 32,0-33,0 33,0 33,0-1,33 1,-33 0,0 0,0-1,0-32,0 66,33-33,-33-1,0-32,0 33,0-33,0 33,0-33,0 32,0 1,0-33,0 33,0-33,0 33,0-1,0-32,0 33,0-33,0 33</inkml:trace>
</inkml:ink>
</file>

<file path=ppt/ink/ink3.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22-12-10T18:26:13.54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992 41,'-33'0,"33"0,-33 0,1 0,-34 0,66-33,-33 33,0 0,0 0,0 0,33 0,-33 0,0 0,33 0,-33 0,0 33,0 0,33-33,-33 0,33 0,-33 0,0 33,0-33,33 32,-33-32,0 33,33-33,-33 33,0-33,33 0,-33 66,33-66,-66 65,66-65,0 33,-32 0,32 0,-33 0,0 32,33-65,-33 66,0-66,33 65,0-32,0 0,0 33,0-1,0-65,0 66,0-33,0-1,0 34,0-33,0-33,0 33,0 0,0-1,33-32,-33 33,0 0,33-33,0 33,0 0,-33-1,65-32,-65 66,66-33,33 0,0 32,-66-65,33 0,0 33,0-33,0 33,-33-33,-33 0,66 0,-66 0,33 0,-33 0,0-33,32 33,-32-33,0 0,0-32,0 32,0 33,0-33,0 0,0 33,0-32,-32-1,32 0,0 33,-33-33,33 0,0 1,-33 32,33-33,-33 0,33 0,0 33,-33-66,0 34,33-1,0 33,0-33,0 33,33 0,-33 0,33 0,33 0,32 0,1 0,-66 0,0 0,0 0,-33 66,0-34,0 1,0 33,0-33,0 32,0-32,0 0,0 0,0 32,0-65,33 66,-33-66,0 33,0-33,0 33,0-33,33 0,-33 32,0 1,0-33</inkml:trace>
  <inkml:trace contextRef="#ctx0" brushRef="#br0" timeOffset="2368">1717 894,'0'0,"0"0,0-33,-66 33,66 0,-32 0,-1 0,0 0,33 0,-33 0,33 33,0-33,-33 33,33-33,-66 33,66-33,0 32,-33-32,33 0,0 33,-33-33,33 33,0-33,0 0,0 33,0-33,0 33,0-33,0 33,0-1,0-32,0 33,0-33,0 33,0 0,0-33,0 33,0-33,0 0,0 32,0-32,33 33,-33 0,0-33,33 0,-33 0,33 0,0 0,-33 0,33 0,-33 0,33 0,-33-33,0 33,0 0,33-33,-33 33,33 0,-33-32,0 32,0 0,32-33,-32 0,0 33,0 0,0-33,0 33,0-33,33 1,-33 32,33 0,-33-33,0 33,0-33,0 33,0-33,0 0,0 33,0-33,0 33,33 0,-33-32,0 32,0-33,0 33,0-33,0 33,0 0,0 33,0 0,0-1,0-32,0 33,0 0,0 0,0-33,0 33,0 0,33-33,-33 32,0-32,0 33,0 0,0-33,0 33,33-33,-33 33,0-33,33 0,-33 0,0 32,0 1,33-33,-33 33,0-33,0 0,33 0,-33 33,0 0,0-33,0 32,0-32</inkml:trace>
  <inkml:trace contextRef="#ctx0" brushRef="#br0" timeOffset="5377">2179 992,'0'0,"0"0,0 0,0 33,0 33,0-33,33 32,-33-32,0 0,33 33,-33-66,0 32,0-32,0 33,0-33,0 33,0 0,0-33,0 33,0-33,0 32,0 1,0-33,0 0,0 33</inkml:trace>
  <inkml:trace contextRef="#ctx0" brushRef="#br0" timeOffset="8552">2607 992,'0'0,"0"33,0 33,0 0,0-34,0 67,0-34,0-32,0 0,0 33,0-34,0 1,0 0,0-33,0 33,0-33,0-33,0 33,0-66,0 34,0-1,0 0,0 0,0 0,0 1,0-1,0 0,0 33,0-33,0 0,0 33,33 0,0 0,-33 0,33 0,-33 0,33 0,-33-32,33 32,0 0,-33 0,33 0,-33-33,33 33,-33 0,33-33,0 33,-33-33,0 33,33 0,-33-33,0 33,0 0,33 0,0 0,-33 0,0 33,33-33,-33 33,0 0,0 0,0-1,0-32,0 33,0 0,0 0,0 0,0-1,0 1,0-33,0 66,0-66,0 33,0-33,0 32,0 1,0-33,0 33,0-33,0 33</inkml:trace>
</inkml:ink>
</file>

<file path=ppt/ink/ink4.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22-12-19T18:48:35.02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309 234,'0'0,"0"0,0 0,33 0,0 0,-33 0,0 0,33 0,-33 24,0-24,0 0,33 0,-33 0,33 24,0-24,-33 0,33 0,-33 0,66 0,-66 0,66 0,0 0,-33 0,0 0,0 0,0 0,0 0,0 0,-33 24,33-24,0 0,-33 0,33 0,-33 0,34 0,-1 0,-33 0,33 0,-33 0,33 0,-33 0,33 0,0-24,-33 24,33-24,-33 0,33 24,-33-24,33 24,-33 0,33 0,-33 0,33 0,-33 0,33 0,0 0,-33 0,33 0,-33 0,33 0,0 0,-33 0,33 0,-33 0,33 0,-33 0,33 0,0 0,-33 0,33 0,-33 0,33 0,0 0,-33 0,33 0,-33 0,33 0,-33 0,0 0,33 0,0 0,-33 0,0 0,33 0,-33 0,33 0,0 0,-33 0,33 0,-33 0,33 0,-33 0,33 0,0 0,-33 0,33 0,-33 0,33 0,-33 0,33 0,0 0,-33 0,33 0,-33 0,33 0,0 0,-33 0,33 0,-33 0,33 0,-33 0,33 0,1 0,-34 0,33 0,-33 0,33 0,0 0,-33 0,33 0,-33 0,33 0,-33 0,33 0,0 0,0 0,-33 0,33 0,0 0,0 0,-33 0,33 0,0 0,-33 0,33 0,-33 0,33 0,0 0,0 0,-33 0,33 0,0 0,-33 0,33 0,-33 0,33 0,-33 0,33 0,0 0,-33 0,33 0,-33 0,33 0,0 0,0 0,-33 0,33 0,0 0,0 0,-33 0,66 0,-66 0,33 0,-33 0,33 0,-33 0,33 0,0 0,-33 0,33 0,0 0,0 0,0 0,0 0,0 0,0 0,1 0,-1 0,0 0,0 0,0 0,0 0,0 0,0 0,0 0,-33 0,33 0,0 0,0 0,-33 0,33 0,-33 0,33 0,0 0,-33 0,33 0,0 0,0 0,-33 0,33 0,-33 0,33 0,-33 0,33 0,0 0,-33 0,33 0,-33 0,33 0,0 0,-33 0,33 0,-33 0,33 0,-33 0,66 0,-66 0,33 0,0 0,0 0,33 0,-66 0,33 0,0 0,0 0,0 0,0 0,0 0,-33 0,33 0,-33 0,33 0,0 0,-33 0,33 0,-33 0,34 0,-1 0,0 0,-33 0,33 0,0 0,-33 0,33 0,-33 0,66 0,-66 0,33 0,0 0,0 0,-33 0,33 0,0 0,0 0,-33 0,33 0,-33 0,66 0,-66 0,33 0,33 0,-33 0,0 0,0 0,0 0,0 0,0 0,0 0,0 0,-33 0,66 0,-33 0,0 0,33 0,-66 0,33 0,33 0,-33 0,0 0,33 0,-33 0,0 0,34 0,-67 0,33 0,0 0,0 0,-33 0,33 0,0 0,0 0,-33 0,33 0,0 0,0 0,0 0,-33 0,66 0,-66 0,33 0,33 0,-66 0,33 0,-33 0,33 0,0 0,-33 0,33 0,-33 0,33 0,0 0,0 0,-33 0,33 0,0 0,0 0,-33 0,33 0,0 0,0 0,0 0,0 0,0 0,0 0,0 0,0 0,0 0,-33 0,33 0,-33 0,33 0,0 0,-33 0,33 24,-33-24,33 0,0 0,0 0,-33 24,33-24,1 0,-1 0,0 0,0 0,0 24,-33-24,66 0,-66 0,33 0,-33 0,33 0,0 0,-33 0,33 0,0 0,0 0,-33 24,33-24,-33 0,33 0,-33 24,33-24,-33 23,33-23,-33 24,33 0,-33-24,33 24,0-24,-33 0,0 24,0-24,0 24,0-24,0 23,0-23,33 0,-33 24,0-24,0 0,33 0,-33 24,0 0,0-24,0 24,0-24,0 23,0-23,0 0,0 24,0 0,-33-24,33 0,0 24,0-24,-33 24,33 0,0-24,-33 0,33 23,0-23,-33 24,33-24,0 24,-33-24,0 24,33-24,-33 0,33 24,-33-24,0 0,0 24,33-24,-33 0,33 23,-66-23,33 0,0 0,33 0,-33 24,33-24,-33 0,0 0,33 0,-33 0,33 0,-33 0,33 0,-33 0,-1 0,34 0,-33 0,33 0,-33 0,0 0,0 0,33 0,-66 0,66 0,-33 0,0 0,0 0,0 0,33 0,-33 0,0 0,33 0,-33 0,33 0,-33 0,33 0,-33 0,0 0,33 0,-33 0,33 0,-33 0,0 0,33 0,-33 0,33 0,-33 0,33 0,-33 0,0 0,0 0,33 0,-33 0,0-24,33 24,-33 0,33 0,-33 0,0 0,33 0,-33 0,0 0,0 0,33 0,-33 0,0 0,0-23,33 23,-33 0,-33 0,33 0,0 0,-33 0,33 0,-1 0,1 0,33 0,-33 0,0 0,0 0,33 0,-33 0,0 0,33 0,-33 0,33-24,0 24,-33 0,33 0,-33 0,0 0,33 0,-33 0,33 0,-33 0,0 0,0 0,33 0,-66 0,33 0,33 0,-33 0,0 0,0 0,0 0,0 0,-33 0,33 0,0 0,33 0,-66 0,33 0,0-24,0 24,0 0,0 0,0 0,33 0,-33 0,33 0,0-24,-33 24,0 0,33 0,-33 0,33 0,-33 0,0 0,33 0,-33 0,33 0,-33 0,33 0,-33 0,-1 0,34 0,-33 0,33 0,-66 0,33 0,0 0,0 0,0 0,0 0,-33 0,33 0,0 0,-33 0,66 0,-66 0,33 0,33 0,-66 0,66 0,-33 0,-33 0,33 0,-33 0,33 0,0 0,-33 0,33 0,0 0,0 0,0 0,0 0,0 0,0 0,0 0,0 0,33 0,-66 0,66 0,-33 0,0 0,0 0,-1 0,1 0,0 0,33 0,-33 0,0 0,33 0,-33 0,33 0,-33 0,33 0,-66 0,0 0,66 0,-33 0,0 0,0 0,0 0,0 0,33 0,-33 0,0 0,0 0,33 0,-33 0,33 0,-66 0,66 0,-33 0,33 0,-33 0,0 0,0 0,33 0,-33 0,0 0,0 0,33 0,-66 0,66 0,-33 0,33 0,-33 0,33 0,-66 0,66 0,-33 0,33 0,-33 0,0 0,0 0,33 0,-33 0,0 0,33 0,-33 0,33 0,-66 0,66 0,-34 0,34 0,-33 0,0 0,33 0,-33 0,33 0,-33 0,0 0,0 0,33 0,-33 0,0 0,0 0,33 0,-33 0,0 0,0 0,0 0,33 0,-33 0,0 0,33 0,-33 0,33 0,-66 0,66 0,-33 0,33 0,-33 0,0 0,0 0,33 0,-66 0,33 0,0 0,0 0,-33 0,33 0,0 0,0 0,0 0,0 0,33 0,-33 0,0 0,0 0,0 0,0 0,0 0,0 0,0 0,33 0,-67 0,67 0,-33 0,0 0,0 0,33 0,-33 0,33 0,-33 0,33 0,-33 0,0 0,33 0,-33 0,33 0,-33 0,0 0,33 0,-33 0,33 0,-33 0,33 0,-33 0,0 0,33 0,-33 0,33 0,-33 0,0 0,33 0,-33 0,33 0,-33 0,33 0,-33 0,0 0,33 0,-33 0,33 0,-33 0,0 0,33 0,-33 0,33 0,-33 0,33 0,-33 0,0 0,33 0,-33-24,33 24,0 0,0-24,-33 1,33 23,0-24,-33 24,33 0,0-24,0 24,0-24,0 0,0 24,0-24,0 24,0-23,0 23,0-24,0 24,0-24,0 24,0-24,0 24,0-24,0 1,0 23,33 0,-33-24,0 24,33-24,-33 0,0 24,0-24,33 24,0 0,-33-24,33 24,-33-23,0-1,0 24,0 0,0-24,0 24,33-24,0 0,-33 24,0-24,33 24,-33 0,66 0,0 0</inkml:trace>
  <inkml:trace contextRef="#ctx0" brushRef="#br0" timeOffset="10152">9225 639,'0'0,"33"0,0 0,-33 0,33 0,-33 0,33 0,-33 0,66 0,-33 0,0 0,-33 0,33 0,-33 0,33 0,-33 0,33 0,0 0,-33 0,33 0,0 0,0 0,-33 0,33 0,1 0,-1 0,33 0,-66 0,33 0,33 0,-33 0,0 0,33 0,-33 0,0 0,33 0,-33 0,33 0,-33 0,0 0,0 0,33 0,-33 0,33 0,-33 0,33 0,-33 0,0 0,33 0,-33 0,33 0,-33 0,33 0,-33 0,0 0,33 0,-33 0,1 0,32 0,-33 0,0 0,0 0,0 0,0 0,-33 0,33 0,0 0,0 0,0 0,0 0,0 0,33 0,-33 0,0 0,0 0,-33 0,66 0,0 0,-66 0,33 0,0 0,0 0,0 0,0 0,-33 0,33 0,-33 0,33 0,-33 24,33-24,0 0,-33 0,66 0,-66 0,33 0,-33 0,33 0,0 0,-33 0,0 0,0 0,-165-48,132 25,0-1,33 24,-33-24,0 24,33 0,66 0,33 0,-66 24,0-24,33 0,-33 24,0-24,-33 23,0-23,0 24,0-24,0 24,0 0,0-24,0 0,-33 24,33-24,-33 0,0 24,0-24,33 0,-33 0,33 23,-33-23,33 24,-33-24,0 0,33 0,0 24,-33-24,33 0,0 0,-33 24,33-24,0 24,0-48,0 24,0-24,0 24,33 0,-33-24,33 0,-33 24,33 0,-33 0,0-23,33 23</inkml:trace>
</inkml:ink>
</file>

<file path=ppt/ink/ink5.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22-12-19T18:34:50.62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1345 792,'0'-33,"32"0,-32 0,0-33,0 66,0-33,33 33,-33-33,0 0,0 33,0-33,32 33,-32 0,0-33,0 0,33 33,-33 0,33 0,-33 0,32 0,-32 0,33 0,-1 0,-32 33,0-33,33 0,-33 0,0 33,33-33,-33 0,32 0,-32 33,0-33,33 33,-33-33,0 0,32 0,-32 33,0-33,0 33,0-33,0 33,0 0,0-33,0 33,0-33,0 33,0-33,0 33,0 0,0-33,0 33,0-33,0 33,0 0,0-33,0 0,-32 33,32-33,0 0,-33 0,1 0,32 0,0 33,-33-33,33 0,-33 0,1 0,32 0,-33 0,33 0,-32 0,32 0,-33 0,0 0,33 0,0 0,0 0,0-33,0 33,0-33,0 0,0 33,0-33,0 33,0 0,0-33,0 0,0 33,33 0,-33 0,33-33,-33 33,32 0,-32 0,33 0,-1 0,-32 0,33 0,-33 0,0 0,0 33,0 0,0-33,0 33,0-33,0 33,0 0,0-33,0 0,0 33,0-33,0 33,0-33,0 0,-33 0,1 0,-1 0,33 0,-32 0,32 0,0 0,-33 33,0-33,33 0,-32 0,32 0,-33 0,1 0,32 0,-33 0,33 0,-32 0,32 0,-33 0,0 0,33 0,-32 0,32 0,-33 0,1 0,32 0,-33 0,33 0,-33 0,33 0,-32 0,-1 0,33 0,-32 0,32 0,0 0,-33 0,33-33,-33 33,33 0,0-33,0 33,0-33,0 0,0 33,0-33,0 33,0-33,0 0,0 33,0-33,0 33,0 0,0-33,33 33,-33-33,33 33,-33 0,0-33,32 33,1 0,-33 0,0 0,0 33,0-33,0 33,32-33,-32 0,0 66,0-66,0 33,0-33,33 33,-33-33,0 33,0 0,0-33,0 33,0-33,0 33,0 0,0-33,0 33,0-33,0 0,0 33,0-33,0 33,-33-33,1 33,32 32,-65-65,65 0,-33 33,33-33,-65 33,32 0,1-33,32 33,-33 0,33-33,0 33,-33-33,33 0,-32 33,-1 0,1-33,-34 33,66-33,-65 0,33 33,-1 0,0-33,1 0,32 0,-33 0,1 0,-1 0,33 0</inkml:trace>
  <inkml:trace contextRef="#ctx0" brushRef="#br0" timeOffset="7680">432 0,'0'0,"0"66,0 0,0 33,0-33,33-33,-33 33,0 0,0-66,0 66,0-66,0 33,0-33,0 33,0-33,0 33,0 0,0-33,0 33,0 33,0-66,32 33,-32-33,0 33,0 0,0 0,0-33,0 33,0 0,0-33,0 33,0-33,0 33,0 0,0-33,0 33,0-33,0 33,0-33,0 33,0-33,0 33</inkml:trace>
  <inkml:trace contextRef="#ctx0" brushRef="#br0" timeOffset="9008">139 726,'-33'0,"33"0,0-33,-33 33,33 0,0 0,-32 0,32 0,0 33,0 0,0-33,0 33,-33-33,33 0,0 0,0 33,0 0,0-33,0 33,33-33,-33 0,0 33,0-33,0 0,32 0,-32 33,0-33,33 0,0 0,-1 0,-32 33,33-33,-1 0,1 0,-33 0,33 0,-1 0,-32 0,33 0,-33 0,0-33,0 0,0 33,0-33,0 0,0 33,0 0,0-33,0 33,0 0,0-33,0 33,0 0,-33 0,1 0,32-33,0 33,-33 0,33-33,0 33,-33 0,1 0,32 0,0 0,-33 0,33 33,0-33,-32 0,32 0,-33 0,0 0,33 33,0-33,-32 0,32 0,0 0</inkml:trace>
</inkml:ink>
</file>

<file path=ppt/ink/ink6.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23-04-02T01:14:50.80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502 16,'0'0,"0"0,0 34,0-1,0-33,0 33,0 1,0-34,0 33,0-33,0 33,0 1,0-34,0 33,0-33,0 33,0-33,0 34,0-1,0-33,0 33,0-33,0 0,0 33,0 1,0-34,0 33,0-33,0 33,0-33,0 34,0-1,0-33,0 33,0-33,0 34,0-1,0-33,0 33,0-33,0 34,0-34,0 33,0 0,0-33,0 34,0-34,0 0,0 33,0 0,0-33,0 33,0-33,-32 34,32-34,0 33,0 0,0-33,0 34,0-34,0 33,0-33,0 0,0-67,0 34,0 0,0 33,0-34,0 34,0-33,0 0,0 33,0-33,0 33,0-34,0 1,0 33,0-33,0 33,0-34,0 34,0-33,0 0,0 33,0-34,0 34,0-33,0 33,0-33,0-1,0 34,0-33,0 33,0-33,0-1,0 34,0-33,0 33,0-33,0 33,0-33,0-1,0 34,0 0,0-33,0 33,0-33,0-1,0 34,0-33,0 33,0-33,0 33,-33-34,33 1,0 33,0-33,0 33,0-34,0 1,0 33,0 33,0-33,0 34,0-34,0 66,0-66,0 34,0-1,0 0,0-33,0 34,0-1,0 0,0 1,0-34,0 33,0 0,0-33,0 33,-33-33,33 34,0-34,0 33,0 0,0-33,0 34,0-34,0 33,0 0,0-33,0 34,0-34,0 33,0-33,0 33,0 1,0-34,0 33,0-33,0 33,0 1,0-34,0 33,0-33,0 33,0-33,0 33,0 1,0-34,0 33,0-33,0 33,0 1,0-34,0 33,0-33,0 33,-33-33,33-33,0-34,0 1,0 66,0-34,0 1,0 0,0 33,0-33,0 33,0-34,0 1,0 33,0-33,0 33,0-34,0 34,0-33,0 0,0 33,-32-34,32 34,0-33,0 33,0-33,0-1,0 34,0 0,0-33,0 33,0-33,0-1,0 34,0 0,0-33,0 33,0-33,0 33,0-33,0-1,0 34,0-33,0 33,0-33,0-1,0 34,0-33,0 33,0-33,0 33,0-34,0 1,0 33,0 0,0 0</inkml:trace>
  <inkml:trace contextRef="#ctx0" brushRef="#br0" timeOffset="8296">371 283,'0'0,"0"0,0-33,0 33,0-67,0 67,0-33,0 33,0-34,0 1,0 33,0-33,0 33,0-34,0 34,0 0,0 0,0 0,0 34,0-34,0 33,0 0,0-33,0 34,0-34,33 33,-33 0,0-33,0 34,0-34,33 33,-33-33,0 33,0 1,0-34,0 33,0-33,0 33,0 0,0-33,0 34,33-34,-33 0,0 33,0-33,0 33,0 1,0-34,0 33,0-33,0 33,0-33,0 34,0-34,0 33,0-33,0 33,0-33,0 34,0-1,0-33,0 0,0 33,0-33,0 34,0-34,0 33,0 0,0-33,0 33,0-33,0 34,0-1,0-33,0 33,0-33,0 34</inkml:trace>
  <inkml:trace contextRef="#ctx0" brushRef="#br0" timeOffset="11799">339 649,'0'0,"-33"0,33 0,-33 0,33 0,-32 0,-1 0,33 0,0 34,-33-34,33 0,0 0,0 33,-32-33,32 0,-33 33,33 1,0-34,0 0,0 33,-33-33,33 0,0 33,0-33,0 0,-33 34,33-1,0-33,0 0,0 33,0-33,0 33,0 1,0-34,0 33,0-33,0 33,0-33,0 34,0-1,0-33,0 0,0 33,0-33,33 0,-33 0,33 0,-33 34,33-34,-33 0,0 33,32-33,-32 0,33 0,0 0,-33 0,32 0,-32 0,33 0,-33 0,33 0,-1 0,-32 0,0 0,33 0,-33 0,33 0,-33-33,33 33,-33 0,32 0,-32 0,-32 0,-34 0,66 0,-33 0,1 0,-1 33,0-33,1 0,32 0,-33 0,33 0,0 0,-33 0,33 0,-32 0,32-33,0-1,0 34,0 0,-33 0,33-33,0 33,-33 0,33-33,0 33,-33 0,33-34,-32 1,32 33,0 0,0-33,0 33,0-34,0 34,0-33,0 0,0 33,0-33,0 33,0-34,0 1,0 33,0 0,0-33,0 33,32-34,-32 34,33-33,-33 0,0 33,0 0,33 0,-33 0,0-34,33 34,-1 0,-32 0,33 0,32 0,-65-33,33 33,0 0,-33 0,0-33,0 33,0 0,-33 0,33 33,-65-33,65 33,-33-33,33 34,-33-1,33-33,-32 0,32 33,-33-33,33 0,0 0,-33 34,33-34,0 0,0 33,0 0,0-33,0 34,0-34,-33 0,33 33,0 0,0-33,0 33,0-33,0 34,0-34,0 33,0 0,0-33,0 34,0-34,0 33,0-33,0 0,33 0,-33 33,33 1,0-34,-33 0,32 33,1-33,0 0,-33 33,32-33,-32 34,33-34,-33 0,33 0,-1 0,-32 0,33 0,-33 0,33 0,0 0,-33 0,32 0,-32 0,33 0,-33 0,33 0,-33 0,32 0,-32 0,-32 0,32 0,-33 0,33 0,-33 0,33 0,-32 0,-1 0,33 0,-33 0,33-34,-33 34,1 0,32 0,-33 0,33 0,-33 0,33 0,0 0</inkml:trace>
  <inkml:trace contextRef="#ctx0" brushRef="#br0" timeOffset="19192">895 916,'0'0,"65"0,-32 0,-33 0,32 0,-32 0,33 0,0 0,32 0,-65 0,33 0,-33 0,33 0,-66 33,-65-33,65 0,33 0,-65 0,65 33,-33-33,33 0,-33 0,1 0,32 0,-33 0,33 34,0-34,0 0,65 0,33 0,-98 0,66 0,-33 0,-33 0,32 0,1 0,-33 0,33 0,-1 0,1 0,-33 0,33 0,-33 0,0 0,0 0,0 0,0 0,-33 0,0 0,1-34,-1 34,0 0,33 0,-65 0,65-33,0 33,-33 0,33 0,-33 0,33 0,-32 0,-1 0,33 0,-33 0,33 0,0 0,0 0,0 0,66 0,32 0,-33 0,1 0,-1 0,0 0,-65 0,33 0,-33 0,-65 0</inkml:trace>
  <inkml:trace contextRef="#ctx0" brushRef="#br0" timeOffset="23736">895 1249,'0'0,"98"0,-66 0,1 0,0 0,-33 0,65 0,1 0,-34 0,1 0,0 0,32 0,-65 0,33 0,0 0,-33 0,-33 0,0 0,0 0,33 0,-32 0,-1 0,0 0,33 0,-32 0,32 0,-33 0,0 0,33 0,-32 0,32 0,-33 0,0 0,33 0,-33 0,33 0,-32 0,32 0,-33 0,0 0,33 0,-32 0,32 0,-33 0,0 0,33 0,0 0,-32 0,32 0,-33 0,33 0,-33 0,0 0,66 0,65 0,-32 33,-1-33,0 0,-32 0,-33 0,33 0,65 0,-65 0,-1 0,34 0,-66 0,-33 34,0-34,1 0,-1 33,33-33,-33 0,33 0,-32 0,32 0,-33 0,0 0,33 0,-33 0,33 0,-32 0,32 33,-33-33,33 0,-33 0,33 0,0 0,0 0,33 0,0 0,-1 0,1 0,-33 0,33 0,-33 0,33 0,-33 0,32 0,1 0,0 0,-33 0,32 0,1 0,0 0,-33 0,32 0,1 0,0 0,-33 0,33 0,-1 0,-32 0,-32 0,32 0,-33 0,33 0,-33 0,0 0,33 0,-32 0,32 0,-33 0,0 0,1-33,-1 33,0 0,33 0,-32 0,32 0,-33 0,33 0,-33 0,0 0,33 0,-32 0,32-33,0 33,-33 0,33 0,0 0</inkml:trace>
</inkml:ink>
</file>

<file path=ppt/ink/ink7.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23-04-02T01:14:58.13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30,'0'0,"0"-30,0 30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0CA2F-A0E4-4FA5-A430-9A133121AE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ar-SA"/>
          </a:p>
        </p:txBody>
      </p:sp>
      <p:sp>
        <p:nvSpPr>
          <p:cNvPr id="3" name="Subtitle 2">
            <a:extLst>
              <a:ext uri="{FF2B5EF4-FFF2-40B4-BE49-F238E27FC236}">
                <a16:creationId xmlns:a16="http://schemas.microsoft.com/office/drawing/2014/main" id="{153AC86D-D4D4-4579-A595-58883265D0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ar-SA"/>
          </a:p>
        </p:txBody>
      </p:sp>
      <p:sp>
        <p:nvSpPr>
          <p:cNvPr id="4" name="Date Placeholder 3">
            <a:extLst>
              <a:ext uri="{FF2B5EF4-FFF2-40B4-BE49-F238E27FC236}">
                <a16:creationId xmlns:a16="http://schemas.microsoft.com/office/drawing/2014/main" id="{9CF13807-53CD-40E4-875B-EC1FE239A26D}"/>
              </a:ext>
            </a:extLst>
          </p:cNvPr>
          <p:cNvSpPr>
            <a:spLocks noGrp="1"/>
          </p:cNvSpPr>
          <p:nvPr>
            <p:ph type="dt" sz="half" idx="10"/>
          </p:nvPr>
        </p:nvSpPr>
        <p:spPr/>
        <p:txBody>
          <a:bodyPr/>
          <a:lstStyle/>
          <a:p>
            <a:fld id="{87DE6118-2437-4B30-8E3C-4D2BE6020583}" type="datetimeFigureOut">
              <a:rPr lang="en-US" smtClean="0"/>
              <a:pPr/>
              <a:t>2/1/2024</a:t>
            </a:fld>
            <a:endParaRPr lang="en-US" dirty="0"/>
          </a:p>
        </p:txBody>
      </p:sp>
      <p:sp>
        <p:nvSpPr>
          <p:cNvPr id="5" name="Footer Placeholder 4">
            <a:extLst>
              <a:ext uri="{FF2B5EF4-FFF2-40B4-BE49-F238E27FC236}">
                <a16:creationId xmlns:a16="http://schemas.microsoft.com/office/drawing/2014/main" id="{50239512-CDE7-4060-8B4B-B9A76E447B4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DAB2ACA-8D81-4528-A1A8-023B9277F338}"/>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44606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ED8E5-E4CF-4C53-88D8-EC65A110648E}"/>
              </a:ext>
            </a:extLst>
          </p:cNvPr>
          <p:cNvSpPr>
            <a:spLocks noGrp="1"/>
          </p:cNvSpPr>
          <p:nvPr>
            <p:ph type="title"/>
          </p:nvPr>
        </p:nvSpPr>
        <p:spPr/>
        <p:txBody>
          <a:bodyPr/>
          <a:lstStyle/>
          <a:p>
            <a:r>
              <a:rPr lang="en-US"/>
              <a:t>Click to edit Master title style</a:t>
            </a:r>
            <a:endParaRPr lang="ar-SA"/>
          </a:p>
        </p:txBody>
      </p:sp>
      <p:sp>
        <p:nvSpPr>
          <p:cNvPr id="3" name="Content Placeholder 2">
            <a:extLst>
              <a:ext uri="{FF2B5EF4-FFF2-40B4-BE49-F238E27FC236}">
                <a16:creationId xmlns:a16="http://schemas.microsoft.com/office/drawing/2014/main" id="{4B57A05B-EC06-4900-A7C6-CA12367581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Date Placeholder 3">
            <a:extLst>
              <a:ext uri="{FF2B5EF4-FFF2-40B4-BE49-F238E27FC236}">
                <a16:creationId xmlns:a16="http://schemas.microsoft.com/office/drawing/2014/main" id="{1C98CBC5-75C0-46C4-84ED-E0C137D03BFD}"/>
              </a:ext>
            </a:extLst>
          </p:cNvPr>
          <p:cNvSpPr>
            <a:spLocks noGrp="1"/>
          </p:cNvSpPr>
          <p:nvPr>
            <p:ph type="dt" sz="half" idx="10"/>
          </p:nvPr>
        </p:nvSpPr>
        <p:spPr/>
        <p:txBody>
          <a:bodyPr/>
          <a:lstStyle/>
          <a:p>
            <a:fld id="{87DE6118-2437-4B30-8E3C-4D2BE6020583}" type="datetimeFigureOut">
              <a:rPr lang="en-US" smtClean="0"/>
              <a:pPr/>
              <a:t>2/1/2024</a:t>
            </a:fld>
            <a:endParaRPr lang="en-US" dirty="0"/>
          </a:p>
        </p:txBody>
      </p:sp>
      <p:sp>
        <p:nvSpPr>
          <p:cNvPr id="5" name="Footer Placeholder 4">
            <a:extLst>
              <a:ext uri="{FF2B5EF4-FFF2-40B4-BE49-F238E27FC236}">
                <a16:creationId xmlns:a16="http://schemas.microsoft.com/office/drawing/2014/main" id="{A0BEC5E0-61F7-4174-8898-67F40D36DAE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3EAC2B7-E3C3-436E-A0F9-267EEDC7350A}"/>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758306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2B8FC-7754-4F30-877D-0A30278C7C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ar-SA"/>
          </a:p>
        </p:txBody>
      </p:sp>
      <p:sp>
        <p:nvSpPr>
          <p:cNvPr id="3" name="Text Placeholder 2">
            <a:extLst>
              <a:ext uri="{FF2B5EF4-FFF2-40B4-BE49-F238E27FC236}">
                <a16:creationId xmlns:a16="http://schemas.microsoft.com/office/drawing/2014/main" id="{4F71620A-04F3-4AB5-ADB0-AC07E39AEE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66C4C9-8FA0-4B1A-906C-7222AB2F4383}"/>
              </a:ext>
            </a:extLst>
          </p:cNvPr>
          <p:cNvSpPr>
            <a:spLocks noGrp="1"/>
          </p:cNvSpPr>
          <p:nvPr>
            <p:ph type="dt" sz="half" idx="10"/>
          </p:nvPr>
        </p:nvSpPr>
        <p:spPr/>
        <p:txBody>
          <a:bodyPr/>
          <a:lstStyle/>
          <a:p>
            <a:fld id="{87DE6118-2437-4B30-8E3C-4D2BE6020583}" type="datetimeFigureOut">
              <a:rPr lang="en-US" smtClean="0"/>
              <a:pPr/>
              <a:t>2/1/2024</a:t>
            </a:fld>
            <a:endParaRPr lang="en-US" dirty="0"/>
          </a:p>
        </p:txBody>
      </p:sp>
      <p:sp>
        <p:nvSpPr>
          <p:cNvPr id="5" name="Footer Placeholder 4">
            <a:extLst>
              <a:ext uri="{FF2B5EF4-FFF2-40B4-BE49-F238E27FC236}">
                <a16:creationId xmlns:a16="http://schemas.microsoft.com/office/drawing/2014/main" id="{F12986D6-CDE0-4F52-9325-FB824E9BED6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4DC5F0-3CE3-48CC-985D-222E981C9BDB}"/>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972302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B7F87-121B-4203-945E-DC34975FBEC5}"/>
              </a:ext>
            </a:extLst>
          </p:cNvPr>
          <p:cNvSpPr>
            <a:spLocks noGrp="1"/>
          </p:cNvSpPr>
          <p:nvPr>
            <p:ph type="title"/>
          </p:nvPr>
        </p:nvSpPr>
        <p:spPr/>
        <p:txBody>
          <a:bodyPr/>
          <a:lstStyle/>
          <a:p>
            <a:r>
              <a:rPr lang="en-US"/>
              <a:t>Click to edit Master title style</a:t>
            </a:r>
            <a:endParaRPr lang="ar-SA"/>
          </a:p>
        </p:txBody>
      </p:sp>
      <p:sp>
        <p:nvSpPr>
          <p:cNvPr id="3" name="Content Placeholder 2">
            <a:extLst>
              <a:ext uri="{FF2B5EF4-FFF2-40B4-BE49-F238E27FC236}">
                <a16:creationId xmlns:a16="http://schemas.microsoft.com/office/drawing/2014/main" id="{E28EBF56-E852-4271-97A7-91CF181A3F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Content Placeholder 3">
            <a:extLst>
              <a:ext uri="{FF2B5EF4-FFF2-40B4-BE49-F238E27FC236}">
                <a16:creationId xmlns:a16="http://schemas.microsoft.com/office/drawing/2014/main" id="{7DDA6A49-C333-4500-94D8-5242281D83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5" name="Date Placeholder 4">
            <a:extLst>
              <a:ext uri="{FF2B5EF4-FFF2-40B4-BE49-F238E27FC236}">
                <a16:creationId xmlns:a16="http://schemas.microsoft.com/office/drawing/2014/main" id="{DB4B9660-30DB-4B11-B4F4-E4599064FB03}"/>
              </a:ext>
            </a:extLst>
          </p:cNvPr>
          <p:cNvSpPr>
            <a:spLocks noGrp="1"/>
          </p:cNvSpPr>
          <p:nvPr>
            <p:ph type="dt" sz="half" idx="10"/>
          </p:nvPr>
        </p:nvSpPr>
        <p:spPr/>
        <p:txBody>
          <a:bodyPr/>
          <a:lstStyle/>
          <a:p>
            <a:fld id="{87DE6118-2437-4B30-8E3C-4D2BE6020583}" type="datetimeFigureOut">
              <a:rPr lang="en-US" smtClean="0"/>
              <a:pPr/>
              <a:t>2/1/2024</a:t>
            </a:fld>
            <a:endParaRPr lang="en-US" dirty="0"/>
          </a:p>
        </p:txBody>
      </p:sp>
      <p:sp>
        <p:nvSpPr>
          <p:cNvPr id="6" name="Footer Placeholder 5">
            <a:extLst>
              <a:ext uri="{FF2B5EF4-FFF2-40B4-BE49-F238E27FC236}">
                <a16:creationId xmlns:a16="http://schemas.microsoft.com/office/drawing/2014/main" id="{D1BD6B1B-C679-4DB5-AF68-F687CD70EDE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02AA3DC-D07F-4365-962D-A27ECC47AF21}"/>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947735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C972F-F5C5-4CFE-8C11-8D970242C10F}"/>
              </a:ext>
            </a:extLst>
          </p:cNvPr>
          <p:cNvSpPr>
            <a:spLocks noGrp="1"/>
          </p:cNvSpPr>
          <p:nvPr>
            <p:ph type="title"/>
          </p:nvPr>
        </p:nvSpPr>
        <p:spPr>
          <a:xfrm>
            <a:off x="839788" y="365125"/>
            <a:ext cx="10515600" cy="1325563"/>
          </a:xfrm>
        </p:spPr>
        <p:txBody>
          <a:bodyPr/>
          <a:lstStyle/>
          <a:p>
            <a:r>
              <a:rPr lang="en-US"/>
              <a:t>Click to edit Master title style</a:t>
            </a:r>
            <a:endParaRPr lang="ar-SA"/>
          </a:p>
        </p:txBody>
      </p:sp>
      <p:sp>
        <p:nvSpPr>
          <p:cNvPr id="3" name="Text Placeholder 2">
            <a:extLst>
              <a:ext uri="{FF2B5EF4-FFF2-40B4-BE49-F238E27FC236}">
                <a16:creationId xmlns:a16="http://schemas.microsoft.com/office/drawing/2014/main" id="{4321BF85-35AC-41BB-BDBB-9D2BA2976A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6FA04C-3A7A-4194-9E9F-2ED929DE98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5" name="Text Placeholder 4">
            <a:extLst>
              <a:ext uri="{FF2B5EF4-FFF2-40B4-BE49-F238E27FC236}">
                <a16:creationId xmlns:a16="http://schemas.microsoft.com/office/drawing/2014/main" id="{7E83FA8E-A7A5-4876-B95C-BC48F0DAE7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0B251E-FBFE-4675-AF1F-7FE08F5079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7" name="Date Placeholder 6">
            <a:extLst>
              <a:ext uri="{FF2B5EF4-FFF2-40B4-BE49-F238E27FC236}">
                <a16:creationId xmlns:a16="http://schemas.microsoft.com/office/drawing/2014/main" id="{037D5234-6D50-4078-A0B6-7899482BC9D7}"/>
              </a:ext>
            </a:extLst>
          </p:cNvPr>
          <p:cNvSpPr>
            <a:spLocks noGrp="1"/>
          </p:cNvSpPr>
          <p:nvPr>
            <p:ph type="dt" sz="half" idx="10"/>
          </p:nvPr>
        </p:nvSpPr>
        <p:spPr/>
        <p:txBody>
          <a:bodyPr/>
          <a:lstStyle/>
          <a:p>
            <a:fld id="{87DE6118-2437-4B30-8E3C-4D2BE6020583}" type="datetimeFigureOut">
              <a:rPr lang="en-US" smtClean="0"/>
              <a:pPr/>
              <a:t>2/1/2024</a:t>
            </a:fld>
            <a:endParaRPr lang="en-US" dirty="0"/>
          </a:p>
        </p:txBody>
      </p:sp>
      <p:sp>
        <p:nvSpPr>
          <p:cNvPr id="8" name="Footer Placeholder 7">
            <a:extLst>
              <a:ext uri="{FF2B5EF4-FFF2-40B4-BE49-F238E27FC236}">
                <a16:creationId xmlns:a16="http://schemas.microsoft.com/office/drawing/2014/main" id="{3C700831-CAD5-4FB5-A69F-F21CDE54DC9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B8491BE-AD4B-4551-AD0E-C3B680A860BC}"/>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4010958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2E4E8-307B-45C9-887D-29E60452B16B}"/>
              </a:ext>
            </a:extLst>
          </p:cNvPr>
          <p:cNvSpPr>
            <a:spLocks noGrp="1"/>
          </p:cNvSpPr>
          <p:nvPr>
            <p:ph type="title"/>
          </p:nvPr>
        </p:nvSpPr>
        <p:spPr/>
        <p:txBody>
          <a:bodyPr/>
          <a:lstStyle/>
          <a:p>
            <a:r>
              <a:rPr lang="en-US"/>
              <a:t>Click to edit Master title style</a:t>
            </a:r>
            <a:endParaRPr lang="ar-SA"/>
          </a:p>
        </p:txBody>
      </p:sp>
      <p:sp>
        <p:nvSpPr>
          <p:cNvPr id="3" name="Date Placeholder 2">
            <a:extLst>
              <a:ext uri="{FF2B5EF4-FFF2-40B4-BE49-F238E27FC236}">
                <a16:creationId xmlns:a16="http://schemas.microsoft.com/office/drawing/2014/main" id="{39371825-C71D-463E-B50A-FF7357263802}"/>
              </a:ext>
            </a:extLst>
          </p:cNvPr>
          <p:cNvSpPr>
            <a:spLocks noGrp="1"/>
          </p:cNvSpPr>
          <p:nvPr>
            <p:ph type="dt" sz="half" idx="10"/>
          </p:nvPr>
        </p:nvSpPr>
        <p:spPr/>
        <p:txBody>
          <a:bodyPr/>
          <a:lstStyle/>
          <a:p>
            <a:fld id="{87DE6118-2437-4B30-8E3C-4D2BE6020583}" type="datetimeFigureOut">
              <a:rPr lang="en-US" smtClean="0"/>
              <a:pPr/>
              <a:t>2/1/2024</a:t>
            </a:fld>
            <a:endParaRPr lang="en-US" dirty="0"/>
          </a:p>
        </p:txBody>
      </p:sp>
      <p:sp>
        <p:nvSpPr>
          <p:cNvPr id="4" name="Footer Placeholder 3">
            <a:extLst>
              <a:ext uri="{FF2B5EF4-FFF2-40B4-BE49-F238E27FC236}">
                <a16:creationId xmlns:a16="http://schemas.microsoft.com/office/drawing/2014/main" id="{ABBB7753-2FB6-454C-B7FB-2C35869963B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B029973-7D29-40A6-9AC6-9B14752D4CA4}"/>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338322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48F735-AE93-46F2-A80B-CF657F5BEF05}"/>
              </a:ext>
            </a:extLst>
          </p:cNvPr>
          <p:cNvSpPr>
            <a:spLocks noGrp="1"/>
          </p:cNvSpPr>
          <p:nvPr>
            <p:ph type="dt" sz="half" idx="10"/>
          </p:nvPr>
        </p:nvSpPr>
        <p:spPr/>
        <p:txBody>
          <a:bodyPr/>
          <a:lstStyle/>
          <a:p>
            <a:fld id="{87DE6118-2437-4B30-8E3C-4D2BE6020583}" type="datetimeFigureOut">
              <a:rPr lang="en-US" smtClean="0"/>
              <a:pPr/>
              <a:t>2/1/2024</a:t>
            </a:fld>
            <a:endParaRPr lang="en-US" dirty="0"/>
          </a:p>
        </p:txBody>
      </p:sp>
      <p:sp>
        <p:nvSpPr>
          <p:cNvPr id="3" name="Footer Placeholder 2">
            <a:extLst>
              <a:ext uri="{FF2B5EF4-FFF2-40B4-BE49-F238E27FC236}">
                <a16:creationId xmlns:a16="http://schemas.microsoft.com/office/drawing/2014/main" id="{58B11DDF-C5C2-4376-9BC8-F571033C331B}"/>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F1DCE891-FA69-4385-9279-F44D02212F30}"/>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582198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89A40-AE7F-4867-8F95-AB89DCB22F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SA"/>
          </a:p>
        </p:txBody>
      </p:sp>
      <p:sp>
        <p:nvSpPr>
          <p:cNvPr id="3" name="Content Placeholder 2">
            <a:extLst>
              <a:ext uri="{FF2B5EF4-FFF2-40B4-BE49-F238E27FC236}">
                <a16:creationId xmlns:a16="http://schemas.microsoft.com/office/drawing/2014/main" id="{7B9C92DD-4168-4C5C-B0D7-116AE00C59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Text Placeholder 3">
            <a:extLst>
              <a:ext uri="{FF2B5EF4-FFF2-40B4-BE49-F238E27FC236}">
                <a16:creationId xmlns:a16="http://schemas.microsoft.com/office/drawing/2014/main" id="{60917379-DF7F-431C-AA86-163D6B98AD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95890F-1C69-478E-8467-FE7B40E8EDE2}"/>
              </a:ext>
            </a:extLst>
          </p:cNvPr>
          <p:cNvSpPr>
            <a:spLocks noGrp="1"/>
          </p:cNvSpPr>
          <p:nvPr>
            <p:ph type="dt" sz="half" idx="10"/>
          </p:nvPr>
        </p:nvSpPr>
        <p:spPr/>
        <p:txBody>
          <a:bodyPr/>
          <a:lstStyle/>
          <a:p>
            <a:fld id="{87DE6118-2437-4B30-8E3C-4D2BE6020583}" type="datetimeFigureOut">
              <a:rPr lang="en-US" smtClean="0"/>
              <a:pPr/>
              <a:t>2/1/2024</a:t>
            </a:fld>
            <a:endParaRPr lang="en-US" dirty="0"/>
          </a:p>
        </p:txBody>
      </p:sp>
      <p:sp>
        <p:nvSpPr>
          <p:cNvPr id="6" name="Footer Placeholder 5">
            <a:extLst>
              <a:ext uri="{FF2B5EF4-FFF2-40B4-BE49-F238E27FC236}">
                <a16:creationId xmlns:a16="http://schemas.microsoft.com/office/drawing/2014/main" id="{F5535D00-1960-46ED-995A-CA617F7DECE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2E964DA-CBB5-4ED8-9984-5FD67AF68613}"/>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706206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9CDB2-E050-40BC-9D7E-9DCF81B312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SA"/>
          </a:p>
        </p:txBody>
      </p:sp>
      <p:sp>
        <p:nvSpPr>
          <p:cNvPr id="3" name="Picture Placeholder 2">
            <a:extLst>
              <a:ext uri="{FF2B5EF4-FFF2-40B4-BE49-F238E27FC236}">
                <a16:creationId xmlns:a16="http://schemas.microsoft.com/office/drawing/2014/main" id="{D28CC570-AF0C-4A0E-A4C8-C379F422AE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Text Placeholder 3">
            <a:extLst>
              <a:ext uri="{FF2B5EF4-FFF2-40B4-BE49-F238E27FC236}">
                <a16:creationId xmlns:a16="http://schemas.microsoft.com/office/drawing/2014/main" id="{63EB458C-039C-451E-AE20-991621870F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C5E9F3-436E-4BA1-8F0A-258FE41B28C4}"/>
              </a:ext>
            </a:extLst>
          </p:cNvPr>
          <p:cNvSpPr>
            <a:spLocks noGrp="1"/>
          </p:cNvSpPr>
          <p:nvPr>
            <p:ph type="dt" sz="half" idx="10"/>
          </p:nvPr>
        </p:nvSpPr>
        <p:spPr/>
        <p:txBody>
          <a:bodyPr/>
          <a:lstStyle/>
          <a:p>
            <a:fld id="{87DE6118-2437-4B30-8E3C-4D2BE6020583}" type="datetimeFigureOut">
              <a:rPr lang="en-US" smtClean="0"/>
              <a:pPr/>
              <a:t>2/1/2024</a:t>
            </a:fld>
            <a:endParaRPr lang="en-US" dirty="0"/>
          </a:p>
        </p:txBody>
      </p:sp>
      <p:sp>
        <p:nvSpPr>
          <p:cNvPr id="6" name="Footer Placeholder 5">
            <a:extLst>
              <a:ext uri="{FF2B5EF4-FFF2-40B4-BE49-F238E27FC236}">
                <a16:creationId xmlns:a16="http://schemas.microsoft.com/office/drawing/2014/main" id="{680916FA-938F-41F6-9879-B9B16701A9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66BBFAA-48AD-4858-A2DF-BC6422645F4E}"/>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4064498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6D8C4-0B71-41DF-94EA-F744AC16B9DC}"/>
              </a:ext>
            </a:extLst>
          </p:cNvPr>
          <p:cNvSpPr>
            <a:spLocks noGrp="1"/>
          </p:cNvSpPr>
          <p:nvPr>
            <p:ph type="title"/>
          </p:nvPr>
        </p:nvSpPr>
        <p:spPr/>
        <p:txBody>
          <a:bodyPr/>
          <a:lstStyle/>
          <a:p>
            <a:r>
              <a:rPr lang="en-US"/>
              <a:t>Click to edit Master title style</a:t>
            </a:r>
            <a:endParaRPr lang="ar-SA"/>
          </a:p>
        </p:txBody>
      </p:sp>
      <p:sp>
        <p:nvSpPr>
          <p:cNvPr id="3" name="Vertical Text Placeholder 2">
            <a:extLst>
              <a:ext uri="{FF2B5EF4-FFF2-40B4-BE49-F238E27FC236}">
                <a16:creationId xmlns:a16="http://schemas.microsoft.com/office/drawing/2014/main" id="{5791EE37-1735-4002-9AE8-9D2D12C1EC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Date Placeholder 3">
            <a:extLst>
              <a:ext uri="{FF2B5EF4-FFF2-40B4-BE49-F238E27FC236}">
                <a16:creationId xmlns:a16="http://schemas.microsoft.com/office/drawing/2014/main" id="{D9CAB7DC-4DD3-4531-BE4F-44E9FD41344E}"/>
              </a:ext>
            </a:extLst>
          </p:cNvPr>
          <p:cNvSpPr>
            <a:spLocks noGrp="1"/>
          </p:cNvSpPr>
          <p:nvPr>
            <p:ph type="dt" sz="half" idx="10"/>
          </p:nvPr>
        </p:nvSpPr>
        <p:spPr/>
        <p:txBody>
          <a:bodyPr/>
          <a:lstStyle/>
          <a:p>
            <a:fld id="{87DE6118-2437-4B30-8E3C-4D2BE6020583}" type="datetimeFigureOut">
              <a:rPr lang="en-US" smtClean="0"/>
              <a:pPr/>
              <a:t>2/1/2024</a:t>
            </a:fld>
            <a:endParaRPr lang="en-US" dirty="0"/>
          </a:p>
        </p:txBody>
      </p:sp>
      <p:sp>
        <p:nvSpPr>
          <p:cNvPr id="5" name="Footer Placeholder 4">
            <a:extLst>
              <a:ext uri="{FF2B5EF4-FFF2-40B4-BE49-F238E27FC236}">
                <a16:creationId xmlns:a16="http://schemas.microsoft.com/office/drawing/2014/main" id="{C8433345-84F4-4F59-AE6D-40B981F7A78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E517167-45A5-4018-B82D-1AA6CFEF05D0}"/>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803885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734821-2916-4BD8-B3FE-B99CBD0DF1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ar-SA"/>
          </a:p>
        </p:txBody>
      </p:sp>
      <p:sp>
        <p:nvSpPr>
          <p:cNvPr id="3" name="Vertical Text Placeholder 2">
            <a:extLst>
              <a:ext uri="{FF2B5EF4-FFF2-40B4-BE49-F238E27FC236}">
                <a16:creationId xmlns:a16="http://schemas.microsoft.com/office/drawing/2014/main" id="{4BC73AD2-0297-4E29-9154-9B69C23265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Date Placeholder 3">
            <a:extLst>
              <a:ext uri="{FF2B5EF4-FFF2-40B4-BE49-F238E27FC236}">
                <a16:creationId xmlns:a16="http://schemas.microsoft.com/office/drawing/2014/main" id="{A6D5E642-607A-49AE-B208-50B49355AF1E}"/>
              </a:ext>
            </a:extLst>
          </p:cNvPr>
          <p:cNvSpPr>
            <a:spLocks noGrp="1"/>
          </p:cNvSpPr>
          <p:nvPr>
            <p:ph type="dt" sz="half" idx="10"/>
          </p:nvPr>
        </p:nvSpPr>
        <p:spPr/>
        <p:txBody>
          <a:bodyPr/>
          <a:lstStyle/>
          <a:p>
            <a:fld id="{87DE6118-2437-4B30-8E3C-4D2BE6020583}" type="datetimeFigureOut">
              <a:rPr lang="en-US" smtClean="0"/>
              <a:pPr/>
              <a:t>2/1/2024</a:t>
            </a:fld>
            <a:endParaRPr lang="en-US" dirty="0"/>
          </a:p>
        </p:txBody>
      </p:sp>
      <p:sp>
        <p:nvSpPr>
          <p:cNvPr id="5" name="Footer Placeholder 4">
            <a:extLst>
              <a:ext uri="{FF2B5EF4-FFF2-40B4-BE49-F238E27FC236}">
                <a16:creationId xmlns:a16="http://schemas.microsoft.com/office/drawing/2014/main" id="{9066843A-3C43-4E02-8403-D12C5388803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017F897-AD84-436D-861C-1B5FA13B36CB}"/>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4073357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E7D0A-0448-4784-9640-B1BE3FC203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ar-SA"/>
          </a:p>
        </p:txBody>
      </p:sp>
      <p:sp>
        <p:nvSpPr>
          <p:cNvPr id="3" name="Text Placeholder 2">
            <a:extLst>
              <a:ext uri="{FF2B5EF4-FFF2-40B4-BE49-F238E27FC236}">
                <a16:creationId xmlns:a16="http://schemas.microsoft.com/office/drawing/2014/main" id="{4049D8BB-884D-43D4-8C83-25F35DA99C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Date Placeholder 3">
            <a:extLst>
              <a:ext uri="{FF2B5EF4-FFF2-40B4-BE49-F238E27FC236}">
                <a16:creationId xmlns:a16="http://schemas.microsoft.com/office/drawing/2014/main" id="{1D5F836C-6F63-49A3-9136-CF555138D3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DE6118-2437-4B30-8E3C-4D2BE6020583}" type="datetimeFigureOut">
              <a:rPr lang="en-US" smtClean="0"/>
              <a:pPr/>
              <a:t>2/1/2024</a:t>
            </a:fld>
            <a:endParaRPr lang="en-US" dirty="0"/>
          </a:p>
        </p:txBody>
      </p:sp>
      <p:sp>
        <p:nvSpPr>
          <p:cNvPr id="5" name="Footer Placeholder 4">
            <a:extLst>
              <a:ext uri="{FF2B5EF4-FFF2-40B4-BE49-F238E27FC236}">
                <a16:creationId xmlns:a16="http://schemas.microsoft.com/office/drawing/2014/main" id="{DDC2F606-D647-4B85-BF5B-02D68E2826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4D40618-8544-4FDC-B106-75C1DECDAE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8931041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hyperlink" Target="http://goo.gl/TbJc9c" TargetMode="External"/><Relationship Id="rId1" Type="http://schemas.openxmlformats.org/officeDocument/2006/relationships/slideLayout" Target="../slideLayouts/slideLayout9.xml"/><Relationship Id="rId4" Type="http://schemas.openxmlformats.org/officeDocument/2006/relationships/image" Target="../media/image8.tiff"/></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13.emf"/><Relationship Id="rId5" Type="http://schemas.openxmlformats.org/officeDocument/2006/relationships/customXml" Target="../ink/ink2.xml"/><Relationship Id="rId4" Type="http://schemas.openxmlformats.org/officeDocument/2006/relationships/image" Target="../media/image12.emf"/></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19.emf"/></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7.emf"/></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2.emf"/><Relationship Id="rId5" Type="http://schemas.openxmlformats.org/officeDocument/2006/relationships/customXml" Target="../ink/ink7.xml"/><Relationship Id="rId4" Type="http://schemas.openxmlformats.org/officeDocument/2006/relationships/image" Target="../media/image31.emf"/></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3062179"/>
          </a:xfrm>
        </p:spPr>
        <p:txBody>
          <a:bodyPr/>
          <a:lstStyle/>
          <a:p>
            <a:r>
              <a:rPr lang="en-US" sz="5400" b="1" dirty="0" smtClean="0"/>
              <a:t>Chapter 5:</a:t>
            </a:r>
            <a:r>
              <a:rPr lang="en-US" b="1" dirty="0" smtClean="0"/>
              <a:t> </a:t>
            </a:r>
            <a:br>
              <a:rPr lang="en-US" b="1" dirty="0" smtClean="0"/>
            </a:br>
            <a:r>
              <a:rPr lang="en-US" sz="6600" b="1" dirty="0" smtClean="0"/>
              <a:t>Antennas</a:t>
            </a:r>
            <a:endParaRPr lang="ar-JO" sz="6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b="1" dirty="0"/>
              <a:t>antennas</a:t>
            </a:r>
          </a:p>
        </p:txBody>
      </p:sp>
      <p:sp>
        <p:nvSpPr>
          <p:cNvPr id="20483" name="Rectangle 3"/>
          <p:cNvSpPr>
            <a:spLocks noGrp="1" noChangeArrowheads="1"/>
          </p:cNvSpPr>
          <p:nvPr>
            <p:ph idx="1"/>
          </p:nvPr>
        </p:nvSpPr>
        <p:spPr>
          <a:xfrm>
            <a:off x="1981200" y="1219201"/>
            <a:ext cx="8686801" cy="4906963"/>
          </a:xfrm>
        </p:spPr>
        <p:txBody>
          <a:bodyPr>
            <a:normAutofit/>
          </a:bodyPr>
          <a:lstStyle/>
          <a:p>
            <a:pPr algn="l" rtl="0">
              <a:lnSpc>
                <a:spcPct val="90000"/>
              </a:lnSpc>
            </a:pPr>
            <a:r>
              <a:rPr lang="en-US" dirty="0"/>
              <a:t>An antenna is an </a:t>
            </a:r>
            <a:r>
              <a:rPr lang="en-US" dirty="0">
                <a:cs typeface="Times New Roman" charset="0"/>
              </a:rPr>
              <a:t>electrical conductor</a:t>
            </a:r>
            <a:r>
              <a:rPr lang="ar-SA" dirty="0">
                <a:cs typeface="Times New Roman" charset="0"/>
              </a:rPr>
              <a:t>موصل </a:t>
            </a:r>
            <a:r>
              <a:rPr lang="en-US" dirty="0">
                <a:cs typeface="Times New Roman" charset="0"/>
              </a:rPr>
              <a:t> or system of conductors</a:t>
            </a:r>
          </a:p>
          <a:p>
            <a:pPr lvl="1" algn="l" rtl="0">
              <a:lnSpc>
                <a:spcPct val="90000"/>
              </a:lnSpc>
            </a:pPr>
            <a:r>
              <a:rPr lang="en-US" b="1" dirty="0">
                <a:cs typeface="Times New Roman" charset="0"/>
              </a:rPr>
              <a:t>Transmission </a:t>
            </a:r>
            <a:r>
              <a:rPr lang="en-US" dirty="0">
                <a:cs typeface="Times New Roman" charset="0"/>
              </a:rPr>
              <a:t>- radiates </a:t>
            </a:r>
            <a:r>
              <a:rPr lang="ar-SA" dirty="0">
                <a:cs typeface="Times New Roman" charset="0"/>
              </a:rPr>
              <a:t> يشع</a:t>
            </a:r>
            <a:r>
              <a:rPr lang="en-US" dirty="0">
                <a:cs typeface="Times New Roman" charset="0"/>
              </a:rPr>
              <a:t>electromagnetic energy into space</a:t>
            </a:r>
          </a:p>
          <a:p>
            <a:pPr lvl="1" algn="l" rtl="0">
              <a:lnSpc>
                <a:spcPct val="90000"/>
              </a:lnSpc>
            </a:pPr>
            <a:r>
              <a:rPr lang="en-US" b="1" dirty="0">
                <a:cs typeface="Times New Roman" charset="0"/>
              </a:rPr>
              <a:t>Reception</a:t>
            </a:r>
            <a:r>
              <a:rPr lang="en-US" dirty="0">
                <a:cs typeface="Times New Roman" charset="0"/>
              </a:rPr>
              <a:t> - collects electromagnetic energy from space</a:t>
            </a:r>
            <a:endParaRPr lang="en-US" dirty="0"/>
          </a:p>
          <a:p>
            <a:pPr algn="l" rtl="0">
              <a:lnSpc>
                <a:spcPct val="90000"/>
              </a:lnSpc>
            </a:pPr>
            <a:r>
              <a:rPr lang="en-US" b="1" dirty="0"/>
              <a:t>In two-way communication</a:t>
            </a:r>
            <a:r>
              <a:rPr lang="en-US" dirty="0"/>
              <a:t>, the same antenna can be used for transmission and reception</a:t>
            </a:r>
            <a:endParaRPr lang="ar-SA" dirty="0"/>
          </a:p>
          <a:p>
            <a:pPr algn="l" rtl="0">
              <a:lnSpc>
                <a:spcPct val="90000"/>
              </a:lnSpc>
            </a:pPr>
            <a:r>
              <a:rPr lang="en-US" b="1" dirty="0"/>
              <a:t>For reception of a signal</a:t>
            </a:r>
            <a:r>
              <a:rPr lang="en-US" dirty="0"/>
              <a:t>, electromagnetic energy impinging</a:t>
            </a:r>
            <a:r>
              <a:rPr lang="ar-SA" dirty="0"/>
              <a:t>تؤثر </a:t>
            </a:r>
            <a:r>
              <a:rPr lang="en-US" dirty="0"/>
              <a:t> on the antenna is </a:t>
            </a:r>
            <a:r>
              <a:rPr lang="en-US" b="1" dirty="0"/>
              <a:t>converted into  radio-  frequency electrical energy </a:t>
            </a:r>
            <a:r>
              <a:rPr lang="en-US" dirty="0"/>
              <a:t>and fed into the receiver.</a:t>
            </a:r>
          </a:p>
        </p:txBody>
      </p:sp>
      <p:sp>
        <p:nvSpPr>
          <p:cNvPr id="3" name="Footer Placeholder 2"/>
          <p:cNvSpPr>
            <a:spLocks noGrp="1"/>
          </p:cNvSpPr>
          <p:nvPr>
            <p:ph type="ftr" sz="quarter" idx="11"/>
          </p:nvPr>
        </p:nvSpPr>
        <p:spPr/>
        <p:txBody>
          <a:bodyPr/>
          <a:lstStyle/>
          <a:p>
            <a:r>
              <a:rPr lang="en-US"/>
              <a:t>CCNA wireless 200-355 Dr.ammar almomani-2019</a:t>
            </a:r>
          </a:p>
        </p:txBody>
      </p:sp>
      <p:sp>
        <p:nvSpPr>
          <p:cNvPr id="5" name="Slide Number Placeholder 5"/>
          <p:cNvSpPr>
            <a:spLocks noGrp="1"/>
          </p:cNvSpPr>
          <p:nvPr>
            <p:ph type="sldNum" sz="quarter" idx="12"/>
          </p:nvPr>
        </p:nvSpPr>
        <p:spPr>
          <a:xfrm>
            <a:off x="6973456" y="6356351"/>
            <a:ext cx="3237345" cy="365125"/>
          </a:xfrm>
          <a:prstGeom prst="rect">
            <a:avLst/>
          </a:prstGeom>
        </p:spPr>
        <p:txBody>
          <a:bodyPr/>
          <a:lstStyle/>
          <a:p>
            <a:pPr algn="r"/>
            <a:r>
              <a:rPr lang="en-US" dirty="0">
                <a:latin typeface="Times New Roman"/>
                <a:cs typeface="Times New Roman"/>
              </a:rPr>
              <a:t>Overview of Wireless 5-</a:t>
            </a:r>
            <a:fld id="{46E48147-4DBD-E646-92C0-0C9D8AFD71A7}" type="slidenum">
              <a:rPr lang="en-US">
                <a:latin typeface="Times New Roman"/>
                <a:cs typeface="Times New Roman"/>
              </a:rPr>
              <a:pPr algn="r"/>
              <a:t>2</a:t>
            </a:fld>
            <a:endParaRPr lang="en-US" dirty="0">
              <a:latin typeface="Times New Roman"/>
              <a:cs typeface="Times New Roman"/>
            </a:endParaRPr>
          </a:p>
        </p:txBody>
      </p:sp>
      <p:sp>
        <p:nvSpPr>
          <p:cNvPr id="2" name="Rectangle 1"/>
          <p:cNvSpPr/>
          <p:nvPr/>
        </p:nvSpPr>
        <p:spPr>
          <a:xfrm>
            <a:off x="1981201" y="4973241"/>
            <a:ext cx="8229599" cy="1384995"/>
          </a:xfrm>
          <a:prstGeom prst="rect">
            <a:avLst/>
          </a:prstGeom>
        </p:spPr>
        <p:txBody>
          <a:bodyPr wrap="square">
            <a:spAutoFit/>
          </a:bodyPr>
          <a:lstStyle/>
          <a:p>
            <a:pPr marL="342900" indent="-342900">
              <a:buFont typeface="Arial" pitchFamily="34" charset="0"/>
              <a:buChar char="•"/>
            </a:pPr>
            <a:r>
              <a:rPr lang="en-US" sz="2800" b="1" dirty="0"/>
              <a:t>An antenna will radiate power in all directions </a:t>
            </a:r>
            <a:r>
              <a:rPr lang="en-US" sz="2800" dirty="0"/>
              <a:t>but, typically, does not perform equally well in all directions.</a:t>
            </a:r>
          </a:p>
        </p:txBody>
      </p:sp>
    </p:spTree>
    <p:extLst>
      <p:ext uri="{BB962C8B-B14F-4D97-AF65-F5344CB8AC3E}">
        <p14:creationId xmlns:p14="http://schemas.microsoft.com/office/powerpoint/2010/main" val="3051601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srcRect l="11364" t="9596" r="10512" b="12121"/>
          <a:stretch/>
        </p:blipFill>
        <p:spPr bwMode="auto">
          <a:xfrm>
            <a:off x="2151718" y="582388"/>
            <a:ext cx="7620000" cy="5726545"/>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srcRect l="11811" t="10593" r="12076" b="36229"/>
          <a:stretch/>
        </p:blipFill>
        <p:spPr bwMode="auto">
          <a:xfrm>
            <a:off x="201478" y="0"/>
            <a:ext cx="7423688" cy="3890075"/>
          </a:xfrm>
          <a:prstGeom prst="rect">
            <a:avLst/>
          </a:prstGeom>
          <a:noFill/>
          <a:ln w="9525">
            <a:noFill/>
            <a:miter lim="800000"/>
            <a:headEnd/>
            <a:tailEnd/>
          </a:ln>
        </p:spPr>
      </p:pic>
      <p:pic>
        <p:nvPicPr>
          <p:cNvPr id="2" name="Picture 2"/>
          <p:cNvPicPr>
            <a:picLocks noChangeAspect="1" noChangeArrowheads="1"/>
          </p:cNvPicPr>
          <p:nvPr/>
        </p:nvPicPr>
        <p:blipFill>
          <a:blip r:embed="rId3"/>
          <a:srcRect/>
          <a:stretch>
            <a:fillRect/>
          </a:stretch>
        </p:blipFill>
        <p:spPr bwMode="auto">
          <a:xfrm>
            <a:off x="0" y="3848261"/>
            <a:ext cx="7820025" cy="1304925"/>
          </a:xfrm>
          <a:prstGeom prst="rect">
            <a:avLst/>
          </a:prstGeom>
          <a:noFill/>
          <a:ln w="9525">
            <a:noFill/>
            <a:miter lim="800000"/>
            <a:headEnd/>
            <a:tailEnd/>
          </a:ln>
        </p:spPr>
      </p:pic>
      <p:pic>
        <p:nvPicPr>
          <p:cNvPr id="6146" name="Picture 2"/>
          <p:cNvPicPr>
            <a:picLocks noChangeAspect="1" noChangeArrowheads="1"/>
          </p:cNvPicPr>
          <p:nvPr/>
        </p:nvPicPr>
        <p:blipFill>
          <a:blip r:embed="rId4"/>
          <a:srcRect/>
          <a:stretch>
            <a:fillRect/>
          </a:stretch>
        </p:blipFill>
        <p:spPr bwMode="auto">
          <a:xfrm>
            <a:off x="7853833" y="983335"/>
            <a:ext cx="4338167" cy="33251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2"/>
          <a:srcRect l="7680" t="23093" r="18909" b="10381"/>
          <a:stretch>
            <a:fillRect/>
          </a:stretch>
        </p:blipFill>
        <p:spPr bwMode="auto">
          <a:xfrm>
            <a:off x="1937289" y="1007389"/>
            <a:ext cx="7160217" cy="486646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2"/>
          <a:srcRect l="12288" t="10381" r="11917" b="13136"/>
          <a:stretch/>
        </p:blipFill>
        <p:spPr bwMode="auto">
          <a:xfrm>
            <a:off x="2417736" y="759417"/>
            <a:ext cx="7392691" cy="55948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265981"/>
            <a:ext cx="11568869" cy="1148751"/>
          </a:xfrm>
        </p:spPr>
        <p:txBody>
          <a:bodyPr>
            <a:normAutofit/>
          </a:bodyPr>
          <a:lstStyle/>
          <a:p>
            <a:r>
              <a:rPr lang="en-US" sz="3600" b="1" dirty="0"/>
              <a:t>Antenna Radiation Patterns</a:t>
            </a:r>
          </a:p>
        </p:txBody>
      </p:sp>
      <p:pic>
        <p:nvPicPr>
          <p:cNvPr id="8" name="Picture Placeholder 7" descr="Ch06fig01.eps">
            <a:hlinkClick r:id="rId2"/>
          </p:cNvPr>
          <p:cNvPicPr>
            <a:picLocks noGrp="1" noChangeAspect="1"/>
          </p:cNvPicPr>
          <p:nvPr>
            <p:ph type="pic" idx="1"/>
          </p:nvPr>
        </p:nvPicPr>
        <p:blipFill>
          <a:blip r:embed="rId3">
            <a:extLst>
              <a:ext uri="{28A0092B-C50C-407E-A947-70E740481C1C}">
                <a14:useLocalDpi xmlns:a14="http://schemas.microsoft.com/office/drawing/2010/main" val="0"/>
              </a:ext>
            </a:extLst>
          </a:blip>
          <a:srcRect t="-17695" b="-17695"/>
          <a:stretch>
            <a:fillRect/>
          </a:stretch>
        </p:blipFill>
        <p:spPr>
          <a:xfrm>
            <a:off x="129396" y="892448"/>
            <a:ext cx="11964838" cy="5652923"/>
          </a:xfrm>
        </p:spPr>
      </p:pic>
      <p:sp>
        <p:nvSpPr>
          <p:cNvPr id="3" name="Footer Placeholder 2"/>
          <p:cNvSpPr>
            <a:spLocks noGrp="1"/>
          </p:cNvSpPr>
          <p:nvPr>
            <p:ph type="ftr" sz="quarter" idx="11"/>
          </p:nvPr>
        </p:nvSpPr>
        <p:spPr>
          <a:xfrm>
            <a:off x="5675540" y="6492372"/>
            <a:ext cx="3689492" cy="290464"/>
          </a:xfrm>
        </p:spPr>
        <p:txBody>
          <a:bodyPr/>
          <a:lstStyle/>
          <a:p>
            <a:r>
              <a:rPr lang="en-US" sz="1000" dirty="0"/>
              <a:t>CCNA wireless 200-355 </a:t>
            </a:r>
            <a:r>
              <a:rPr lang="en-US" sz="1000" dirty="0" err="1"/>
              <a:t>Dr.ammar</a:t>
            </a:r>
            <a:r>
              <a:rPr lang="en-US" sz="1000" dirty="0"/>
              <a:t> almomani-2019</a:t>
            </a:r>
          </a:p>
        </p:txBody>
      </p:sp>
      <p:sp>
        <p:nvSpPr>
          <p:cNvPr id="9" name="Slide Number Placeholder 5"/>
          <p:cNvSpPr>
            <a:spLocks noGrp="1"/>
          </p:cNvSpPr>
          <p:nvPr>
            <p:ph type="sldNum" sz="quarter" idx="12"/>
          </p:nvPr>
        </p:nvSpPr>
        <p:spPr>
          <a:xfrm>
            <a:off x="5777891" y="6098790"/>
            <a:ext cx="5031926" cy="262115"/>
          </a:xfrm>
          <a:prstGeom prst="rect">
            <a:avLst/>
          </a:prstGeom>
        </p:spPr>
        <p:txBody>
          <a:bodyPr/>
          <a:lstStyle/>
          <a:p>
            <a:pPr algn="r"/>
            <a:r>
              <a:rPr lang="en-US" sz="1000" dirty="0">
                <a:latin typeface="Times New Roman"/>
                <a:cs typeface="Times New Roman"/>
              </a:rPr>
              <a:t>Overview of Wireless 5-</a:t>
            </a:r>
            <a:fld id="{46E48147-4DBD-E646-92C0-0C9D8AFD71A7}" type="slidenum">
              <a:rPr lang="en-US" sz="1000">
                <a:latin typeface="Times New Roman"/>
                <a:cs typeface="Times New Roman"/>
              </a:rPr>
              <a:pPr algn="r"/>
              <a:t>7</a:t>
            </a:fld>
            <a:endParaRPr lang="en-US" sz="1000" dirty="0">
              <a:latin typeface="Times New Roman"/>
              <a:cs typeface="Times New Roman"/>
            </a:endParaRPr>
          </a:p>
        </p:txBody>
      </p:sp>
      <p:pic>
        <p:nvPicPr>
          <p:cNvPr id="2" name="Picture 1" descr="5_2_antenna_radiation_patterns.tif"/>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50977" y="6012957"/>
            <a:ext cx="754572" cy="346208"/>
          </a:xfrm>
          <a:prstGeom prst="rect">
            <a:avLst/>
          </a:prstGeom>
        </p:spPr>
      </p:pic>
    </p:spTree>
    <p:extLst>
      <p:ext uri="{BB962C8B-B14F-4D97-AF65-F5344CB8AC3E}">
        <p14:creationId xmlns:p14="http://schemas.microsoft.com/office/powerpoint/2010/main" val="39034526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3"/>
          <p:cNvGrpSpPr>
            <a:grpSpLocks noGrp="1" noUngrp="1" noChangeAspect="1"/>
          </p:cNvGrpSpPr>
          <p:nvPr/>
        </p:nvGrpSpPr>
        <p:grpSpPr bwMode="auto">
          <a:xfrm>
            <a:off x="2209800" y="1709739"/>
            <a:ext cx="5369169" cy="2637428"/>
            <a:chOff x="685800" y="1709738"/>
            <a:chExt cx="7772400" cy="3817937"/>
          </a:xfrm>
        </p:grpSpPr>
        <p:pic>
          <p:nvPicPr>
            <p:cNvPr id="86023" name="Picture 1" descr="cw980404"/>
            <p:cNvPicPr>
              <a:picLocks noRot="1" noChangeAspect="1" noMove="1" noResize="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685800" y="1709738"/>
              <a:ext cx="7772400" cy="343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685800" y="5184775"/>
              <a:ext cx="7772400" cy="342900"/>
            </a:xfrm>
            <a:prstGeom prst="rect">
              <a:avLst/>
            </a:prstGeom>
            <a:noFill/>
            <a:ln>
              <a:noFill/>
            </a:ln>
          </p:spPr>
          <p:txBody>
            <a:bodyPr anchor="ctr">
              <a:normAutofit fontScale="47500" lnSpcReduction="20000"/>
            </a:bodyPr>
            <a:lstStyle/>
            <a:p>
              <a:pPr algn="ctr">
                <a:defRPr/>
              </a:pPr>
              <a:endParaRPr lang="en-US" sz="2400" dirty="0"/>
            </a:p>
          </p:txBody>
        </p:sp>
      </p:grpSp>
      <p:sp>
        <p:nvSpPr>
          <p:cNvPr id="86020" name="TextBox 5"/>
          <p:cNvSpPr txBox="1">
            <a:spLocks noChangeArrowheads="1"/>
          </p:cNvSpPr>
          <p:nvPr/>
        </p:nvSpPr>
        <p:spPr bwMode="auto">
          <a:xfrm>
            <a:off x="2057400" y="6019801"/>
            <a:ext cx="8077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400">
                <a:latin typeface="Arial" panose="020B0604020202020204" pitchFamily="34" charset="0"/>
              </a:rPr>
              <a:t>Figure 4-4 Radiation Patterns for the Three Basic Antenna Types</a:t>
            </a:r>
          </a:p>
        </p:txBody>
      </p:sp>
      <p:sp>
        <p:nvSpPr>
          <p:cNvPr id="2" name="Footer Placeholder 1"/>
          <p:cNvSpPr>
            <a:spLocks noGrp="1"/>
          </p:cNvSpPr>
          <p:nvPr>
            <p:ph type="ftr" sz="quarter" idx="11"/>
          </p:nvPr>
        </p:nvSpPr>
        <p:spPr/>
        <p:txBody>
          <a:bodyPr/>
          <a:lstStyle/>
          <a:p>
            <a:pPr>
              <a:defRPr/>
            </a:pPr>
            <a:r>
              <a:rPr lang="en-US"/>
              <a:t>CCNA wireless 200-355 Dr.ammar almomani-2019</a:t>
            </a:r>
          </a:p>
        </p:txBody>
      </p:sp>
      <p:sp>
        <p:nvSpPr>
          <p:cNvPr id="8602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E470A31-12B7-490B-BD2C-6ED44A9A09DB}" type="slidenum">
              <a:rPr lang="en-US" altLang="en-US" sz="1200">
                <a:solidFill>
                  <a:srgbClr val="898989"/>
                </a:solidFill>
              </a:rPr>
              <a:pPr>
                <a:spcBef>
                  <a:spcPct val="0"/>
                </a:spcBef>
                <a:buFontTx/>
                <a:buNone/>
              </a:pPr>
              <a:t>8</a:t>
            </a:fld>
            <a:endParaRPr lang="en-US" altLang="en-US" sz="1200" dirty="0">
              <a:solidFill>
                <a:srgbClr val="898989"/>
              </a:solidFill>
            </a:endParaRPr>
          </a:p>
        </p:txBody>
      </p:sp>
      <p:sp>
        <p:nvSpPr>
          <p:cNvPr id="4" name="Rectangle 3"/>
          <p:cNvSpPr/>
          <p:nvPr/>
        </p:nvSpPr>
        <p:spPr>
          <a:xfrm>
            <a:off x="656491" y="208646"/>
            <a:ext cx="10966939" cy="923330"/>
          </a:xfrm>
          <a:prstGeom prst="rect">
            <a:avLst/>
          </a:prstGeom>
        </p:spPr>
        <p:txBody>
          <a:bodyPr wrap="square">
            <a:spAutoFit/>
          </a:bodyPr>
          <a:lstStyle/>
          <a:p>
            <a:r>
              <a:rPr lang="en-US" b="1" dirty="0"/>
              <a:t>Figure 4-4 </a:t>
            </a:r>
            <a:r>
              <a:rPr lang="en-US" dirty="0"/>
              <a:t>shows some simple examples, along with some example gain values. As you work through this chapter and examine antennas on your own, notice how the gain is lower for omnidirectional antennas, which are made to cover a widespread area, </a:t>
            </a:r>
            <a:r>
              <a:rPr lang="en-US" b="1" dirty="0"/>
              <a:t>and higher for directional antennas, which are built to cover more focused areas</a:t>
            </a:r>
            <a:r>
              <a:rPr lang="en-US" dirty="0"/>
              <a:t>.</a:t>
            </a:r>
          </a:p>
        </p:txBody>
      </p:sp>
      <p:sp>
        <p:nvSpPr>
          <p:cNvPr id="5" name="Rectangle 4"/>
          <p:cNvSpPr/>
          <p:nvPr/>
        </p:nvSpPr>
        <p:spPr>
          <a:xfrm>
            <a:off x="832338" y="4556141"/>
            <a:ext cx="9302261" cy="646331"/>
          </a:xfrm>
          <a:prstGeom prst="rect">
            <a:avLst/>
          </a:prstGeom>
        </p:spPr>
        <p:txBody>
          <a:bodyPr wrap="square">
            <a:spAutoFit/>
          </a:bodyPr>
          <a:lstStyle/>
          <a:p>
            <a:r>
              <a:rPr lang="en-US" b="1" dirty="0"/>
              <a:t>Tip</a:t>
            </a:r>
            <a:r>
              <a:rPr lang="en-US" dirty="0"/>
              <a:t> The gain itself is typically not indicated on either E or H plane radiation pattern plots. </a:t>
            </a:r>
          </a:p>
          <a:p>
            <a:r>
              <a:rPr lang="en-US" dirty="0"/>
              <a:t>The only way to find an antenna’s gain is to look at the manufacturer’s specifications.</a:t>
            </a:r>
          </a:p>
        </p:txBody>
      </p:sp>
    </p:spTree>
    <p:extLst>
      <p:ext uri="{BB962C8B-B14F-4D97-AF65-F5344CB8AC3E}">
        <p14:creationId xmlns:p14="http://schemas.microsoft.com/office/powerpoint/2010/main" val="1727578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a:grpSpLocks noGrp="1" noUngrp="1" noChangeAspect="1"/>
          </p:cNvGrpSpPr>
          <p:nvPr/>
        </p:nvGrpSpPr>
        <p:grpSpPr bwMode="auto">
          <a:xfrm>
            <a:off x="2209800" y="2047875"/>
            <a:ext cx="7772400" cy="3143250"/>
            <a:chOff x="685800" y="2047875"/>
            <a:chExt cx="7772400" cy="3143250"/>
          </a:xfrm>
        </p:grpSpPr>
        <p:pic>
          <p:nvPicPr>
            <p:cNvPr id="99335" name="Picture 1" descr="cw980417"/>
            <p:cNvPicPr>
              <a:picLocks noRot="1" noChangeAspect="1" noMove="1" noResize="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685800" y="2047875"/>
              <a:ext cx="7772400"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685800" y="4848225"/>
              <a:ext cx="7772400" cy="342900"/>
            </a:xfrm>
            <a:prstGeom prst="rect">
              <a:avLst/>
            </a:prstGeom>
            <a:noFill/>
            <a:ln>
              <a:noFill/>
            </a:ln>
          </p:spPr>
          <p:txBody>
            <a:bodyPr anchor="ctr">
              <a:normAutofit fontScale="85000" lnSpcReduction="20000"/>
            </a:bodyPr>
            <a:lstStyle/>
            <a:p>
              <a:pPr algn="ctr">
                <a:defRPr/>
              </a:pPr>
              <a:endParaRPr lang="en-US" sz="2400" dirty="0"/>
            </a:p>
          </p:txBody>
        </p:sp>
      </p:grpSp>
      <p:sp>
        <p:nvSpPr>
          <p:cNvPr id="99332" name="TextBox 5"/>
          <p:cNvSpPr txBox="1">
            <a:spLocks noChangeArrowheads="1"/>
          </p:cNvSpPr>
          <p:nvPr/>
        </p:nvSpPr>
        <p:spPr bwMode="auto">
          <a:xfrm>
            <a:off x="2057400" y="6019801"/>
            <a:ext cx="8077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it-IT" altLang="en-US" sz="1400">
                <a:latin typeface="Arial" panose="020B0604020202020204" pitchFamily="34" charset="0"/>
              </a:rPr>
              <a:t>Figure 4-17 Cisco Yagi Antenna</a:t>
            </a:r>
            <a:endParaRPr lang="en-US" altLang="en-US" sz="1400">
              <a:latin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US"/>
              <a:t>CCNA wireless 200-355 Dr.ammar almomani-2019</a:t>
            </a:r>
          </a:p>
        </p:txBody>
      </p:sp>
      <p:sp>
        <p:nvSpPr>
          <p:cNvPr id="9933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E61F1AA-CD86-45FF-99BA-8DFB3E10C895}" type="slidenum">
              <a:rPr lang="en-US" altLang="en-US" sz="1200">
                <a:solidFill>
                  <a:srgbClr val="898989"/>
                </a:solidFill>
              </a:rPr>
              <a:pPr>
                <a:spcBef>
                  <a:spcPct val="0"/>
                </a:spcBef>
                <a:buFontTx/>
                <a:buNone/>
              </a:pPr>
              <a:t>9</a:t>
            </a:fld>
            <a:endParaRPr lang="en-US" altLang="en-US" sz="1200">
              <a:solidFill>
                <a:srgbClr val="898989"/>
              </a:solidFill>
            </a:endParaRPr>
          </a:p>
        </p:txBody>
      </p:sp>
    </p:spTree>
    <p:extLst>
      <p:ext uri="{BB962C8B-B14F-4D97-AF65-F5344CB8AC3E}">
        <p14:creationId xmlns:p14="http://schemas.microsoft.com/office/powerpoint/2010/main" val="3910642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a:grpSpLocks noGrp="1" noUngrp="1" noChangeAspect="1"/>
          </p:cNvGrpSpPr>
          <p:nvPr/>
        </p:nvGrpSpPr>
        <p:grpSpPr bwMode="auto">
          <a:xfrm>
            <a:off x="2209800" y="1174751"/>
            <a:ext cx="7772400" cy="4887913"/>
            <a:chOff x="685800" y="1174750"/>
            <a:chExt cx="7772400" cy="4887913"/>
          </a:xfrm>
        </p:grpSpPr>
        <p:pic>
          <p:nvPicPr>
            <p:cNvPr id="102407" name="Picture 1" descr="cw980420"/>
            <p:cNvPicPr>
              <a:picLocks noRot="1" noChangeAspect="1" noMove="1" noResize="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685800" y="1174750"/>
              <a:ext cx="7772400" cy="450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685800" y="5719763"/>
              <a:ext cx="7772400" cy="342900"/>
            </a:xfrm>
            <a:prstGeom prst="rect">
              <a:avLst/>
            </a:prstGeom>
            <a:noFill/>
            <a:ln>
              <a:noFill/>
            </a:ln>
          </p:spPr>
          <p:txBody>
            <a:bodyPr anchor="ctr">
              <a:normAutofit fontScale="85000" lnSpcReduction="20000"/>
            </a:bodyPr>
            <a:lstStyle/>
            <a:p>
              <a:pPr algn="ctr">
                <a:defRPr/>
              </a:pPr>
              <a:endParaRPr lang="en-US" sz="2400" dirty="0"/>
            </a:p>
          </p:txBody>
        </p:sp>
      </p:grpSp>
      <p:sp>
        <p:nvSpPr>
          <p:cNvPr id="102404" name="TextBox 5"/>
          <p:cNvSpPr txBox="1">
            <a:spLocks noChangeArrowheads="1"/>
          </p:cNvSpPr>
          <p:nvPr/>
        </p:nvSpPr>
        <p:spPr bwMode="auto">
          <a:xfrm>
            <a:off x="2057400" y="6019801"/>
            <a:ext cx="8077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400">
                <a:latin typeface="Arial" panose="020B0604020202020204" pitchFamily="34" charset="0"/>
              </a:rPr>
              <a:t>Figure 4-20 Cisco Parabolic Dish Antenna</a:t>
            </a:r>
          </a:p>
        </p:txBody>
      </p:sp>
      <p:sp>
        <p:nvSpPr>
          <p:cNvPr id="2" name="Footer Placeholder 1"/>
          <p:cNvSpPr>
            <a:spLocks noGrp="1"/>
          </p:cNvSpPr>
          <p:nvPr>
            <p:ph type="ftr" sz="quarter" idx="11"/>
          </p:nvPr>
        </p:nvSpPr>
        <p:spPr/>
        <p:txBody>
          <a:bodyPr/>
          <a:lstStyle/>
          <a:p>
            <a:pPr>
              <a:defRPr/>
            </a:pPr>
            <a:r>
              <a:rPr lang="en-US"/>
              <a:t>CCNA wireless 200-355 Dr.ammar almomani-2019</a:t>
            </a:r>
          </a:p>
        </p:txBody>
      </p:sp>
      <p:sp>
        <p:nvSpPr>
          <p:cNvPr id="10240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DD52498-DFBA-48E8-8B60-F6D3E854BC91}" type="slidenum">
              <a:rPr lang="en-US" altLang="en-US" sz="1200">
                <a:solidFill>
                  <a:srgbClr val="898989"/>
                </a:solidFill>
              </a:rPr>
              <a:pPr>
                <a:spcBef>
                  <a:spcPct val="0"/>
                </a:spcBef>
                <a:buFontTx/>
                <a:buNone/>
              </a:pPr>
              <a:t>10</a:t>
            </a:fld>
            <a:endParaRPr lang="en-US" altLang="en-US" sz="1200">
              <a:solidFill>
                <a:srgbClr val="898989"/>
              </a:solidFill>
            </a:endParaRPr>
          </a:p>
        </p:txBody>
      </p:sp>
      <mc:AlternateContent xmlns:mc="http://schemas.openxmlformats.org/markup-compatibility/2006">
        <mc:Choice xmlns:p14="http://schemas.microsoft.com/office/powerpoint/2010/main" Requires="p14">
          <p:contentPart p14:bwMode="auto" r:id="rId3">
            <p14:nvContentPartPr>
              <p14:cNvPr id="1026" name="Ink 2"/>
              <p14:cNvContentPartPr>
                <a14:cpLocks xmlns:a14="http://schemas.microsoft.com/office/drawing/2010/main" noRot="1" noChangeAspect="1" noEditPoints="1" noChangeArrowheads="1" noChangeShapeType="1"/>
              </p14:cNvContentPartPr>
              <p14:nvPr/>
            </p14:nvContentPartPr>
            <p14:xfrm>
              <a:off x="9109075" y="6000750"/>
              <a:ext cx="2071688" cy="179388"/>
            </p14:xfrm>
          </p:contentPart>
        </mc:Choice>
        <mc:Fallback>
          <p:pic>
            <p:nvPicPr>
              <p:cNvPr id="1026" name="Ink 2"/>
              <p:cNvPicPr>
                <a:picLocks noRot="1" noChangeAspect="1" noEditPoints="1" noChangeArrowheads="1" noChangeShapeType="1"/>
              </p:cNvPicPr>
              <p:nvPr/>
            </p:nvPicPr>
            <p:blipFill>
              <a:blip r:embed="rId4"/>
              <a:stretch>
                <a:fillRect/>
              </a:stretch>
            </p:blipFill>
            <p:spPr>
              <a:xfrm>
                <a:off x="9099716" y="5991384"/>
                <a:ext cx="2090407" cy="198119"/>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027" name="Ink 3"/>
              <p14:cNvContentPartPr>
                <a14:cpLocks xmlns:a14="http://schemas.microsoft.com/office/drawing/2010/main" noRot="1" noChangeAspect="1" noEditPoints="1" noChangeArrowheads="1" noChangeShapeType="1"/>
              </p14:cNvContentPartPr>
              <p14:nvPr/>
            </p14:nvContentPartPr>
            <p14:xfrm>
              <a:off x="6881813" y="5976938"/>
              <a:ext cx="3179762" cy="428625"/>
            </p14:xfrm>
          </p:contentPart>
        </mc:Choice>
        <mc:Fallback>
          <p:pic>
            <p:nvPicPr>
              <p:cNvPr id="1027" name="Ink 3"/>
              <p:cNvPicPr>
                <a:picLocks noRot="1" noChangeAspect="1" noEditPoints="1" noChangeArrowheads="1" noChangeShapeType="1"/>
              </p:cNvPicPr>
              <p:nvPr/>
            </p:nvPicPr>
            <p:blipFill>
              <a:blip r:embed="rId6"/>
              <a:stretch>
                <a:fillRect/>
              </a:stretch>
            </p:blipFill>
            <p:spPr>
              <a:xfrm>
                <a:off x="6872453" y="5967581"/>
                <a:ext cx="3198481" cy="447339"/>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028" name="Ink 4"/>
              <p14:cNvContentPartPr>
                <a14:cpLocks xmlns:a14="http://schemas.microsoft.com/office/drawing/2010/main" noRot="1" noChangeAspect="1" noEditPoints="1" noChangeArrowheads="1" noChangeShapeType="1"/>
              </p14:cNvContentPartPr>
              <p14:nvPr/>
            </p14:nvContentPartPr>
            <p14:xfrm>
              <a:off x="10406063" y="5916613"/>
              <a:ext cx="1108075" cy="584200"/>
            </p14:xfrm>
          </p:contentPart>
        </mc:Choice>
        <mc:Fallback>
          <p:pic>
            <p:nvPicPr>
              <p:cNvPr id="1028" name="Ink 4"/>
              <p:cNvPicPr>
                <a:picLocks noRot="1" noChangeAspect="1" noEditPoints="1" noChangeArrowheads="1" noChangeShapeType="1"/>
              </p:cNvPicPr>
              <p:nvPr/>
            </p:nvPicPr>
            <p:blipFill>
              <a:blip r:embed="rId8"/>
              <a:stretch>
                <a:fillRect/>
              </a:stretch>
            </p:blipFill>
            <p:spPr>
              <a:xfrm>
                <a:off x="10396703" y="5907254"/>
                <a:ext cx="1126795" cy="602917"/>
              </a:xfrm>
              <a:prstGeom prst="rect">
                <a:avLst/>
              </a:prstGeom>
            </p:spPr>
          </p:pic>
        </mc:Fallback>
      </mc:AlternateContent>
    </p:spTree>
    <p:extLst>
      <p:ext uri="{BB962C8B-B14F-4D97-AF65-F5344CB8AC3E}">
        <p14:creationId xmlns:p14="http://schemas.microsoft.com/office/powerpoint/2010/main" val="6318352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3"/>
          <p:cNvGrpSpPr>
            <a:grpSpLocks noGrp="1" noUngrp="1" noChangeAspect="1"/>
          </p:cNvGrpSpPr>
          <p:nvPr/>
        </p:nvGrpSpPr>
        <p:grpSpPr bwMode="auto">
          <a:xfrm>
            <a:off x="2209800" y="2082800"/>
            <a:ext cx="7772400" cy="3073400"/>
            <a:chOff x="685800" y="2082800"/>
            <a:chExt cx="7772400" cy="3073400"/>
          </a:xfrm>
        </p:grpSpPr>
        <p:pic>
          <p:nvPicPr>
            <p:cNvPr id="105479" name="Picture 1" descr="cw980423"/>
            <p:cNvPicPr>
              <a:picLocks noRot="1" noChangeAspect="1" noMove="1" noResize="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685800" y="2082800"/>
              <a:ext cx="7772400" cy="269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685800" y="4813300"/>
              <a:ext cx="7772400" cy="342900"/>
            </a:xfrm>
            <a:prstGeom prst="rect">
              <a:avLst/>
            </a:prstGeom>
            <a:noFill/>
            <a:ln>
              <a:noFill/>
            </a:ln>
          </p:spPr>
          <p:txBody>
            <a:bodyPr anchor="ctr">
              <a:normAutofit fontScale="85000" lnSpcReduction="20000"/>
            </a:bodyPr>
            <a:lstStyle/>
            <a:p>
              <a:pPr algn="ctr">
                <a:defRPr/>
              </a:pPr>
              <a:endParaRPr lang="en-US" sz="2400" dirty="0"/>
            </a:p>
          </p:txBody>
        </p:sp>
      </p:grpSp>
      <p:sp>
        <p:nvSpPr>
          <p:cNvPr id="105476" name="TextBox 5"/>
          <p:cNvSpPr txBox="1">
            <a:spLocks noChangeArrowheads="1"/>
          </p:cNvSpPr>
          <p:nvPr/>
        </p:nvSpPr>
        <p:spPr bwMode="auto">
          <a:xfrm>
            <a:off x="2057400" y="6019801"/>
            <a:ext cx="8077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400">
                <a:latin typeface="Arial" panose="020B0604020202020204" pitchFamily="34" charset="0"/>
              </a:rPr>
              <a:t>Figure 4-23 Using an Amplifier to Add 5-dBm Gain</a:t>
            </a:r>
          </a:p>
        </p:txBody>
      </p:sp>
      <p:sp>
        <p:nvSpPr>
          <p:cNvPr id="2" name="Footer Placeholder 1"/>
          <p:cNvSpPr>
            <a:spLocks noGrp="1"/>
          </p:cNvSpPr>
          <p:nvPr>
            <p:ph type="ftr" sz="quarter" idx="11"/>
          </p:nvPr>
        </p:nvSpPr>
        <p:spPr/>
        <p:txBody>
          <a:bodyPr/>
          <a:lstStyle/>
          <a:p>
            <a:pPr>
              <a:defRPr/>
            </a:pPr>
            <a:r>
              <a:rPr lang="en-US" dirty="0"/>
              <a:t>CCNA wireless 200-355 </a:t>
            </a:r>
            <a:r>
              <a:rPr lang="en-US" dirty="0" err="1"/>
              <a:t>Dr.ammar</a:t>
            </a:r>
            <a:r>
              <a:rPr lang="en-US" dirty="0"/>
              <a:t> almomani-2019</a:t>
            </a:r>
          </a:p>
        </p:txBody>
      </p:sp>
      <p:sp>
        <p:nvSpPr>
          <p:cNvPr id="10547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1953024-0E7E-4735-887F-0ADBA6264B96}" type="slidenum">
              <a:rPr lang="en-US" altLang="en-US" sz="1200">
                <a:solidFill>
                  <a:srgbClr val="898989"/>
                </a:solidFill>
              </a:rPr>
              <a:pPr>
                <a:spcBef>
                  <a:spcPct val="0"/>
                </a:spcBef>
                <a:buFontTx/>
                <a:buNone/>
              </a:pPr>
              <a:t>11</a:t>
            </a:fld>
            <a:endParaRPr lang="en-US" altLang="en-US" sz="1200">
              <a:solidFill>
                <a:srgbClr val="898989"/>
              </a:solidFill>
            </a:endParaRPr>
          </a:p>
        </p:txBody>
      </p:sp>
      <p:sp>
        <p:nvSpPr>
          <p:cNvPr id="4" name="TextBox 3"/>
          <p:cNvSpPr txBox="1"/>
          <p:nvPr/>
        </p:nvSpPr>
        <p:spPr>
          <a:xfrm>
            <a:off x="9982200" y="5184774"/>
            <a:ext cx="2063385" cy="369332"/>
          </a:xfrm>
          <a:prstGeom prst="rect">
            <a:avLst/>
          </a:prstGeom>
          <a:noFill/>
        </p:spPr>
        <p:txBody>
          <a:bodyPr wrap="none" rtlCol="0">
            <a:spAutoFit/>
          </a:bodyPr>
          <a:lstStyle/>
          <a:p>
            <a:r>
              <a:rPr lang="en-US" dirty="0"/>
              <a:t>Amplifier:</a:t>
            </a:r>
            <a:r>
              <a:rPr lang="ar-SA" dirty="0"/>
              <a:t>مضخم اشاره</a:t>
            </a:r>
            <a:endParaRPr lang="en-US" dirty="0"/>
          </a:p>
        </p:txBody>
      </p:sp>
    </p:spTree>
    <p:extLst>
      <p:ext uri="{BB962C8B-B14F-4D97-AF65-F5344CB8AC3E}">
        <p14:creationId xmlns:p14="http://schemas.microsoft.com/office/powerpoint/2010/main" val="39364079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3"/>
          <p:cNvGrpSpPr>
            <a:grpSpLocks noGrp="1" noUngrp="1" noChangeAspect="1"/>
          </p:cNvGrpSpPr>
          <p:nvPr/>
        </p:nvGrpSpPr>
        <p:grpSpPr bwMode="auto">
          <a:xfrm>
            <a:off x="2139461" y="722175"/>
            <a:ext cx="5943600" cy="2350247"/>
            <a:chOff x="685800" y="2082800"/>
            <a:chExt cx="7772400" cy="3073400"/>
          </a:xfrm>
        </p:grpSpPr>
        <p:pic>
          <p:nvPicPr>
            <p:cNvPr id="106503" name="Picture 1" descr="cw980424"/>
            <p:cNvPicPr>
              <a:picLocks noRot="1" noChangeAspect="1" noMove="1" noResize="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685800" y="2082800"/>
              <a:ext cx="7772400" cy="269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685800" y="4813300"/>
              <a:ext cx="7772400" cy="342900"/>
            </a:xfrm>
            <a:prstGeom prst="rect">
              <a:avLst/>
            </a:prstGeom>
            <a:noFill/>
            <a:ln>
              <a:noFill/>
            </a:ln>
          </p:spPr>
          <p:txBody>
            <a:bodyPr anchor="ctr">
              <a:normAutofit fontScale="55000" lnSpcReduction="20000"/>
            </a:bodyPr>
            <a:lstStyle/>
            <a:p>
              <a:pPr algn="ctr">
                <a:defRPr/>
              </a:pPr>
              <a:endParaRPr lang="en-US" sz="2400" dirty="0"/>
            </a:p>
          </p:txBody>
        </p:sp>
      </p:grpSp>
      <p:sp>
        <p:nvSpPr>
          <p:cNvPr id="106500" name="TextBox 5"/>
          <p:cNvSpPr txBox="1">
            <a:spLocks noChangeArrowheads="1"/>
          </p:cNvSpPr>
          <p:nvPr/>
        </p:nvSpPr>
        <p:spPr bwMode="auto">
          <a:xfrm>
            <a:off x="1688123" y="2941313"/>
            <a:ext cx="8077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400" dirty="0">
                <a:latin typeface="Arial" panose="020B0604020202020204" pitchFamily="34" charset="0"/>
              </a:rPr>
              <a:t>Figure 4-24 Using an Attenuator to Add 5-dBm Loss</a:t>
            </a:r>
          </a:p>
        </p:txBody>
      </p:sp>
      <p:sp>
        <p:nvSpPr>
          <p:cNvPr id="2" name="Footer Placeholder 1"/>
          <p:cNvSpPr>
            <a:spLocks noGrp="1"/>
          </p:cNvSpPr>
          <p:nvPr>
            <p:ph type="ftr" sz="quarter" idx="11"/>
          </p:nvPr>
        </p:nvSpPr>
        <p:spPr/>
        <p:txBody>
          <a:bodyPr/>
          <a:lstStyle/>
          <a:p>
            <a:pPr>
              <a:defRPr/>
            </a:pPr>
            <a:r>
              <a:rPr lang="en-US"/>
              <a:t>CCNA wireless 200-355 Dr.ammar almomani-2019</a:t>
            </a:r>
          </a:p>
        </p:txBody>
      </p:sp>
      <p:sp>
        <p:nvSpPr>
          <p:cNvPr id="10650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8BDF6FE-75BE-4ADF-B0C3-034A2C4EBCBD}" type="slidenum">
              <a:rPr lang="en-US" altLang="en-US" sz="1200">
                <a:solidFill>
                  <a:srgbClr val="898989"/>
                </a:solidFill>
              </a:rPr>
              <a:pPr>
                <a:spcBef>
                  <a:spcPct val="0"/>
                </a:spcBef>
                <a:buFontTx/>
                <a:buNone/>
              </a:pPr>
              <a:t>12</a:t>
            </a:fld>
            <a:endParaRPr lang="en-US" altLang="en-US" sz="1200">
              <a:solidFill>
                <a:srgbClr val="898989"/>
              </a:solidFill>
            </a:endParaRPr>
          </a:p>
        </p:txBody>
      </p:sp>
      <p:sp>
        <p:nvSpPr>
          <p:cNvPr id="9" name="TextBox 8"/>
          <p:cNvSpPr txBox="1"/>
          <p:nvPr/>
        </p:nvSpPr>
        <p:spPr>
          <a:xfrm>
            <a:off x="8654464" y="2067631"/>
            <a:ext cx="2655471" cy="369332"/>
          </a:xfrm>
          <a:prstGeom prst="rect">
            <a:avLst/>
          </a:prstGeom>
          <a:noFill/>
        </p:spPr>
        <p:txBody>
          <a:bodyPr wrap="none" rtlCol="0">
            <a:spAutoFit/>
          </a:bodyPr>
          <a:lstStyle/>
          <a:p>
            <a:r>
              <a:rPr lang="en-US" dirty="0"/>
              <a:t>attenuator:</a:t>
            </a:r>
            <a:r>
              <a:rPr lang="ar-SA" dirty="0"/>
              <a:t>تخفيف قوة الاشاره</a:t>
            </a:r>
            <a:endParaRPr lang="en-US" dirty="0"/>
          </a:p>
        </p:txBody>
      </p:sp>
      <p:pic>
        <p:nvPicPr>
          <p:cNvPr id="4" name="Picture 3"/>
          <p:cNvPicPr>
            <a:picLocks noChangeAspect="1"/>
          </p:cNvPicPr>
          <p:nvPr/>
        </p:nvPicPr>
        <p:blipFill>
          <a:blip r:embed="rId3"/>
          <a:stretch>
            <a:fillRect/>
          </a:stretch>
        </p:blipFill>
        <p:spPr>
          <a:xfrm>
            <a:off x="2906581" y="3618468"/>
            <a:ext cx="6545150" cy="2677177"/>
          </a:xfrm>
          <a:prstGeom prst="rect">
            <a:avLst/>
          </a:prstGeom>
        </p:spPr>
      </p:pic>
    </p:spTree>
    <p:extLst>
      <p:ext uri="{BB962C8B-B14F-4D97-AF65-F5344CB8AC3E}">
        <p14:creationId xmlns:p14="http://schemas.microsoft.com/office/powerpoint/2010/main" val="41972140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l="12129" t="10593" r="12235" b="13136"/>
          <a:stretch>
            <a:fillRect/>
          </a:stretch>
        </p:blipFill>
        <p:spPr bwMode="auto">
          <a:xfrm>
            <a:off x="2402237" y="774915"/>
            <a:ext cx="7377194" cy="5579390"/>
          </a:xfrm>
          <a:prstGeom prst="rect">
            <a:avLst/>
          </a:prstGeom>
          <a:noFill/>
          <a:ln w="9525">
            <a:noFill/>
            <a:miter lim="800000"/>
            <a:headEnd/>
            <a:tailEnd/>
          </a:ln>
        </p:spPr>
      </p:pic>
      <p:sp>
        <p:nvSpPr>
          <p:cNvPr id="3" name="Rectangle 2"/>
          <p:cNvSpPr/>
          <p:nvPr/>
        </p:nvSpPr>
        <p:spPr>
          <a:xfrm>
            <a:off x="9719392" y="3786775"/>
            <a:ext cx="1866217" cy="369332"/>
          </a:xfrm>
          <a:prstGeom prst="rect">
            <a:avLst/>
          </a:prstGeom>
        </p:spPr>
        <p:txBody>
          <a:bodyPr wrap="none">
            <a:spAutoFit/>
          </a:bodyPr>
          <a:lstStyle/>
          <a:p>
            <a:r>
              <a:rPr lang="ar-JO" dirty="0" smtClean="0"/>
              <a:t>هوائي شامل الاتجاهات</a:t>
            </a:r>
            <a:endParaRPr lang="ar-JO" dirty="0"/>
          </a:p>
        </p:txBody>
      </p:sp>
      <mc:AlternateContent xmlns:mc="http://schemas.openxmlformats.org/markup-compatibility/2006">
        <mc:Choice xmlns:p14="http://schemas.microsoft.com/office/powerpoint/2010/main" Requires="p14">
          <p:contentPart p14:bwMode="auto" r:id="rId3">
            <p14:nvContentPartPr>
              <p14:cNvPr id="29697" name="Ink 1"/>
              <p14:cNvContentPartPr>
                <a14:cpLocks xmlns:a14="http://schemas.microsoft.com/office/drawing/2010/main" noRot="1" noChangeAspect="1" noEditPoints="1" noChangeArrowheads="1" noChangeShapeType="1"/>
              </p14:cNvContentPartPr>
              <p14:nvPr/>
            </p14:nvContentPartPr>
            <p14:xfrm>
              <a:off x="5191125" y="3773488"/>
              <a:ext cx="4500563" cy="358775"/>
            </p14:xfrm>
          </p:contentPart>
        </mc:Choice>
        <mc:Fallback>
          <p:pic>
            <p:nvPicPr>
              <p:cNvPr id="29697" name="Ink 1"/>
              <p:cNvPicPr>
                <a:picLocks noRot="1" noChangeAspect="1" noEditPoints="1" noChangeArrowheads="1" noChangeShapeType="1"/>
              </p:cNvPicPr>
              <p:nvPr/>
            </p:nvPicPr>
            <p:blipFill>
              <a:blip r:embed="rId4"/>
              <a:stretch>
                <a:fillRect/>
              </a:stretch>
            </p:blipFill>
            <p:spPr>
              <a:xfrm>
                <a:off x="5181764" y="3764737"/>
                <a:ext cx="4519285" cy="376276"/>
              </a:xfrm>
              <a:prstGeom prst="rect">
                <a:avLst/>
              </a:prstGeom>
            </p:spPr>
          </p:pic>
        </mc:Fallback>
      </mc:AlternateContent>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l="12288" t="10593" r="8739" b="12712"/>
          <a:stretch>
            <a:fillRect/>
          </a:stretch>
        </p:blipFill>
        <p:spPr bwMode="auto">
          <a:xfrm>
            <a:off x="2417736" y="743919"/>
            <a:ext cx="7702657" cy="56103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l="11970" t="11017" r="12076" b="12924"/>
          <a:stretch>
            <a:fillRect/>
          </a:stretch>
        </p:blipFill>
        <p:spPr bwMode="auto">
          <a:xfrm>
            <a:off x="2386739" y="805912"/>
            <a:ext cx="7408190" cy="556389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2"/>
          <a:srcRect l="34057" t="30508" r="4608" b="18856"/>
          <a:stretch>
            <a:fillRect/>
          </a:stretch>
        </p:blipFill>
        <p:spPr bwMode="auto">
          <a:xfrm>
            <a:off x="2138765" y="458807"/>
            <a:ext cx="8895831" cy="550804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2"/>
          <a:srcRect l="13718" t="11441" r="15254" b="42585"/>
          <a:stretch>
            <a:fillRect/>
          </a:stretch>
        </p:blipFill>
        <p:spPr bwMode="auto">
          <a:xfrm>
            <a:off x="2557220" y="836908"/>
            <a:ext cx="6927743" cy="336313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l="11970" t="10593" r="12235" b="12924"/>
          <a:stretch>
            <a:fillRect/>
          </a:stretch>
        </p:blipFill>
        <p:spPr bwMode="auto">
          <a:xfrm>
            <a:off x="2386739" y="774915"/>
            <a:ext cx="7392692" cy="55948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l="11811" t="10593" r="12076" b="12712"/>
          <a:stretch>
            <a:fillRect/>
          </a:stretch>
        </p:blipFill>
        <p:spPr bwMode="auto">
          <a:xfrm>
            <a:off x="2371241" y="774915"/>
            <a:ext cx="7423688" cy="56103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srcRect l="12129" t="11229" r="12553" b="13136"/>
          <a:stretch>
            <a:fillRect/>
          </a:stretch>
        </p:blipFill>
        <p:spPr bwMode="auto">
          <a:xfrm>
            <a:off x="2402237" y="821410"/>
            <a:ext cx="7346197" cy="5532895"/>
          </a:xfrm>
          <a:prstGeom prst="rect">
            <a:avLst/>
          </a:prstGeom>
          <a:noFill/>
          <a:ln w="9525">
            <a:noFill/>
            <a:miter lim="800000"/>
            <a:headEnd/>
            <a:tailEnd/>
          </a:ln>
        </p:spPr>
      </p:pic>
      <mc:AlternateContent xmlns:mc="http://schemas.openxmlformats.org/markup-compatibility/2006">
        <mc:Choice xmlns:p14="http://schemas.microsoft.com/office/powerpoint/2010/main" Requires="p14">
          <p:contentPart p14:bwMode="auto" r:id="rId3">
            <p14:nvContentPartPr>
              <p14:cNvPr id="23554" name="Ink 2"/>
              <p14:cNvContentPartPr>
                <a14:cpLocks xmlns:a14="http://schemas.microsoft.com/office/drawing/2010/main" noRot="1" noChangeAspect="1" noEditPoints="1" noChangeArrowheads="1" noChangeShapeType="1"/>
              </p14:cNvContentPartPr>
              <p14:nvPr/>
            </p14:nvContentPartPr>
            <p14:xfrm>
              <a:off x="2833688" y="4714875"/>
              <a:ext cx="642937" cy="571500"/>
            </p14:xfrm>
          </p:contentPart>
        </mc:Choice>
        <mc:Fallback>
          <p:pic>
            <p:nvPicPr>
              <p:cNvPr id="23554" name="Ink 2"/>
              <p:cNvPicPr>
                <a:picLocks noRot="1" noChangeAspect="1" noEditPoints="1" noChangeArrowheads="1" noChangeShapeType="1"/>
              </p:cNvPicPr>
              <p:nvPr/>
            </p:nvPicPr>
            <p:blipFill>
              <a:blip r:embed="rId4"/>
              <a:stretch>
                <a:fillRect/>
              </a:stretch>
            </p:blipFill>
            <p:spPr>
              <a:xfrm>
                <a:off x="2824328" y="4705518"/>
                <a:ext cx="661656" cy="590214"/>
              </a:xfrm>
              <a:prstGeom prst="rect">
                <a:avLst/>
              </a:prstGeom>
            </p:spPr>
          </p:pic>
        </mc:Fallback>
      </mc:AlternateContent>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srcRect l="11970" t="11017" r="12076" b="13559"/>
          <a:stretch>
            <a:fillRect/>
          </a:stretch>
        </p:blipFill>
        <p:spPr bwMode="auto">
          <a:xfrm>
            <a:off x="2386739" y="805912"/>
            <a:ext cx="7408190" cy="551739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srcRect l="12288" t="10805" r="12235" b="13347"/>
          <a:stretch>
            <a:fillRect/>
          </a:stretch>
        </p:blipFill>
        <p:spPr bwMode="auto">
          <a:xfrm>
            <a:off x="2417736" y="790414"/>
            <a:ext cx="7361695" cy="554839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l="11970" t="10805" r="11917" b="13136"/>
          <a:stretch>
            <a:fillRect/>
          </a:stretch>
        </p:blipFill>
        <p:spPr bwMode="auto">
          <a:xfrm>
            <a:off x="2386739" y="790414"/>
            <a:ext cx="7423688" cy="5563891"/>
          </a:xfrm>
          <a:prstGeom prst="rect">
            <a:avLst/>
          </a:prstGeom>
          <a:noFill/>
          <a:ln w="9525">
            <a:noFill/>
            <a:miter lim="800000"/>
            <a:headEnd/>
            <a:tailEnd/>
          </a:ln>
        </p:spPr>
      </p:pic>
      <mc:AlternateContent xmlns:mc="http://schemas.openxmlformats.org/markup-compatibility/2006">
        <mc:Choice xmlns:p14="http://schemas.microsoft.com/office/powerpoint/2010/main" Requires="p14">
          <p:contentPart p14:bwMode="auto" r:id="rId3">
            <p14:nvContentPartPr>
              <p14:cNvPr id="41986" name="Ink 2"/>
              <p14:cNvContentPartPr>
                <a14:cpLocks xmlns:a14="http://schemas.microsoft.com/office/drawing/2010/main" noRot="1" noChangeAspect="1" noEditPoints="1" noChangeArrowheads="1" noChangeShapeType="1"/>
              </p14:cNvContentPartPr>
              <p14:nvPr/>
            </p14:nvContentPartPr>
            <p14:xfrm>
              <a:off x="3905250" y="3463925"/>
              <a:ext cx="536575" cy="501650"/>
            </p14:xfrm>
          </p:contentPart>
        </mc:Choice>
        <mc:Fallback>
          <p:pic>
            <p:nvPicPr>
              <p:cNvPr id="41986" name="Ink 2"/>
              <p:cNvPicPr>
                <a:picLocks noRot="1" noChangeAspect="1" noEditPoints="1" noChangeArrowheads="1" noChangeShapeType="1"/>
              </p:cNvPicPr>
              <p:nvPr/>
            </p:nvPicPr>
            <p:blipFill>
              <a:blip r:embed="rId4"/>
              <a:stretch>
                <a:fillRect/>
              </a:stretch>
            </p:blipFill>
            <p:spPr>
              <a:xfrm>
                <a:off x="3895893" y="3454562"/>
                <a:ext cx="555289" cy="520376"/>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1987" name="Ink 3"/>
              <p14:cNvContentPartPr>
                <a14:cpLocks xmlns:a14="http://schemas.microsoft.com/office/drawing/2010/main" noRot="1" noChangeAspect="1" noEditPoints="1" noChangeArrowheads="1" noChangeShapeType="1"/>
              </p14:cNvContentPartPr>
              <p14:nvPr/>
            </p14:nvContentPartPr>
            <p14:xfrm>
              <a:off x="4024313" y="3727450"/>
              <a:ext cx="1587" cy="11113"/>
            </p14:xfrm>
          </p:contentPart>
        </mc:Choice>
        <mc:Fallback>
          <p:pic>
            <p:nvPicPr>
              <p:cNvPr id="41987" name="Ink 3"/>
              <p:cNvPicPr>
                <a:picLocks noRot="1" noChangeAspect="1" noEditPoints="1" noChangeArrowheads="1" noChangeShapeType="1"/>
              </p:cNvPicPr>
              <p:nvPr/>
            </p:nvPicPr>
            <p:blipFill>
              <a:blip r:embed="rId6"/>
              <a:stretch>
                <a:fillRect/>
              </a:stretch>
            </p:blipFill>
            <p:spPr>
              <a:xfrm>
                <a:off x="3983051" y="3718129"/>
                <a:ext cx="84111" cy="29754"/>
              </a:xfrm>
              <a:prstGeom prst="rect">
                <a:avLst/>
              </a:prstGeom>
            </p:spPr>
          </p:pic>
        </mc:Fallback>
      </mc:AlternateContent>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srcRect l="2278" t="13136" b="13771"/>
          <a:stretch>
            <a:fillRect/>
          </a:stretch>
        </p:blipFill>
        <p:spPr bwMode="auto">
          <a:xfrm>
            <a:off x="1441342" y="960895"/>
            <a:ext cx="9531458" cy="534691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srcRect l="3708" t="12712" r="3019" b="12924"/>
          <a:stretch>
            <a:fillRect/>
          </a:stretch>
        </p:blipFill>
        <p:spPr bwMode="auto">
          <a:xfrm>
            <a:off x="1580827" y="929898"/>
            <a:ext cx="9097505" cy="5439905"/>
          </a:xfrm>
          <a:prstGeom prst="rect">
            <a:avLst/>
          </a:prstGeom>
          <a:noFill/>
          <a:ln w="9525">
            <a:noFill/>
            <a:miter lim="800000"/>
            <a:headEnd/>
            <a:tailEnd/>
          </a:ln>
        </p:spPr>
      </p:pic>
      <p:pic>
        <p:nvPicPr>
          <p:cNvPr id="2" name="Picture 1"/>
          <p:cNvPicPr>
            <a:picLocks noChangeAspect="1"/>
          </p:cNvPicPr>
          <p:nvPr/>
        </p:nvPicPr>
        <p:blipFill>
          <a:blip r:embed="rId3"/>
          <a:stretch>
            <a:fillRect/>
          </a:stretch>
        </p:blipFill>
        <p:spPr>
          <a:xfrm>
            <a:off x="2085415" y="1414181"/>
            <a:ext cx="8021169" cy="4029637"/>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srcRect l="12129" t="10805" r="12076" b="13559"/>
          <a:stretch>
            <a:fillRect/>
          </a:stretch>
        </p:blipFill>
        <p:spPr bwMode="auto">
          <a:xfrm>
            <a:off x="2402237" y="790414"/>
            <a:ext cx="7392692" cy="55328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srcRect l="12765" t="12076" r="12712" b="13559"/>
          <a:stretch>
            <a:fillRect/>
          </a:stretch>
        </p:blipFill>
        <p:spPr bwMode="auto">
          <a:xfrm>
            <a:off x="2464231" y="883403"/>
            <a:ext cx="7268705" cy="543990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srcRect l="12924" t="11441" r="12871" b="13983"/>
          <a:stretch>
            <a:fillRect/>
          </a:stretch>
        </p:blipFill>
        <p:spPr bwMode="auto">
          <a:xfrm>
            <a:off x="2479729" y="836908"/>
            <a:ext cx="7237708" cy="545540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srcRect l="13718" t="11864" r="12712" b="13771"/>
          <a:stretch>
            <a:fillRect/>
          </a:stretch>
        </p:blipFill>
        <p:spPr bwMode="auto">
          <a:xfrm>
            <a:off x="2557220" y="867905"/>
            <a:ext cx="7175716" cy="543990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a:srcRect l="12924" t="11229" r="12553" b="14195"/>
          <a:stretch>
            <a:fillRect/>
          </a:stretch>
        </p:blipFill>
        <p:spPr bwMode="auto">
          <a:xfrm>
            <a:off x="2479729" y="821410"/>
            <a:ext cx="7268705" cy="5455404"/>
          </a:xfrm>
          <a:prstGeom prst="rect">
            <a:avLst/>
          </a:prstGeom>
          <a:noFill/>
          <a:ln w="9525">
            <a:noFill/>
            <a:miter lim="800000"/>
            <a:headEnd/>
            <a:tailEnd/>
          </a:ln>
        </p:spPr>
      </p:pic>
      <p:pic>
        <p:nvPicPr>
          <p:cNvPr id="2" name="Picture 1"/>
          <p:cNvPicPr>
            <a:picLocks noChangeAspect="1"/>
          </p:cNvPicPr>
          <p:nvPr/>
        </p:nvPicPr>
        <p:blipFill>
          <a:blip r:embed="rId3"/>
          <a:stretch>
            <a:fillRect/>
          </a:stretch>
        </p:blipFill>
        <p:spPr>
          <a:xfrm>
            <a:off x="4447945" y="3143210"/>
            <a:ext cx="3296110" cy="57158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7" name="Picture 3"/>
          <p:cNvPicPr>
            <a:picLocks noChangeAspect="1" noChangeArrowheads="1"/>
          </p:cNvPicPr>
          <p:nvPr/>
        </p:nvPicPr>
        <p:blipFill>
          <a:blip r:embed="rId2"/>
          <a:srcRect t="15201" b="18485"/>
          <a:stretch>
            <a:fillRect/>
          </a:stretch>
        </p:blipFill>
        <p:spPr bwMode="auto">
          <a:xfrm>
            <a:off x="1219200" y="883403"/>
            <a:ext cx="9753600" cy="485097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566237" y="2185261"/>
            <a:ext cx="8707284" cy="784440"/>
          </a:xfrm>
          <a:prstGeom prst="rect">
            <a:avLst/>
          </a:prstGeom>
          <a:noFill/>
          <a:ln w="9525">
            <a:noFill/>
            <a:miter lim="800000"/>
            <a:headEnd/>
            <a:tailEnd/>
          </a:ln>
        </p:spPr>
      </p:pic>
      <p:pic>
        <p:nvPicPr>
          <p:cNvPr id="40962" name="Picture 2"/>
          <p:cNvPicPr>
            <a:picLocks noChangeAspect="1" noChangeArrowheads="1"/>
          </p:cNvPicPr>
          <p:nvPr/>
        </p:nvPicPr>
        <p:blipFill>
          <a:blip r:embed="rId3"/>
          <a:srcRect/>
          <a:stretch>
            <a:fillRect/>
          </a:stretch>
        </p:blipFill>
        <p:spPr bwMode="auto">
          <a:xfrm>
            <a:off x="1913880" y="3622891"/>
            <a:ext cx="1885950" cy="11620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CE4E62705B277449303F33AD34ED88C" ma:contentTypeVersion="16" ma:contentTypeDescription="Create a new document." ma:contentTypeScope="" ma:versionID="3c2012f786f1d93e3678565f3542f24e">
  <xsd:schema xmlns:xsd="http://www.w3.org/2001/XMLSchema" xmlns:xs="http://www.w3.org/2001/XMLSchema" xmlns:p="http://schemas.microsoft.com/office/2006/metadata/properties" xmlns:ns2="e5b6be36-7386-47fb-8a9a-07470a3e7672" xmlns:ns3="35ac72bb-6e66-44cc-83f8-5100c656d1f7" targetNamespace="http://schemas.microsoft.com/office/2006/metadata/properties" ma:root="true" ma:fieldsID="f06070bce95cccc7b874a44b73b53cce" ns2:_="" ns3:_="">
    <xsd:import namespace="e5b6be36-7386-47fb-8a9a-07470a3e7672"/>
    <xsd:import namespace="35ac72bb-6e66-44cc-83f8-5100c656d1f7"/>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PHDthesi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b6be36-7386-47fb-8a9a-07470a3e767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25bf474d-fc0a-43b6-8bbf-f621969dd635}" ma:internalName="TaxCatchAll" ma:showField="CatchAllData" ma:web="e5b6be36-7386-47fb-8a9a-07470a3e767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5ac72bb-6e66-44cc-83f8-5100c656d1f7"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Location" ma:index="14" nillable="true" ma:displayName="Location"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PHDthesis" ma:index="19" nillable="true" ma:displayName="PHD thesis" ma:format="Dropdown" ma:internalName="PHDthesis">
      <xsd:simpleType>
        <xsd:restriction base="dms:Text">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1946a75-722c-4855-9c1b-5ba14d757444"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HDthesis xmlns="35ac72bb-6e66-44cc-83f8-5100c656d1f7" xsi:nil="true"/>
    <lcf76f155ced4ddcb4097134ff3c332f xmlns="35ac72bb-6e66-44cc-83f8-5100c656d1f7">
      <Terms xmlns="http://schemas.microsoft.com/office/infopath/2007/PartnerControls"/>
    </lcf76f155ced4ddcb4097134ff3c332f>
    <TaxCatchAll xmlns="e5b6be36-7386-47fb-8a9a-07470a3e7672" xsi:nil="true"/>
  </documentManagement>
</p:properties>
</file>

<file path=customXml/itemProps1.xml><?xml version="1.0" encoding="utf-8"?>
<ds:datastoreItem xmlns:ds="http://schemas.openxmlformats.org/officeDocument/2006/customXml" ds:itemID="{CE51AC98-070F-40C3-9591-5DD8DE98B1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b6be36-7386-47fb-8a9a-07470a3e7672"/>
    <ds:schemaRef ds:uri="35ac72bb-6e66-44cc-83f8-5100c656d1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EFD66E8-4606-4D12-858F-89ADEFB0266A}">
  <ds:schemaRefs>
    <ds:schemaRef ds:uri="http://schemas.microsoft.com/sharepoint/v3/contenttype/forms"/>
  </ds:schemaRefs>
</ds:datastoreItem>
</file>

<file path=customXml/itemProps3.xml><?xml version="1.0" encoding="utf-8"?>
<ds:datastoreItem xmlns:ds="http://schemas.openxmlformats.org/officeDocument/2006/customXml" ds:itemID="{AF696066-8F65-49C4-BBD2-21EE0EB42407}">
  <ds:schemaRefs>
    <ds:schemaRef ds:uri="http://schemas.microsoft.com/office/2006/metadata/properties"/>
    <ds:schemaRef ds:uri="http://schemas.microsoft.com/office/infopath/2007/PartnerControls"/>
    <ds:schemaRef ds:uri="35ac72bb-6e66-44cc-83f8-5100c656d1f7"/>
    <ds:schemaRef ds:uri="e5b6be36-7386-47fb-8a9a-07470a3e7672"/>
  </ds:schemaRefs>
</ds:datastoreItem>
</file>

<file path=docProps/app.xml><?xml version="1.0" encoding="utf-8"?>
<Properties xmlns="http://schemas.openxmlformats.org/officeDocument/2006/extended-properties" xmlns:vt="http://schemas.openxmlformats.org/officeDocument/2006/docPropsVTypes">
  <Template/>
  <TotalTime>992</TotalTime>
  <Words>288</Words>
  <Application>Microsoft Office PowerPoint</Application>
  <PresentationFormat>Widescreen</PresentationFormat>
  <Paragraphs>34</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Calibri Light</vt:lpstr>
      <vt:lpstr>Times New Roman</vt:lpstr>
      <vt:lpstr>Office Theme</vt:lpstr>
      <vt:lpstr>Chapter 5:  Antennas</vt:lpstr>
      <vt:lpstr>antennas</vt:lpstr>
      <vt:lpstr>PowerPoint Presentation</vt:lpstr>
      <vt:lpstr>PowerPoint Presentation</vt:lpstr>
      <vt:lpstr>PowerPoint Presentation</vt:lpstr>
      <vt:lpstr>PowerPoint Presentation</vt:lpstr>
      <vt:lpstr>Antenna Radiation Patterns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Transducers</dc:title>
  <dc:creator>Tariq Younes</dc:creator>
  <cp:lastModifiedBy>mo</cp:lastModifiedBy>
  <cp:revision>54</cp:revision>
  <cp:lastPrinted>2018-09-12T05:15:39Z</cp:lastPrinted>
  <dcterms:created xsi:type="dcterms:W3CDTF">2018-08-30T16:30:11Z</dcterms:created>
  <dcterms:modified xsi:type="dcterms:W3CDTF">2024-01-31T23:05:32Z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0x0101003CE4E62705B277449303F33AD34ED88C</vt:lpwstr>
  </property>
</Properties>
</file>