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0"/>
  </p:notesMasterIdLst>
  <p:sldIdLst>
    <p:sldId id="27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</p:sldIdLst>
  <p:sldSz cx="9144000" cy="6858000" type="screen4x3"/>
  <p:notesSz cx="6858000" cy="9144000"/>
  <p:defaultTextStyle>
    <a:defPPr>
      <a:defRPr lang="ar-JO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>
        <p:scale>
          <a:sx n="50" d="100"/>
          <a:sy n="50" d="100"/>
        </p:scale>
        <p:origin x="-996" y="-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E5D6ED4-BAF4-4A24-9EBA-A252D55D2C8A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9519D0A-B4CC-4F1F-81AD-B650C471F460}" type="slidenum">
              <a:rPr lang="ar-JO" smtClean="0"/>
              <a:pPr/>
              <a:t>‹#›</a:t>
            </a:fld>
            <a:endParaRPr lang="ar-J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34B80E-0ACF-47CC-B315-6AC2DED355F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76275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J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3.</a:t>
            </a:r>
            <a:fld id="{F9E2DC43-9EF9-47A5-A17F-B5446071BB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5D1DE-4DCA-479C-8DE8-E2E1E988C7F2}" type="datetimeFigureOut">
              <a:rPr lang="ar-JO" smtClean="0"/>
              <a:pPr/>
              <a:t>02/09/1444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0AA9F-47FC-472E-9A76-5184CF9EE55E}" type="slidenum">
              <a:rPr lang="ar-JO" smtClean="0"/>
              <a:pPr/>
              <a:t>‹#›</a:t>
            </a:fld>
            <a:endParaRPr lang="ar-J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JO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3.</a:t>
            </a:r>
            <a:fld id="{A3C5A80C-B486-46E3-A405-B275EAE2AD0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123" name="Picture 2" descr="Forouzan4e07_banner"/>
          <p:cNvPicPr>
            <a:picLocks noGrp="1" noChangeAspect="1" noChangeArrowheads="1"/>
          </p:cNvPicPr>
          <p:nvPr>
            <p:ph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68760"/>
            <a:ext cx="9144000" cy="1096963"/>
          </a:xfrm>
          <a:noFill/>
          <a:ln>
            <a:miter lim="800000"/>
            <a:headEnd/>
            <a:tailEnd/>
          </a:ln>
        </p:spPr>
      </p:pic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1143000" y="2514600"/>
            <a:ext cx="6858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sz="2000" i="0" baseline="0" dirty="0">
              <a:solidFill>
                <a:schemeClr val="tx2"/>
              </a:solidFill>
              <a:latin typeface="Arial" charset="0"/>
            </a:endParaRPr>
          </a:p>
          <a:p>
            <a:pPr algn="ctr"/>
            <a:r>
              <a:rPr lang="en-US" sz="4400" dirty="0" smtClean="0">
                <a:solidFill>
                  <a:schemeClr val="tx2"/>
                </a:solidFill>
                <a:latin typeface="Arial" charset="0"/>
              </a:rPr>
              <a:t>Midterm </a:t>
            </a:r>
            <a:r>
              <a:rPr lang="en-US" sz="4400" dirty="0" smtClean="0">
                <a:solidFill>
                  <a:schemeClr val="tx2"/>
                </a:solidFill>
                <a:latin typeface="Arial" charset="0"/>
              </a:rPr>
              <a:t>Revision </a:t>
            </a:r>
            <a:r>
              <a:rPr lang="en-US" sz="4400" dirty="0" smtClean="0">
                <a:solidFill>
                  <a:schemeClr val="tx2"/>
                </a:solidFill>
                <a:latin typeface="Arial" charset="0"/>
              </a:rPr>
              <a:t>Part 1</a:t>
            </a:r>
            <a:endParaRPr lang="en-US" sz="4400" dirty="0">
              <a:latin typeface="Arial" charset="0"/>
            </a:endParaRPr>
          </a:p>
        </p:txBody>
      </p:sp>
      <p:sp>
        <p:nvSpPr>
          <p:cNvPr id="5" name="Right Arrow 4"/>
          <p:cNvSpPr/>
          <p:nvPr/>
        </p:nvSpPr>
        <p:spPr bwMode="auto">
          <a:xfrm>
            <a:off x="323528" y="0"/>
            <a:ext cx="3731600" cy="1008112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3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tencil" pitchFamily="82" charset="0"/>
              </a:rPr>
              <a:t>      </a:t>
            </a:r>
            <a:r>
              <a:rPr kumimoji="1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tencil" pitchFamily="82" charset="0"/>
              </a:rPr>
              <a:t>Midterm_Rev</a:t>
            </a:r>
            <a:endParaRPr kumimoji="1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tencil" pitchFamily="82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ar-JO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tencil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2915" t="12066" r="13258" b="14204"/>
          <a:stretch>
            <a:fillRect/>
          </a:stretch>
        </p:blipFill>
        <p:spPr bwMode="auto">
          <a:xfrm>
            <a:off x="1259632" y="836712"/>
            <a:ext cx="72008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 l="13087" t="11577" r="13086" b="14693"/>
          <a:stretch>
            <a:fillRect/>
          </a:stretch>
        </p:blipFill>
        <p:spPr bwMode="auto">
          <a:xfrm>
            <a:off x="971600" y="764704"/>
            <a:ext cx="72008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13653" t="12066" r="13258" b="15242"/>
          <a:stretch>
            <a:fillRect/>
          </a:stretch>
        </p:blipFill>
        <p:spPr bwMode="auto">
          <a:xfrm>
            <a:off x="1331640" y="836712"/>
            <a:ext cx="7128792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13653" t="12066" r="12520" b="14204"/>
          <a:stretch>
            <a:fillRect/>
          </a:stretch>
        </p:blipFill>
        <p:spPr bwMode="auto">
          <a:xfrm>
            <a:off x="1331640" y="836712"/>
            <a:ext cx="72008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12915" t="12066" r="12520" b="14204"/>
          <a:stretch>
            <a:fillRect/>
          </a:stretch>
        </p:blipFill>
        <p:spPr bwMode="auto">
          <a:xfrm>
            <a:off x="1259632" y="836712"/>
            <a:ext cx="7272808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13653" t="12066" r="13258" b="14204"/>
          <a:stretch>
            <a:fillRect/>
          </a:stretch>
        </p:blipFill>
        <p:spPr bwMode="auto">
          <a:xfrm>
            <a:off x="1331640" y="836712"/>
            <a:ext cx="7128792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l="12915" t="13105" r="13258" b="15242"/>
          <a:stretch>
            <a:fillRect/>
          </a:stretch>
        </p:blipFill>
        <p:spPr bwMode="auto">
          <a:xfrm>
            <a:off x="1259632" y="908720"/>
            <a:ext cx="7200800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l="13653" t="13105" r="13258" b="14204"/>
          <a:stretch>
            <a:fillRect/>
          </a:stretch>
        </p:blipFill>
        <p:spPr bwMode="auto">
          <a:xfrm>
            <a:off x="1331640" y="908720"/>
            <a:ext cx="7128792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 l="12915" t="13105" r="13258" b="16281"/>
          <a:stretch>
            <a:fillRect/>
          </a:stretch>
        </p:blipFill>
        <p:spPr bwMode="auto">
          <a:xfrm>
            <a:off x="1259632" y="908720"/>
            <a:ext cx="7200800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l="13653" t="13105" r="13258" b="15242"/>
          <a:stretch>
            <a:fillRect/>
          </a:stretch>
        </p:blipFill>
        <p:spPr bwMode="auto">
          <a:xfrm>
            <a:off x="1331640" y="908720"/>
            <a:ext cx="7128792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 l="12915" t="13105" r="13258" b="15242"/>
          <a:stretch>
            <a:fillRect/>
          </a:stretch>
        </p:blipFill>
        <p:spPr bwMode="auto">
          <a:xfrm>
            <a:off x="1259632" y="908720"/>
            <a:ext cx="7200800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 l="12915" t="13105" r="13258" b="15242"/>
          <a:stretch>
            <a:fillRect/>
          </a:stretch>
        </p:blipFill>
        <p:spPr bwMode="auto">
          <a:xfrm>
            <a:off x="1259632" y="908720"/>
            <a:ext cx="7200800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 l="12914" t="11438" r="13259" b="22610"/>
          <a:stretch>
            <a:fillRect/>
          </a:stretch>
        </p:blipFill>
        <p:spPr bwMode="auto">
          <a:xfrm>
            <a:off x="1259632" y="836712"/>
            <a:ext cx="7200800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 l="14391" t="12066" r="13259" b="41203"/>
          <a:stretch>
            <a:fillRect/>
          </a:stretch>
        </p:blipFill>
        <p:spPr bwMode="auto">
          <a:xfrm>
            <a:off x="827583" y="548680"/>
            <a:ext cx="7997689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 l="13653" t="13105" r="13258" b="16281"/>
          <a:stretch>
            <a:fillRect/>
          </a:stretch>
        </p:blipFill>
        <p:spPr bwMode="auto">
          <a:xfrm>
            <a:off x="1331640" y="908720"/>
            <a:ext cx="7128792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 l="12915" t="13104" r="13996" b="14204"/>
          <a:stretch>
            <a:fillRect/>
          </a:stretch>
        </p:blipFill>
        <p:spPr bwMode="auto">
          <a:xfrm>
            <a:off x="1259632" y="908720"/>
            <a:ext cx="7128792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 l="12915" t="13104" r="13258" b="13165"/>
          <a:stretch>
            <a:fillRect/>
          </a:stretch>
        </p:blipFill>
        <p:spPr bwMode="auto">
          <a:xfrm>
            <a:off x="1259632" y="908720"/>
            <a:ext cx="72008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8</Words>
  <Application>Microsoft Office PowerPoint</Application>
  <PresentationFormat>On-screen Show (4:3)</PresentationFormat>
  <Paragraphs>5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SCM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7</cp:revision>
  <dcterms:created xsi:type="dcterms:W3CDTF">2022-11-02T13:40:16Z</dcterms:created>
  <dcterms:modified xsi:type="dcterms:W3CDTF">2023-03-23T21:10:19Z</dcterms:modified>
</cp:coreProperties>
</file>