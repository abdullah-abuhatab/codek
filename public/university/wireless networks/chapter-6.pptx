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75" r:id="rId2"/>
    <p:sldId id="274" r:id="rId3"/>
    <p:sldId id="257" r:id="rId4"/>
    <p:sldId id="258" r:id="rId5"/>
    <p:sldId id="259" r:id="rId6"/>
    <p:sldId id="273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مقطع افتراضي" id="{92AA412C-24E6-4390-B1C4-60EC1CAF7F87}">
          <p14:sldIdLst>
            <p14:sldId id="256"/>
            <p14:sldId id="257"/>
            <p14:sldId id="258"/>
            <p14:sldId id="259"/>
            <p14:sldId id="260"/>
          </p14:sldIdLst>
        </p14:section>
        <p14:section name="مقطع بدون عنوان" id="{D539B85A-3304-4F9A-9F49-2DE155794672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61" d="100"/>
          <a:sy n="61" d="100"/>
        </p:scale>
        <p:origin x="-96" y="-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ADC5-0B8D-428C-961A-F2EB0BCC35A9}" type="datetimeFigureOut">
              <a:rPr lang="ar-SA" smtClean="0"/>
              <a:pPr/>
              <a:t>28/03/1445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7CC6-0DDB-4434-AEBF-73500318AD4E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ADC5-0B8D-428C-961A-F2EB0BCC35A9}" type="datetimeFigureOut">
              <a:rPr lang="ar-SA" smtClean="0"/>
              <a:pPr/>
              <a:t>28/03/1445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7CC6-0DDB-4434-AEBF-73500318AD4E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ADC5-0B8D-428C-961A-F2EB0BCC35A9}" type="datetimeFigureOut">
              <a:rPr lang="ar-SA" smtClean="0"/>
              <a:pPr/>
              <a:t>28/03/1445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7CC6-0DDB-4434-AEBF-73500318AD4E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ADC5-0B8D-428C-961A-F2EB0BCC35A9}" type="datetimeFigureOut">
              <a:rPr lang="ar-SA" smtClean="0"/>
              <a:pPr/>
              <a:t>28/03/1445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7CC6-0DDB-4434-AEBF-73500318AD4E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ADC5-0B8D-428C-961A-F2EB0BCC35A9}" type="datetimeFigureOut">
              <a:rPr lang="ar-SA" smtClean="0"/>
              <a:pPr/>
              <a:t>28/03/1445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7CC6-0DDB-4434-AEBF-73500318AD4E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ADC5-0B8D-428C-961A-F2EB0BCC35A9}" type="datetimeFigureOut">
              <a:rPr lang="ar-SA" smtClean="0"/>
              <a:pPr/>
              <a:t>28/03/1445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7CC6-0DDB-4434-AEBF-73500318AD4E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ADC5-0B8D-428C-961A-F2EB0BCC35A9}" type="datetimeFigureOut">
              <a:rPr lang="ar-SA" smtClean="0"/>
              <a:pPr/>
              <a:t>28/03/1445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7CC6-0DDB-4434-AEBF-73500318AD4E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ADC5-0B8D-428C-961A-F2EB0BCC35A9}" type="datetimeFigureOut">
              <a:rPr lang="ar-SA" smtClean="0"/>
              <a:pPr/>
              <a:t>28/03/1445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7CC6-0DDB-4434-AEBF-73500318AD4E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J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ADC5-0B8D-428C-961A-F2EB0BCC35A9}" type="datetimeFigureOut">
              <a:rPr lang="ar-SA" smtClean="0"/>
              <a:pPr/>
              <a:t>28/03/1445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7CC6-0DDB-4434-AEBF-73500318AD4E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ADC5-0B8D-428C-961A-F2EB0BCC35A9}" type="datetimeFigureOut">
              <a:rPr lang="ar-SA" smtClean="0"/>
              <a:pPr/>
              <a:t>28/03/1445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7CC6-0DDB-4434-AEBF-73500318AD4E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FADC5-0B8D-428C-961A-F2EB0BCC35A9}" type="datetimeFigureOut">
              <a:rPr lang="ar-SA" smtClean="0"/>
              <a:pPr/>
              <a:t>28/03/1445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77CC6-0DDB-4434-AEBF-73500318AD4E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J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J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FADC5-0B8D-428C-961A-F2EB0BCC35A9}" type="datetimeFigureOut">
              <a:rPr lang="ar-SA" smtClean="0"/>
              <a:pPr/>
              <a:t>28/03/1445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77CC6-0DDB-4434-AEBF-73500318AD4E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JO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5D0920-03D9-85C6-4F1A-CD0738D37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3851" y="1385349"/>
            <a:ext cx="9693170" cy="3915071"/>
          </a:xfrm>
        </p:spPr>
        <p:txBody>
          <a:bodyPr>
            <a:normAutofit/>
          </a:bodyPr>
          <a:lstStyle/>
          <a:p>
            <a:r>
              <a:rPr lang="en-US" sz="5400" b="1" i="1" dirty="0" smtClean="0">
                <a:latin typeface="Baguet Script" panose="020B0604020202020204" pitchFamily="2" charset="0"/>
              </a:rPr>
              <a:t>Chapter 2: </a:t>
            </a:r>
            <a:br>
              <a:rPr lang="en-US" sz="5400" b="1" i="1" dirty="0" smtClean="0">
                <a:latin typeface="Baguet Script" panose="020B0604020202020204" pitchFamily="2" charset="0"/>
              </a:rPr>
            </a:br>
            <a:r>
              <a:rPr lang="en-GB" sz="6600" b="1" i="1" dirty="0" smtClean="0">
                <a:latin typeface="Baguet Script" panose="020B0604020202020204" pitchFamily="2" charset="0"/>
              </a:rPr>
              <a:t>Transmission Fundamentals_Part_2</a:t>
            </a:r>
            <a:endParaRPr lang="en-GB" sz="6600" b="1" i="1" dirty="0">
              <a:latin typeface="Baguet Script" panose="020B0604020202020204" pitchFamily="2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33557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4" descr="صورة تحتوي على نص&#10;&#10;تم إنشاء الوصف تلقائياً">
            <a:extLst>
              <a:ext uri="{FF2B5EF4-FFF2-40B4-BE49-F238E27FC236}">
                <a16:creationId xmlns:a16="http://schemas.microsoft.com/office/drawing/2014/main" xmlns="" id="{C5471CEA-6621-7808-EDFB-BC7E515968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72832" y="457200"/>
            <a:ext cx="784633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صورة 2" descr="صورة تحتوي على نص&#10;&#10;تم إنشاء الوصف تلقائياً">
            <a:extLst>
              <a:ext uri="{FF2B5EF4-FFF2-40B4-BE49-F238E27FC236}">
                <a16:creationId xmlns:a16="http://schemas.microsoft.com/office/drawing/2014/main" xmlns="" id="{15491FD5-6351-AE85-928B-89741BAE6B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33600" y="457200"/>
            <a:ext cx="79248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42218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صورة 2" descr="صورة تحتوي على نص&#10;&#10;تم إنشاء الوصف تلقائياً">
            <a:extLst>
              <a:ext uri="{FF2B5EF4-FFF2-40B4-BE49-F238E27FC236}">
                <a16:creationId xmlns:a16="http://schemas.microsoft.com/office/drawing/2014/main" xmlns="" id="{B6321958-188D-FCF2-F221-3BE8232064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72832" y="457200"/>
            <a:ext cx="784633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84310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xmlns="" id="{1E2C6FF5-8F2E-489B-F64D-6627B31B6B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72832" y="457200"/>
            <a:ext cx="784633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13705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 descr="WhatsApp Image 2022-11-01 at 9.00.39 A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7689" y="0"/>
            <a:ext cx="90966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صورة 2" descr="صورة تحتوي على نص&#10;&#10;تم إنشاء الوصف تلقائياً">
            <a:extLst>
              <a:ext uri="{FF2B5EF4-FFF2-40B4-BE49-F238E27FC236}">
                <a16:creationId xmlns:a16="http://schemas.microsoft.com/office/drawing/2014/main" xmlns="" id="{1CEACA13-D2EF-AD08-62C5-33C8057524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80054" y="457200"/>
            <a:ext cx="803189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2270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xmlns="" id="{17F97CEF-DF3E-44C9-C908-36DB769F58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93576" y="457200"/>
            <a:ext cx="800484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06903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صورة 4" descr="صورة تحتوي على نص&#10;&#10;تم إنشاء الوصف تلقائياً">
            <a:extLst>
              <a:ext uri="{FF2B5EF4-FFF2-40B4-BE49-F238E27FC236}">
                <a16:creationId xmlns:a16="http://schemas.microsoft.com/office/drawing/2014/main" xmlns="" id="{05A30DCE-B270-C3A0-F0FE-F93E5644C2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93576" y="457200"/>
            <a:ext cx="800484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83674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صورة 6" descr="صورة تحتوي على نص&#10;&#10;تم إنشاء الوصف تلقائياً">
            <a:extLst>
              <a:ext uri="{FF2B5EF4-FFF2-40B4-BE49-F238E27FC236}">
                <a16:creationId xmlns:a16="http://schemas.microsoft.com/office/drawing/2014/main" xmlns="" id="{910C62B0-B651-3FA1-2E98-95D48C2B82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25041" y="457200"/>
            <a:ext cx="814191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34008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صورة 2" descr="صورة تحتوي على نص&#10;&#10;تم إنشاء الوصف تلقائياً">
            <a:extLst>
              <a:ext uri="{FF2B5EF4-FFF2-40B4-BE49-F238E27FC236}">
                <a16:creationId xmlns:a16="http://schemas.microsoft.com/office/drawing/2014/main" xmlns="" id="{89E06D9E-58FC-4875-9BF6-DD54C89DA1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52735" y="457200"/>
            <a:ext cx="808653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37491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صورة 2" descr="صورة تحتوي على نص&#10;&#10;تم إنشاء الوصف تلقائياً">
            <a:extLst>
              <a:ext uri="{FF2B5EF4-FFF2-40B4-BE49-F238E27FC236}">
                <a16:creationId xmlns:a16="http://schemas.microsoft.com/office/drawing/2014/main" xmlns="" id="{E3B94E76-1F57-E515-08FD-49BCC40F70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46764" y="457200"/>
            <a:ext cx="789847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06726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صورة 2" descr="صورة تحتوي على نص&#10;&#10;تم إنشاء الوصف تلقائياً">
            <a:extLst>
              <a:ext uri="{FF2B5EF4-FFF2-40B4-BE49-F238E27FC236}">
                <a16:creationId xmlns:a16="http://schemas.microsoft.com/office/drawing/2014/main" xmlns="" id="{69ACF49E-0A1C-1A17-6379-0F3D1BA417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72832" y="457200"/>
            <a:ext cx="784633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60788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صورة 2" descr="صورة تحتوي على نص&#10;&#10;تم إنشاء الوصف تلقائياً">
            <a:extLst>
              <a:ext uri="{FF2B5EF4-FFF2-40B4-BE49-F238E27FC236}">
                <a16:creationId xmlns:a16="http://schemas.microsoft.com/office/drawing/2014/main" xmlns="" id="{0F4D97E5-0323-2194-0D5C-19865CC3FC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46764" y="457200"/>
            <a:ext cx="789847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09426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صورة 2" descr="صورة تحتوي على نص&#10;&#10;تم إنشاء الوصف تلقائياً">
            <a:extLst>
              <a:ext uri="{FF2B5EF4-FFF2-40B4-BE49-F238E27FC236}">
                <a16:creationId xmlns:a16="http://schemas.microsoft.com/office/drawing/2014/main" xmlns="" id="{85895A2C-E502-9860-F236-9A107EB113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20348" y="457200"/>
            <a:ext cx="795130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73927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صورة 2" descr="صورة تحتوي على نص&#10;&#10;تم إنشاء الوصف تلقائياً">
            <a:extLst>
              <a:ext uri="{FF2B5EF4-FFF2-40B4-BE49-F238E27FC236}">
                <a16:creationId xmlns:a16="http://schemas.microsoft.com/office/drawing/2014/main" xmlns="" id="{B85C4787-9AF6-AC5A-EE91-1D38D75065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46764" y="457200"/>
            <a:ext cx="789847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71189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</TotalTime>
  <Words>3</Words>
  <Application>Microsoft Office PowerPoint</Application>
  <PresentationFormat>Custom</PresentationFormat>
  <Paragraphs>1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Chapter 2:  Transmission Fundamentals_Part_2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pc home</dc:creator>
  <cp:lastModifiedBy>user</cp:lastModifiedBy>
  <cp:revision>8</cp:revision>
  <dcterms:created xsi:type="dcterms:W3CDTF">2022-10-31T17:24:14Z</dcterms:created>
  <dcterms:modified xsi:type="dcterms:W3CDTF">2023-10-12T20:36:22Z</dcterms:modified>
</cp:coreProperties>
</file>