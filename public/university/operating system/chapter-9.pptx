
<file path=[Content_Types].xml><?xml version="1.0" encoding="utf-8"?>
<Types xmlns="http://schemas.openxmlformats.org/package/2006/content-types">
  <Default Extension="png" ContentType="image/png"/>
  <Default Extension="jpeg" ContentType="image/jpeg"/>
  <Default Extension="wmf" ContentType="image/x-wmf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64" r:id="rId4"/>
  </p:sldMasterIdLst>
  <p:notesMasterIdLst>
    <p:notesMasterId r:id="rId61"/>
  </p:notesMasterIdLst>
  <p:handoutMasterIdLst>
    <p:handoutMasterId r:id="rId62"/>
  </p:handoutMasterIdLst>
  <p:sldIdLst>
    <p:sldId id="331" r:id="rId5"/>
    <p:sldId id="332" r:id="rId6"/>
    <p:sldId id="333" r:id="rId7"/>
    <p:sldId id="334" r:id="rId8"/>
    <p:sldId id="335" r:id="rId9"/>
    <p:sldId id="336" r:id="rId10"/>
    <p:sldId id="337" r:id="rId11"/>
    <p:sldId id="338" r:id="rId12"/>
    <p:sldId id="339" r:id="rId13"/>
    <p:sldId id="340" r:id="rId14"/>
    <p:sldId id="341" r:id="rId15"/>
    <p:sldId id="403" r:id="rId16"/>
    <p:sldId id="404" r:id="rId17"/>
    <p:sldId id="342" r:id="rId18"/>
    <p:sldId id="343" r:id="rId19"/>
    <p:sldId id="348" r:id="rId20"/>
    <p:sldId id="399" r:id="rId21"/>
    <p:sldId id="349" r:id="rId22"/>
    <p:sldId id="350" r:id="rId23"/>
    <p:sldId id="351" r:id="rId24"/>
    <p:sldId id="352" r:id="rId25"/>
    <p:sldId id="353" r:id="rId26"/>
    <p:sldId id="360" r:id="rId27"/>
    <p:sldId id="361" r:id="rId28"/>
    <p:sldId id="362" r:id="rId29"/>
    <p:sldId id="363" r:id="rId30"/>
    <p:sldId id="419" r:id="rId31"/>
    <p:sldId id="365" r:id="rId32"/>
    <p:sldId id="366" r:id="rId33"/>
    <p:sldId id="367" r:id="rId34"/>
    <p:sldId id="400" r:id="rId35"/>
    <p:sldId id="368" r:id="rId36"/>
    <p:sldId id="369" r:id="rId37"/>
    <p:sldId id="370" r:id="rId38"/>
    <p:sldId id="371" r:id="rId39"/>
    <p:sldId id="372" r:id="rId40"/>
    <p:sldId id="373" r:id="rId41"/>
    <p:sldId id="374" r:id="rId42"/>
    <p:sldId id="375" r:id="rId43"/>
    <p:sldId id="376" r:id="rId44"/>
    <p:sldId id="378" r:id="rId45"/>
    <p:sldId id="379" r:id="rId46"/>
    <p:sldId id="380" r:id="rId47"/>
    <p:sldId id="381" r:id="rId48"/>
    <p:sldId id="382" r:id="rId49"/>
    <p:sldId id="383" r:id="rId50"/>
    <p:sldId id="384" r:id="rId51"/>
    <p:sldId id="385" r:id="rId52"/>
    <p:sldId id="314" r:id="rId53"/>
    <p:sldId id="420" r:id="rId54"/>
    <p:sldId id="315" r:id="rId55"/>
    <p:sldId id="316" r:id="rId56"/>
    <p:sldId id="318" r:id="rId57"/>
    <p:sldId id="414" r:id="rId58"/>
    <p:sldId id="387" r:id="rId59"/>
    <p:sldId id="413" r:id="rId60"/>
  </p:sldIdLst>
  <p:sldSz cx="9144000" cy="6858000" type="screen4x3"/>
  <p:notesSz cx="7010400" cy="9296400"/>
  <p:defaultTextStyle>
    <a:defPPr>
      <a:defRPr lang="en-US"/>
    </a:defPPr>
    <a:lvl1pPr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Verdana" panose="020B0604030504040204" pitchFamily="34" charset="0"/>
        <a:ea typeface="MS PGothic" panose="020B0600070205080204" pitchFamily="34" charset="-128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Verdana" panose="020B0604030504040204" pitchFamily="34" charset="0"/>
        <a:ea typeface="MS PGothic" panose="020B0600070205080204" pitchFamily="34" charset="-128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Verdana" panose="020B0604030504040204" pitchFamily="34" charset="0"/>
        <a:ea typeface="MS PGothic" panose="020B0600070205080204" pitchFamily="34" charset="-128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Verdana" panose="020B0604030504040204" pitchFamily="34" charset="0"/>
        <a:ea typeface="MS PGothic" panose="020B0600070205080204" pitchFamily="34" charset="-128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Verdana" panose="020B0604030504040204" pitchFamily="34" charset="0"/>
        <a:ea typeface="MS PGothic" panose="020B0600070205080204" pitchFamily="34" charset="-128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Verdana" panose="020B0604030504040204" pitchFamily="34" charset="0"/>
        <a:ea typeface="MS PGothic" panose="020B0600070205080204" pitchFamily="34" charset="-128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Verdana" panose="020B0604030504040204" pitchFamily="34" charset="0"/>
        <a:ea typeface="MS PGothic" panose="020B0600070205080204" pitchFamily="34" charset="-128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Verdana" panose="020B0604030504040204" pitchFamily="34" charset="0"/>
        <a:ea typeface="MS PGothic" panose="020B0600070205080204" pitchFamily="34" charset="-128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Verdana" panose="020B0604030504040204" pitchFamily="34" charset="0"/>
        <a:ea typeface="MS PGothic" panose="020B0600070205080204" pitchFamily="34" charset="-128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816">
          <p15:clr>
            <a:srgbClr val="A4A3A4"/>
          </p15:clr>
        </p15:guide>
        <p15:guide id="2" pos="44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CCECFF"/>
    <a:srgbClr val="FF0000"/>
    <a:srgbClr val="66CCFF"/>
    <a:srgbClr val="CCFFFF"/>
    <a:srgbClr val="F8F8F8"/>
    <a:srgbClr val="EAEAEA"/>
    <a:srgbClr val="CC66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271" autoAdjust="0"/>
    <p:restoredTop sz="94660"/>
  </p:normalViewPr>
  <p:slideViewPr>
    <p:cSldViewPr snapToGrid="0">
      <p:cViewPr varScale="1">
        <p:scale>
          <a:sx n="109" d="100"/>
          <a:sy n="109" d="100"/>
        </p:scale>
        <p:origin x="1752" y="102"/>
      </p:cViewPr>
      <p:guideLst>
        <p:guide orient="horz" pos="816"/>
        <p:guide pos="44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12858"/>
    </p:cViewPr>
  </p:sorterViewPr>
  <p:notesViewPr>
    <p:cSldViewPr snapToGrid="0">
      <p:cViewPr varScale="1">
        <p:scale>
          <a:sx n="65" d="100"/>
          <a:sy n="65" d="100"/>
        </p:scale>
        <p:origin x="3125" y="38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2.xml"/><Relationship Id="rId21" Type="http://schemas.openxmlformats.org/officeDocument/2006/relationships/slide" Target="slides/slide17.xml"/><Relationship Id="rId34" Type="http://schemas.openxmlformats.org/officeDocument/2006/relationships/slide" Target="slides/slide30.xml"/><Relationship Id="rId42" Type="http://schemas.openxmlformats.org/officeDocument/2006/relationships/slide" Target="slides/slide38.xml"/><Relationship Id="rId47" Type="http://schemas.openxmlformats.org/officeDocument/2006/relationships/slide" Target="slides/slide43.xml"/><Relationship Id="rId50" Type="http://schemas.openxmlformats.org/officeDocument/2006/relationships/slide" Target="slides/slide46.xml"/><Relationship Id="rId55" Type="http://schemas.openxmlformats.org/officeDocument/2006/relationships/slide" Target="slides/slide51.xml"/><Relationship Id="rId63" Type="http://schemas.openxmlformats.org/officeDocument/2006/relationships/presProps" Target="presProps.xml"/><Relationship Id="rId7" Type="http://schemas.openxmlformats.org/officeDocument/2006/relationships/slide" Target="slides/slide3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9" Type="http://schemas.openxmlformats.org/officeDocument/2006/relationships/slide" Target="slides/slide25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slide" Target="slides/slide28.xml"/><Relationship Id="rId37" Type="http://schemas.openxmlformats.org/officeDocument/2006/relationships/slide" Target="slides/slide33.xml"/><Relationship Id="rId40" Type="http://schemas.openxmlformats.org/officeDocument/2006/relationships/slide" Target="slides/slide36.xml"/><Relationship Id="rId45" Type="http://schemas.openxmlformats.org/officeDocument/2006/relationships/slide" Target="slides/slide41.xml"/><Relationship Id="rId53" Type="http://schemas.openxmlformats.org/officeDocument/2006/relationships/slide" Target="slides/slide49.xml"/><Relationship Id="rId58" Type="http://schemas.openxmlformats.org/officeDocument/2006/relationships/slide" Target="slides/slide54.xml"/><Relationship Id="rId66" Type="http://schemas.openxmlformats.org/officeDocument/2006/relationships/tableStyles" Target="tableStyles.xml"/><Relationship Id="rId5" Type="http://schemas.openxmlformats.org/officeDocument/2006/relationships/slide" Target="slides/slide1.xml"/><Relationship Id="rId61" Type="http://schemas.openxmlformats.org/officeDocument/2006/relationships/notesMaster" Target="notesMasters/notesMaster1.xml"/><Relationship Id="rId19" Type="http://schemas.openxmlformats.org/officeDocument/2006/relationships/slide" Target="slides/slide1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30" Type="http://schemas.openxmlformats.org/officeDocument/2006/relationships/slide" Target="slides/slide26.xml"/><Relationship Id="rId35" Type="http://schemas.openxmlformats.org/officeDocument/2006/relationships/slide" Target="slides/slide31.xml"/><Relationship Id="rId43" Type="http://schemas.openxmlformats.org/officeDocument/2006/relationships/slide" Target="slides/slide39.xml"/><Relationship Id="rId48" Type="http://schemas.openxmlformats.org/officeDocument/2006/relationships/slide" Target="slides/slide44.xml"/><Relationship Id="rId56" Type="http://schemas.openxmlformats.org/officeDocument/2006/relationships/slide" Target="slides/slide52.xml"/><Relationship Id="rId64" Type="http://schemas.openxmlformats.org/officeDocument/2006/relationships/viewProps" Target="viewProps.xml"/><Relationship Id="rId8" Type="http://schemas.openxmlformats.org/officeDocument/2006/relationships/slide" Target="slides/slide4.xml"/><Relationship Id="rId51" Type="http://schemas.openxmlformats.org/officeDocument/2006/relationships/slide" Target="slides/slide47.xml"/><Relationship Id="rId3" Type="http://schemas.openxmlformats.org/officeDocument/2006/relationships/customXml" Target="../customXml/item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openxmlformats.org/officeDocument/2006/relationships/slide" Target="slides/slide29.xml"/><Relationship Id="rId38" Type="http://schemas.openxmlformats.org/officeDocument/2006/relationships/slide" Target="slides/slide34.xml"/><Relationship Id="rId46" Type="http://schemas.openxmlformats.org/officeDocument/2006/relationships/slide" Target="slides/slide42.xml"/><Relationship Id="rId59" Type="http://schemas.openxmlformats.org/officeDocument/2006/relationships/slide" Target="slides/slide55.xml"/><Relationship Id="rId20" Type="http://schemas.openxmlformats.org/officeDocument/2006/relationships/slide" Target="slides/slide16.xml"/><Relationship Id="rId41" Type="http://schemas.openxmlformats.org/officeDocument/2006/relationships/slide" Target="slides/slide37.xml"/><Relationship Id="rId54" Type="http://schemas.openxmlformats.org/officeDocument/2006/relationships/slide" Target="slides/slide50.xml"/><Relationship Id="rId62" Type="http://schemas.openxmlformats.org/officeDocument/2006/relationships/handoutMaster" Target="handoutMasters/handoutMaster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slide" Target="slides/slide24.xml"/><Relationship Id="rId36" Type="http://schemas.openxmlformats.org/officeDocument/2006/relationships/slide" Target="slides/slide32.xml"/><Relationship Id="rId49" Type="http://schemas.openxmlformats.org/officeDocument/2006/relationships/slide" Target="slides/slide45.xml"/><Relationship Id="rId57" Type="http://schemas.openxmlformats.org/officeDocument/2006/relationships/slide" Target="slides/slide53.xml"/><Relationship Id="rId10" Type="http://schemas.openxmlformats.org/officeDocument/2006/relationships/slide" Target="slides/slide6.xml"/><Relationship Id="rId31" Type="http://schemas.openxmlformats.org/officeDocument/2006/relationships/slide" Target="slides/slide27.xml"/><Relationship Id="rId44" Type="http://schemas.openxmlformats.org/officeDocument/2006/relationships/slide" Target="slides/slide40.xml"/><Relationship Id="rId52" Type="http://schemas.openxmlformats.org/officeDocument/2006/relationships/slide" Target="slides/slide48.xml"/><Relationship Id="rId60" Type="http://schemas.openxmlformats.org/officeDocument/2006/relationships/slide" Target="slides/slide56.xml"/><Relationship Id="rId65" Type="http://schemas.openxmlformats.org/officeDocument/2006/relationships/theme" Target="theme/theme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39" Type="http://schemas.openxmlformats.org/officeDocument/2006/relationships/slide" Target="slides/slide35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82" name="Rectangle 2">
            <a:extLst>
              <a:ext uri="{FF2B5EF4-FFF2-40B4-BE49-F238E27FC236}">
                <a16:creationId xmlns:a16="http://schemas.microsoft.com/office/drawing/2014/main" id="{A241D02D-F0BE-479D-BFAE-28F6DABC062E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073400" cy="4429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none" lIns="88261" tIns="44132" rIns="88261" bIns="44132" numCol="1" anchor="ctr" anchorCtr="0" compatLnSpc="1">
            <a:prstTxWarp prst="textNoShape">
              <a:avLst/>
            </a:prstTxWarp>
          </a:bodyPr>
          <a:lstStyle>
            <a:lvl1pPr defTabSz="883169">
              <a:defRPr sz="1100">
                <a:latin typeface="Helvetica" charset="0"/>
                <a:ea typeface="ＭＳ Ｐゴシック" charset="-128"/>
                <a:cs typeface="ＭＳ Ｐゴシック" charset="-128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6083" name="Rectangle 3">
            <a:extLst>
              <a:ext uri="{FF2B5EF4-FFF2-40B4-BE49-F238E27FC236}">
                <a16:creationId xmlns:a16="http://schemas.microsoft.com/office/drawing/2014/main" id="{09A33344-A246-47EE-87AD-DC2B769C31C4}"/>
              </a:ext>
            </a:extLst>
          </p:cNvPr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951288" y="0"/>
            <a:ext cx="3071812" cy="4429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none" lIns="88261" tIns="44132" rIns="88261" bIns="44132" numCol="1" anchor="ctr" anchorCtr="0" compatLnSpc="1">
            <a:prstTxWarp prst="textNoShape">
              <a:avLst/>
            </a:prstTxWarp>
          </a:bodyPr>
          <a:lstStyle>
            <a:lvl1pPr algn="r" defTabSz="883169">
              <a:defRPr sz="1100">
                <a:latin typeface="Helvetica" charset="0"/>
                <a:ea typeface="ＭＳ Ｐゴシック" charset="-128"/>
                <a:cs typeface="ＭＳ Ｐゴシック" charset="-128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6084" name="Rectangle 4">
            <a:extLst>
              <a:ext uri="{FF2B5EF4-FFF2-40B4-BE49-F238E27FC236}">
                <a16:creationId xmlns:a16="http://schemas.microsoft.com/office/drawing/2014/main" id="{AF886B7E-9DF3-450F-92F2-1A3BF26B8AC0}"/>
              </a:ext>
            </a:extLst>
          </p:cNvPr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8866188"/>
            <a:ext cx="3073400" cy="4429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none" lIns="88261" tIns="44132" rIns="88261" bIns="44132" numCol="1" anchor="b" anchorCtr="0" compatLnSpc="1">
            <a:prstTxWarp prst="textNoShape">
              <a:avLst/>
            </a:prstTxWarp>
          </a:bodyPr>
          <a:lstStyle>
            <a:lvl1pPr defTabSz="883169">
              <a:defRPr sz="1100">
                <a:latin typeface="Helvetica" charset="0"/>
                <a:ea typeface="ＭＳ Ｐゴシック" charset="-128"/>
                <a:cs typeface="ＭＳ Ｐゴシック" charset="-128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6085" name="Rectangle 5">
            <a:extLst>
              <a:ext uri="{FF2B5EF4-FFF2-40B4-BE49-F238E27FC236}">
                <a16:creationId xmlns:a16="http://schemas.microsoft.com/office/drawing/2014/main" id="{53339C26-84D6-4CAB-9ACB-F216D653813F}"/>
              </a:ext>
            </a:extLst>
          </p:cNvPr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951288" y="8866188"/>
            <a:ext cx="3071812" cy="4429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none" lIns="88261" tIns="44132" rIns="88261" bIns="44132" numCol="1" anchor="b" anchorCtr="0" compatLnSpc="1">
            <a:prstTxWarp prst="textNoShape">
              <a:avLst/>
            </a:prstTxWarp>
          </a:bodyPr>
          <a:lstStyle>
            <a:lvl1pPr algn="r" defTabSz="882650">
              <a:defRPr sz="1100">
                <a:latin typeface="Helvetica" panose="020B0604020202020204" pitchFamily="34" charset="0"/>
              </a:defRPr>
            </a:lvl1pPr>
          </a:lstStyle>
          <a:p>
            <a:fld id="{DF7B4608-F3D0-4E52-ABA4-6F2681683C18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2">
            <a:extLst>
              <a:ext uri="{FF2B5EF4-FFF2-40B4-BE49-F238E27FC236}">
                <a16:creationId xmlns:a16="http://schemas.microsoft.com/office/drawing/2014/main" id="{5345CDFB-7A76-4C4D-913D-3C7D6FE5DE2A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036888" cy="463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none" lIns="93160" tIns="46580" rIns="93160" bIns="46580" numCol="1" anchor="ctr" anchorCtr="0" compatLnSpc="1">
            <a:prstTxWarp prst="textNoShape">
              <a:avLst/>
            </a:prstTxWarp>
          </a:bodyPr>
          <a:lstStyle>
            <a:lvl1pPr defTabSz="931168">
              <a:defRPr sz="1200">
                <a:latin typeface="Times New Roman" charset="0"/>
                <a:ea typeface="ＭＳ Ｐゴシック" charset="-128"/>
                <a:cs typeface="ＭＳ Ｐゴシック" charset="-128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147" name="Rectangle 3">
            <a:extLst>
              <a:ext uri="{FF2B5EF4-FFF2-40B4-BE49-F238E27FC236}">
                <a16:creationId xmlns:a16="http://schemas.microsoft.com/office/drawing/2014/main" id="{7FB24A69-0B86-44C0-95FA-F8D9A6931146}"/>
              </a:ext>
            </a:extLst>
          </p:cNvPr>
          <p:cNvSpPr>
            <a:spLocks noGrp="1" noChangeArrowheads="1"/>
          </p:cNvSpPr>
          <p:nvPr>
            <p:ph type="dt" idx="1"/>
          </p:nvPr>
        </p:nvSpPr>
        <p:spPr bwMode="auto">
          <a:xfrm>
            <a:off x="3973513" y="0"/>
            <a:ext cx="3036887" cy="463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none" lIns="93160" tIns="46580" rIns="93160" bIns="46580" numCol="1" anchor="ctr" anchorCtr="0" compatLnSpc="1">
            <a:prstTxWarp prst="textNoShape">
              <a:avLst/>
            </a:prstTxWarp>
          </a:bodyPr>
          <a:lstStyle>
            <a:lvl1pPr algn="r" defTabSz="931168">
              <a:defRPr sz="1200">
                <a:latin typeface="Times New Roman" charset="0"/>
                <a:ea typeface="ＭＳ Ｐゴシック" charset="-128"/>
                <a:cs typeface="ＭＳ Ｐゴシック" charset="-128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1684" name="Rectangle 4">
            <a:extLst>
              <a:ext uri="{FF2B5EF4-FFF2-40B4-BE49-F238E27FC236}">
                <a16:creationId xmlns:a16="http://schemas.microsoft.com/office/drawing/2014/main" id="{AA27146D-C92E-4EEF-9F79-56BA93AB219B}"/>
              </a:ext>
            </a:extLst>
          </p:cNvPr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182688" y="698500"/>
            <a:ext cx="4646612" cy="348615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6149" name="Rectangle 5">
            <a:extLst>
              <a:ext uri="{FF2B5EF4-FFF2-40B4-BE49-F238E27FC236}">
                <a16:creationId xmlns:a16="http://schemas.microsoft.com/office/drawing/2014/main" id="{A01186F9-B596-4A19-9264-7D2B4FC636C4}"/>
              </a:ext>
            </a:extLst>
          </p:cNvPr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935038" y="4416425"/>
            <a:ext cx="5140325" cy="4181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none" lIns="93160" tIns="46580" rIns="93160" bIns="4658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150" name="Rectangle 6">
            <a:extLst>
              <a:ext uri="{FF2B5EF4-FFF2-40B4-BE49-F238E27FC236}">
                <a16:creationId xmlns:a16="http://schemas.microsoft.com/office/drawing/2014/main" id="{0C645014-0F43-4A0F-901D-B500E062F28B}"/>
              </a:ext>
            </a:extLst>
          </p:cNvPr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832850"/>
            <a:ext cx="3036888" cy="463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none" lIns="93160" tIns="46580" rIns="93160" bIns="46580" numCol="1" anchor="b" anchorCtr="0" compatLnSpc="1">
            <a:prstTxWarp prst="textNoShape">
              <a:avLst/>
            </a:prstTxWarp>
          </a:bodyPr>
          <a:lstStyle>
            <a:lvl1pPr defTabSz="931168">
              <a:defRPr sz="1200">
                <a:latin typeface="Times New Roman" charset="0"/>
                <a:ea typeface="ＭＳ Ｐゴシック" charset="-128"/>
                <a:cs typeface="ＭＳ Ｐゴシック" charset="-128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151" name="Rectangle 7">
            <a:extLst>
              <a:ext uri="{FF2B5EF4-FFF2-40B4-BE49-F238E27FC236}">
                <a16:creationId xmlns:a16="http://schemas.microsoft.com/office/drawing/2014/main" id="{A87C6AF3-49D0-4016-A1FB-7B03E0453DCB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973513" y="8832850"/>
            <a:ext cx="3036887" cy="463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none" lIns="93160" tIns="46580" rIns="93160" bIns="46580" numCol="1" anchor="b" anchorCtr="0" compatLnSpc="1">
            <a:prstTxWarp prst="textNoShape">
              <a:avLst/>
            </a:prstTxWarp>
          </a:bodyPr>
          <a:lstStyle>
            <a:lvl1pPr algn="r" defTabSz="930275">
              <a:defRPr sz="1200">
                <a:latin typeface="Times New Roman" panose="02020603050405020304" pitchFamily="18" charset="0"/>
              </a:defRPr>
            </a:lvl1pPr>
          </a:lstStyle>
          <a:p>
            <a:fld id="{47794835-A72A-4AEF-B6EC-BD8CE85FBF47}" type="slidenum">
              <a:rPr lang="en-US" altLang="en-US"/>
              <a:pPr/>
              <a:t>‹#›</a:t>
            </a:fld>
            <a:endParaRPr lang="en-US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charset="0"/>
        <a:ea typeface="MS PGothic" pitchFamily="34" charset="-128"/>
        <a:cs typeface="ＭＳ Ｐゴシック" charset="-128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charset="0"/>
        <a:ea typeface="MS PGothic" pitchFamily="34" charset="-128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charset="0"/>
        <a:ea typeface="MS PGothic" pitchFamily="34" charset="-128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charset="0"/>
        <a:ea typeface="MS PGothic" pitchFamily="34" charset="-128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charset="0"/>
        <a:ea typeface="MS PGothic" pitchFamily="34" charset="-128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8.xml"/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9.xml"/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0.xml"/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1.xml"/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2.xml"/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3.xml"/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4.xml"/><Relationship Id="rId1" Type="http://schemas.openxmlformats.org/officeDocument/2006/relationships/notesMaster" Target="../notesMasters/notesMaster1.xml"/></Relationships>
</file>

<file path=ppt/notesSlides/_rels/notesSlide4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5.xml"/><Relationship Id="rId1" Type="http://schemas.openxmlformats.org/officeDocument/2006/relationships/notesMaster" Target="../notesMasters/notesMaster1.xml"/></Relationships>
</file>

<file path=ppt/notesSlides/_rels/notesSlide5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706" name="Rectangle 7">
            <a:extLst>
              <a:ext uri="{FF2B5EF4-FFF2-40B4-BE49-F238E27FC236}">
                <a16:creationId xmlns:a16="http://schemas.microsoft.com/office/drawing/2014/main" id="{99622B3D-0367-4444-9539-0A19B9C5C9B8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D0F231A0-42E6-42C1-AA16-355CDC8B6E93}" type="slidenum">
              <a:rPr lang="en-US" altLang="en-US">
                <a:latin typeface="Helvetica" panose="020B0604020202020204" pitchFamily="34" charset="0"/>
              </a:rPr>
              <a:pPr/>
              <a:t>1</a:t>
            </a:fld>
            <a:endParaRPr lang="en-US" altLang="en-US">
              <a:latin typeface="Helvetica" panose="020B0604020202020204" pitchFamily="34" charset="0"/>
            </a:endParaRPr>
          </a:p>
        </p:txBody>
      </p:sp>
      <p:sp>
        <p:nvSpPr>
          <p:cNvPr id="72707" name="Rectangle 2">
            <a:extLst>
              <a:ext uri="{FF2B5EF4-FFF2-40B4-BE49-F238E27FC236}">
                <a16:creationId xmlns:a16="http://schemas.microsoft.com/office/drawing/2014/main" id="{EA8275E6-FD6A-48F9-B73C-B9CBBABB92EC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2708" name="Rectangle 3">
            <a:extLst>
              <a:ext uri="{FF2B5EF4-FFF2-40B4-BE49-F238E27FC236}">
                <a16:creationId xmlns:a16="http://schemas.microsoft.com/office/drawing/2014/main" id="{0E929097-3E92-4823-A49C-65FB8759C7AB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730" name="Rectangle 7">
            <a:extLst>
              <a:ext uri="{FF2B5EF4-FFF2-40B4-BE49-F238E27FC236}">
                <a16:creationId xmlns:a16="http://schemas.microsoft.com/office/drawing/2014/main" id="{9F30B147-5EF2-41FD-A336-400E429072B8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AE255C31-64E2-43F9-BBBD-9CEB59C57D52}" type="slidenum">
              <a:rPr lang="en-US" altLang="en-US">
                <a:latin typeface="Helvetica" panose="020B0604020202020204" pitchFamily="34" charset="0"/>
              </a:rPr>
              <a:pPr/>
              <a:t>2</a:t>
            </a:fld>
            <a:endParaRPr lang="en-US" altLang="en-US">
              <a:latin typeface="Helvetica" panose="020B0604020202020204" pitchFamily="34" charset="0"/>
            </a:endParaRPr>
          </a:p>
        </p:txBody>
      </p:sp>
      <p:sp>
        <p:nvSpPr>
          <p:cNvPr id="73731" name="Rectangle 2">
            <a:extLst>
              <a:ext uri="{FF2B5EF4-FFF2-40B4-BE49-F238E27FC236}">
                <a16:creationId xmlns:a16="http://schemas.microsoft.com/office/drawing/2014/main" id="{B2EF8695-F0C2-4FCB-9C59-377007B3AE3D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3732" name="Rectangle 3">
            <a:extLst>
              <a:ext uri="{FF2B5EF4-FFF2-40B4-BE49-F238E27FC236}">
                <a16:creationId xmlns:a16="http://schemas.microsoft.com/office/drawing/2014/main" id="{A0CE4DCE-61B5-44FB-9697-E30B508F9422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754" name="Rectangle 7">
            <a:extLst>
              <a:ext uri="{FF2B5EF4-FFF2-40B4-BE49-F238E27FC236}">
                <a16:creationId xmlns:a16="http://schemas.microsoft.com/office/drawing/2014/main" id="{116CDF5D-5DA4-4CFA-BCC7-390A2861EF6B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DEAABF19-B1BB-4598-B75E-B058130364E3}" type="slidenum">
              <a:rPr lang="en-US" altLang="en-US">
                <a:latin typeface="Helvetica" panose="020B0604020202020204" pitchFamily="34" charset="0"/>
              </a:rPr>
              <a:pPr/>
              <a:t>3</a:t>
            </a:fld>
            <a:endParaRPr lang="en-US" altLang="en-US">
              <a:latin typeface="Helvetica" panose="020B0604020202020204" pitchFamily="34" charset="0"/>
            </a:endParaRPr>
          </a:p>
        </p:txBody>
      </p:sp>
      <p:sp>
        <p:nvSpPr>
          <p:cNvPr id="74755" name="Rectangle 2">
            <a:extLst>
              <a:ext uri="{FF2B5EF4-FFF2-40B4-BE49-F238E27FC236}">
                <a16:creationId xmlns:a16="http://schemas.microsoft.com/office/drawing/2014/main" id="{6FB5F106-41EE-4364-BF1E-20D5C6B2A496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4756" name="Rectangle 3">
            <a:extLst>
              <a:ext uri="{FF2B5EF4-FFF2-40B4-BE49-F238E27FC236}">
                <a16:creationId xmlns:a16="http://schemas.microsoft.com/office/drawing/2014/main" id="{0294DEFC-309C-4B8E-9AC7-318287BBAF3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778" name="Rectangle 7">
            <a:extLst>
              <a:ext uri="{FF2B5EF4-FFF2-40B4-BE49-F238E27FC236}">
                <a16:creationId xmlns:a16="http://schemas.microsoft.com/office/drawing/2014/main" id="{E4CBE908-8BB0-4DF6-A630-7278A1DB2F86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F12CC5BE-059E-4E33-A616-7566B8C50E03}" type="slidenum">
              <a:rPr lang="en-US" altLang="en-US">
                <a:latin typeface="Helvetica" panose="020B0604020202020204" pitchFamily="34" charset="0"/>
              </a:rPr>
              <a:pPr/>
              <a:t>4</a:t>
            </a:fld>
            <a:endParaRPr lang="en-US" altLang="en-US">
              <a:latin typeface="Helvetica" panose="020B0604020202020204" pitchFamily="34" charset="0"/>
            </a:endParaRPr>
          </a:p>
        </p:txBody>
      </p:sp>
      <p:sp>
        <p:nvSpPr>
          <p:cNvPr id="75779" name="Rectangle 2">
            <a:extLst>
              <a:ext uri="{FF2B5EF4-FFF2-40B4-BE49-F238E27FC236}">
                <a16:creationId xmlns:a16="http://schemas.microsoft.com/office/drawing/2014/main" id="{8C41B09B-CF38-410C-AB74-BB59838E0F40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5780" name="Rectangle 3">
            <a:extLst>
              <a:ext uri="{FF2B5EF4-FFF2-40B4-BE49-F238E27FC236}">
                <a16:creationId xmlns:a16="http://schemas.microsoft.com/office/drawing/2014/main" id="{0C60F9F9-E7B8-45A8-91CF-E2EF6341BFD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802" name="Rectangle 7">
            <a:extLst>
              <a:ext uri="{FF2B5EF4-FFF2-40B4-BE49-F238E27FC236}">
                <a16:creationId xmlns:a16="http://schemas.microsoft.com/office/drawing/2014/main" id="{98DA1FFB-D227-47BC-9728-00B782DC28CE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EC9090DC-ADAD-4D5C-A055-EC054CBA9BCF}" type="slidenum">
              <a:rPr lang="en-US" altLang="en-US">
                <a:latin typeface="Helvetica" panose="020B0604020202020204" pitchFamily="34" charset="0"/>
              </a:rPr>
              <a:pPr/>
              <a:t>5</a:t>
            </a:fld>
            <a:endParaRPr lang="en-US" altLang="en-US">
              <a:latin typeface="Helvetica" panose="020B0604020202020204" pitchFamily="34" charset="0"/>
            </a:endParaRPr>
          </a:p>
        </p:txBody>
      </p:sp>
      <p:sp>
        <p:nvSpPr>
          <p:cNvPr id="76803" name="Rectangle 2">
            <a:extLst>
              <a:ext uri="{FF2B5EF4-FFF2-40B4-BE49-F238E27FC236}">
                <a16:creationId xmlns:a16="http://schemas.microsoft.com/office/drawing/2014/main" id="{CD1394AA-6D61-4202-8BF0-CEA24B547311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6804" name="Rectangle 3">
            <a:extLst>
              <a:ext uri="{FF2B5EF4-FFF2-40B4-BE49-F238E27FC236}">
                <a16:creationId xmlns:a16="http://schemas.microsoft.com/office/drawing/2014/main" id="{F15A9A43-7F68-408F-9962-E7E257DA429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826" name="Rectangle 7">
            <a:extLst>
              <a:ext uri="{FF2B5EF4-FFF2-40B4-BE49-F238E27FC236}">
                <a16:creationId xmlns:a16="http://schemas.microsoft.com/office/drawing/2014/main" id="{2F9B0566-9DAA-40C6-BD9B-DA3EA4130432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E44794C4-13B3-47CE-ACEF-23B8A06F7C64}" type="slidenum">
              <a:rPr lang="en-US" altLang="en-US">
                <a:latin typeface="Helvetica" panose="020B0604020202020204" pitchFamily="34" charset="0"/>
              </a:rPr>
              <a:pPr/>
              <a:t>8</a:t>
            </a:fld>
            <a:endParaRPr lang="en-US" altLang="en-US">
              <a:latin typeface="Helvetica" panose="020B0604020202020204" pitchFamily="34" charset="0"/>
            </a:endParaRPr>
          </a:p>
        </p:txBody>
      </p:sp>
      <p:sp>
        <p:nvSpPr>
          <p:cNvPr id="77827" name="Rectangle 2">
            <a:extLst>
              <a:ext uri="{FF2B5EF4-FFF2-40B4-BE49-F238E27FC236}">
                <a16:creationId xmlns:a16="http://schemas.microsoft.com/office/drawing/2014/main" id="{81609710-F8FF-4ADB-8E3E-64DA55F859A2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7828" name="Rectangle 3">
            <a:extLst>
              <a:ext uri="{FF2B5EF4-FFF2-40B4-BE49-F238E27FC236}">
                <a16:creationId xmlns:a16="http://schemas.microsoft.com/office/drawing/2014/main" id="{DAD31A64-FBDF-459A-A519-16090EBFF304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850" name="Rectangle 7">
            <a:extLst>
              <a:ext uri="{FF2B5EF4-FFF2-40B4-BE49-F238E27FC236}">
                <a16:creationId xmlns:a16="http://schemas.microsoft.com/office/drawing/2014/main" id="{845A6516-3DB2-4824-B72A-8EE1BBC96411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ADDB922B-DA28-4C54-94E7-219C3AC7D96C}" type="slidenum">
              <a:rPr lang="en-US" altLang="en-US">
                <a:latin typeface="Helvetica" panose="020B0604020202020204" pitchFamily="34" charset="0"/>
              </a:rPr>
              <a:pPr/>
              <a:t>9</a:t>
            </a:fld>
            <a:endParaRPr lang="en-US" altLang="en-US">
              <a:latin typeface="Helvetica" panose="020B0604020202020204" pitchFamily="34" charset="0"/>
            </a:endParaRPr>
          </a:p>
        </p:txBody>
      </p:sp>
      <p:sp>
        <p:nvSpPr>
          <p:cNvPr id="78851" name="Rectangle 2">
            <a:extLst>
              <a:ext uri="{FF2B5EF4-FFF2-40B4-BE49-F238E27FC236}">
                <a16:creationId xmlns:a16="http://schemas.microsoft.com/office/drawing/2014/main" id="{A894EF00-BCDC-4C20-B789-F97A7D949885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8852" name="Rectangle 3">
            <a:extLst>
              <a:ext uri="{FF2B5EF4-FFF2-40B4-BE49-F238E27FC236}">
                <a16:creationId xmlns:a16="http://schemas.microsoft.com/office/drawing/2014/main" id="{9C601010-0C10-45CE-AA58-E5A36F0C5233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874" name="Rectangle 7">
            <a:extLst>
              <a:ext uri="{FF2B5EF4-FFF2-40B4-BE49-F238E27FC236}">
                <a16:creationId xmlns:a16="http://schemas.microsoft.com/office/drawing/2014/main" id="{88A20251-A093-4172-BD74-A36C2A3F8B9B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8EEF4FF4-C9FD-46D9-BF24-6598973F25B8}" type="slidenum">
              <a:rPr lang="en-US" altLang="en-US">
                <a:latin typeface="Helvetica" panose="020B0604020202020204" pitchFamily="34" charset="0"/>
              </a:rPr>
              <a:pPr/>
              <a:t>10</a:t>
            </a:fld>
            <a:endParaRPr lang="en-US" altLang="en-US">
              <a:latin typeface="Helvetica" panose="020B0604020202020204" pitchFamily="34" charset="0"/>
            </a:endParaRPr>
          </a:p>
        </p:txBody>
      </p:sp>
      <p:sp>
        <p:nvSpPr>
          <p:cNvPr id="79875" name="Rectangle 2">
            <a:extLst>
              <a:ext uri="{FF2B5EF4-FFF2-40B4-BE49-F238E27FC236}">
                <a16:creationId xmlns:a16="http://schemas.microsoft.com/office/drawing/2014/main" id="{6BD19E41-E753-43B4-A52C-F3C0FDC8098C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9876" name="Rectangle 3">
            <a:extLst>
              <a:ext uri="{FF2B5EF4-FFF2-40B4-BE49-F238E27FC236}">
                <a16:creationId xmlns:a16="http://schemas.microsoft.com/office/drawing/2014/main" id="{AFC68E5A-AEFD-4D41-934B-C0BEE57967D2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898" name="Rectangle 7">
            <a:extLst>
              <a:ext uri="{FF2B5EF4-FFF2-40B4-BE49-F238E27FC236}">
                <a16:creationId xmlns:a16="http://schemas.microsoft.com/office/drawing/2014/main" id="{92D03978-248F-4696-B60F-15CD45A7CC04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4A5C935A-6734-4108-A7F7-F209D07F3D5B}" type="slidenum">
              <a:rPr lang="en-US" altLang="en-US">
                <a:latin typeface="Helvetica" panose="020B0604020202020204" pitchFamily="34" charset="0"/>
              </a:rPr>
              <a:pPr/>
              <a:t>11</a:t>
            </a:fld>
            <a:endParaRPr lang="en-US" altLang="en-US">
              <a:latin typeface="Helvetica" panose="020B0604020202020204" pitchFamily="34" charset="0"/>
            </a:endParaRPr>
          </a:p>
        </p:txBody>
      </p:sp>
      <p:sp>
        <p:nvSpPr>
          <p:cNvPr id="80899" name="Rectangle 2">
            <a:extLst>
              <a:ext uri="{FF2B5EF4-FFF2-40B4-BE49-F238E27FC236}">
                <a16:creationId xmlns:a16="http://schemas.microsoft.com/office/drawing/2014/main" id="{14A40313-58A0-42FC-AA3D-425318110877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80900" name="Rectangle 3">
            <a:extLst>
              <a:ext uri="{FF2B5EF4-FFF2-40B4-BE49-F238E27FC236}">
                <a16:creationId xmlns:a16="http://schemas.microsoft.com/office/drawing/2014/main" id="{BA8BA248-769F-4CA6-AD44-A8BE8C9CDC65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22" name="Rectangle 7">
            <a:extLst>
              <a:ext uri="{FF2B5EF4-FFF2-40B4-BE49-F238E27FC236}">
                <a16:creationId xmlns:a16="http://schemas.microsoft.com/office/drawing/2014/main" id="{CE0E1E75-0157-44F3-9622-F350D085CCEE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8207A095-AA18-4824-800F-5810C91ED729}" type="slidenum">
              <a:rPr lang="en-US" altLang="en-US">
                <a:latin typeface="Helvetica" panose="020B0604020202020204" pitchFamily="34" charset="0"/>
              </a:rPr>
              <a:pPr/>
              <a:t>12</a:t>
            </a:fld>
            <a:endParaRPr lang="en-US" altLang="en-US">
              <a:latin typeface="Helvetica" panose="020B0604020202020204" pitchFamily="34" charset="0"/>
            </a:endParaRPr>
          </a:p>
        </p:txBody>
      </p:sp>
      <p:sp>
        <p:nvSpPr>
          <p:cNvPr id="81923" name="Rectangle 2">
            <a:extLst>
              <a:ext uri="{FF2B5EF4-FFF2-40B4-BE49-F238E27FC236}">
                <a16:creationId xmlns:a16="http://schemas.microsoft.com/office/drawing/2014/main" id="{325FA7A5-5293-4037-A8FE-84A57628CC52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81924" name="Rectangle 3">
            <a:extLst>
              <a:ext uri="{FF2B5EF4-FFF2-40B4-BE49-F238E27FC236}">
                <a16:creationId xmlns:a16="http://schemas.microsoft.com/office/drawing/2014/main" id="{B76E2EA0-63AB-4CE6-9C1C-A93A950A4AEF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946" name="Rectangle 7">
            <a:extLst>
              <a:ext uri="{FF2B5EF4-FFF2-40B4-BE49-F238E27FC236}">
                <a16:creationId xmlns:a16="http://schemas.microsoft.com/office/drawing/2014/main" id="{F9EA5C68-574E-43D3-8AA4-1A0D2027A073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1CBCCD95-CD05-47DB-845C-969685A4B775}" type="slidenum">
              <a:rPr lang="en-US" altLang="en-US">
                <a:latin typeface="Helvetica" panose="020B0604020202020204" pitchFamily="34" charset="0"/>
              </a:rPr>
              <a:pPr/>
              <a:t>13</a:t>
            </a:fld>
            <a:endParaRPr lang="en-US" altLang="en-US">
              <a:latin typeface="Helvetica" panose="020B0604020202020204" pitchFamily="34" charset="0"/>
            </a:endParaRPr>
          </a:p>
        </p:txBody>
      </p:sp>
      <p:sp>
        <p:nvSpPr>
          <p:cNvPr id="82947" name="Rectangle 2">
            <a:extLst>
              <a:ext uri="{FF2B5EF4-FFF2-40B4-BE49-F238E27FC236}">
                <a16:creationId xmlns:a16="http://schemas.microsoft.com/office/drawing/2014/main" id="{D6CC32CC-C84C-408C-875E-EC881AC2B52B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82948" name="Rectangle 3">
            <a:extLst>
              <a:ext uri="{FF2B5EF4-FFF2-40B4-BE49-F238E27FC236}">
                <a16:creationId xmlns:a16="http://schemas.microsoft.com/office/drawing/2014/main" id="{316F2FD8-38C8-4D92-A346-9A90DEADB3E2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970" name="Rectangle 7">
            <a:extLst>
              <a:ext uri="{FF2B5EF4-FFF2-40B4-BE49-F238E27FC236}">
                <a16:creationId xmlns:a16="http://schemas.microsoft.com/office/drawing/2014/main" id="{1B43D4C6-B078-49B2-94A6-F75E86081194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BEA43B7E-7F16-4CAA-8D0B-87BEF463E3F2}" type="slidenum">
              <a:rPr lang="en-US" altLang="en-US">
                <a:latin typeface="Helvetica" panose="020B0604020202020204" pitchFamily="34" charset="0"/>
              </a:rPr>
              <a:pPr/>
              <a:t>14</a:t>
            </a:fld>
            <a:endParaRPr lang="en-US" altLang="en-US">
              <a:latin typeface="Helvetica" panose="020B0604020202020204" pitchFamily="34" charset="0"/>
            </a:endParaRPr>
          </a:p>
        </p:txBody>
      </p:sp>
      <p:sp>
        <p:nvSpPr>
          <p:cNvPr id="83971" name="Rectangle 2">
            <a:extLst>
              <a:ext uri="{FF2B5EF4-FFF2-40B4-BE49-F238E27FC236}">
                <a16:creationId xmlns:a16="http://schemas.microsoft.com/office/drawing/2014/main" id="{E292BC99-152D-4943-9445-C6754FFD279D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83972" name="Rectangle 3">
            <a:extLst>
              <a:ext uri="{FF2B5EF4-FFF2-40B4-BE49-F238E27FC236}">
                <a16:creationId xmlns:a16="http://schemas.microsoft.com/office/drawing/2014/main" id="{9E8606BA-AF5C-481E-B48E-40B54C2A2B9D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994" name="Rectangle 7">
            <a:extLst>
              <a:ext uri="{FF2B5EF4-FFF2-40B4-BE49-F238E27FC236}">
                <a16:creationId xmlns:a16="http://schemas.microsoft.com/office/drawing/2014/main" id="{F7928AB6-7C3B-4284-B62D-52F8811E965D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70F6CBA1-5D3E-43EC-A5A8-ECCA8CDA3AD6}" type="slidenum">
              <a:rPr lang="en-US" altLang="en-US">
                <a:latin typeface="Helvetica" panose="020B0604020202020204" pitchFamily="34" charset="0"/>
              </a:rPr>
              <a:pPr/>
              <a:t>15</a:t>
            </a:fld>
            <a:endParaRPr lang="en-US" altLang="en-US">
              <a:latin typeface="Helvetica" panose="020B0604020202020204" pitchFamily="34" charset="0"/>
            </a:endParaRPr>
          </a:p>
        </p:txBody>
      </p:sp>
      <p:sp>
        <p:nvSpPr>
          <p:cNvPr id="84995" name="Rectangle 2">
            <a:extLst>
              <a:ext uri="{FF2B5EF4-FFF2-40B4-BE49-F238E27FC236}">
                <a16:creationId xmlns:a16="http://schemas.microsoft.com/office/drawing/2014/main" id="{CA8E06C7-855A-4A71-93B8-11AE283BF50C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84996" name="Rectangle 3">
            <a:extLst>
              <a:ext uri="{FF2B5EF4-FFF2-40B4-BE49-F238E27FC236}">
                <a16:creationId xmlns:a16="http://schemas.microsoft.com/office/drawing/2014/main" id="{D7B26E9D-0999-4B30-AAA7-486C7B89D8C6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018" name="Rectangle 7">
            <a:extLst>
              <a:ext uri="{FF2B5EF4-FFF2-40B4-BE49-F238E27FC236}">
                <a16:creationId xmlns:a16="http://schemas.microsoft.com/office/drawing/2014/main" id="{C1E2D357-98EF-44EF-B229-8FA6D5243965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12A78D6B-1C3F-43B1-8131-69093AE887F4}" type="slidenum">
              <a:rPr lang="en-US" altLang="en-US">
                <a:latin typeface="Helvetica" panose="020B0604020202020204" pitchFamily="34" charset="0"/>
              </a:rPr>
              <a:pPr/>
              <a:t>16</a:t>
            </a:fld>
            <a:endParaRPr lang="en-US" altLang="en-US">
              <a:latin typeface="Helvetica" panose="020B0604020202020204" pitchFamily="34" charset="0"/>
            </a:endParaRPr>
          </a:p>
        </p:txBody>
      </p:sp>
      <p:sp>
        <p:nvSpPr>
          <p:cNvPr id="86019" name="Rectangle 2">
            <a:extLst>
              <a:ext uri="{FF2B5EF4-FFF2-40B4-BE49-F238E27FC236}">
                <a16:creationId xmlns:a16="http://schemas.microsoft.com/office/drawing/2014/main" id="{B9137F58-B6E2-4DA1-8F77-D8941EA61BC4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86020" name="Rectangle 3">
            <a:extLst>
              <a:ext uri="{FF2B5EF4-FFF2-40B4-BE49-F238E27FC236}">
                <a16:creationId xmlns:a16="http://schemas.microsoft.com/office/drawing/2014/main" id="{9923125C-6B37-4814-8FA7-9CCA22E99AE2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042" name="Rectangle 7">
            <a:extLst>
              <a:ext uri="{FF2B5EF4-FFF2-40B4-BE49-F238E27FC236}">
                <a16:creationId xmlns:a16="http://schemas.microsoft.com/office/drawing/2014/main" id="{EA5E9E73-6680-4E2A-BDBC-23CBA418BA2E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3B949489-9DD0-4351-83D6-B782AC42A5C2}" type="slidenum">
              <a:rPr lang="en-US" altLang="en-US">
                <a:latin typeface="Helvetica" panose="020B0604020202020204" pitchFamily="34" charset="0"/>
              </a:rPr>
              <a:pPr/>
              <a:t>17</a:t>
            </a:fld>
            <a:endParaRPr lang="en-US" altLang="en-US">
              <a:latin typeface="Helvetica" panose="020B0604020202020204" pitchFamily="34" charset="0"/>
            </a:endParaRPr>
          </a:p>
        </p:txBody>
      </p:sp>
      <p:sp>
        <p:nvSpPr>
          <p:cNvPr id="87043" name="Rectangle 2">
            <a:extLst>
              <a:ext uri="{FF2B5EF4-FFF2-40B4-BE49-F238E27FC236}">
                <a16:creationId xmlns:a16="http://schemas.microsoft.com/office/drawing/2014/main" id="{B84BDA33-3B5E-4843-A374-C409C28EBA3F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87044" name="Rectangle 3">
            <a:extLst>
              <a:ext uri="{FF2B5EF4-FFF2-40B4-BE49-F238E27FC236}">
                <a16:creationId xmlns:a16="http://schemas.microsoft.com/office/drawing/2014/main" id="{DCD1BC93-1450-4427-8557-C475503C4871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066" name="Rectangle 7">
            <a:extLst>
              <a:ext uri="{FF2B5EF4-FFF2-40B4-BE49-F238E27FC236}">
                <a16:creationId xmlns:a16="http://schemas.microsoft.com/office/drawing/2014/main" id="{23FCA68B-76DE-4E19-AFEB-C704D673A8D3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0BAA47A3-9678-4904-932E-9EDB75B03B24}" type="slidenum">
              <a:rPr lang="en-US" altLang="en-US">
                <a:latin typeface="Helvetica" panose="020B0604020202020204" pitchFamily="34" charset="0"/>
              </a:rPr>
              <a:pPr/>
              <a:t>18</a:t>
            </a:fld>
            <a:endParaRPr lang="en-US" altLang="en-US">
              <a:latin typeface="Helvetica" panose="020B0604020202020204" pitchFamily="34" charset="0"/>
            </a:endParaRPr>
          </a:p>
        </p:txBody>
      </p:sp>
      <p:sp>
        <p:nvSpPr>
          <p:cNvPr id="88067" name="Rectangle 2">
            <a:extLst>
              <a:ext uri="{FF2B5EF4-FFF2-40B4-BE49-F238E27FC236}">
                <a16:creationId xmlns:a16="http://schemas.microsoft.com/office/drawing/2014/main" id="{2DA20A22-D5AD-48A6-BFB6-E91F19D04240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88068" name="Rectangle 3">
            <a:extLst>
              <a:ext uri="{FF2B5EF4-FFF2-40B4-BE49-F238E27FC236}">
                <a16:creationId xmlns:a16="http://schemas.microsoft.com/office/drawing/2014/main" id="{3B366905-0837-46D1-8A35-E7D3946BBF0A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090" name="Rectangle 7">
            <a:extLst>
              <a:ext uri="{FF2B5EF4-FFF2-40B4-BE49-F238E27FC236}">
                <a16:creationId xmlns:a16="http://schemas.microsoft.com/office/drawing/2014/main" id="{4DF6CBB8-BE1B-4115-8FA4-3DA7E668450A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B88548D9-7E48-4BD7-865E-CD96DE02414D}" type="slidenum">
              <a:rPr lang="en-US" altLang="en-US">
                <a:latin typeface="Helvetica" panose="020B0604020202020204" pitchFamily="34" charset="0"/>
              </a:rPr>
              <a:pPr/>
              <a:t>19</a:t>
            </a:fld>
            <a:endParaRPr lang="en-US" altLang="en-US">
              <a:latin typeface="Helvetica" panose="020B0604020202020204" pitchFamily="34" charset="0"/>
            </a:endParaRPr>
          </a:p>
        </p:txBody>
      </p:sp>
      <p:sp>
        <p:nvSpPr>
          <p:cNvPr id="89091" name="Rectangle 2">
            <a:extLst>
              <a:ext uri="{FF2B5EF4-FFF2-40B4-BE49-F238E27FC236}">
                <a16:creationId xmlns:a16="http://schemas.microsoft.com/office/drawing/2014/main" id="{6AA81E7E-1E15-49B4-BC44-1BDAD2867737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89092" name="Rectangle 3">
            <a:extLst>
              <a:ext uri="{FF2B5EF4-FFF2-40B4-BE49-F238E27FC236}">
                <a16:creationId xmlns:a16="http://schemas.microsoft.com/office/drawing/2014/main" id="{0D836AD2-F06B-4210-85C4-32B1FA7D4683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114" name="Rectangle 7">
            <a:extLst>
              <a:ext uri="{FF2B5EF4-FFF2-40B4-BE49-F238E27FC236}">
                <a16:creationId xmlns:a16="http://schemas.microsoft.com/office/drawing/2014/main" id="{413C20D6-3B91-4BDF-A0EB-A01D448F9749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3F8747A0-3F23-4346-9D94-40B7D7FD4BD7}" type="slidenum">
              <a:rPr lang="en-US" altLang="en-US">
                <a:latin typeface="Helvetica" panose="020B0604020202020204" pitchFamily="34" charset="0"/>
              </a:rPr>
              <a:pPr/>
              <a:t>20</a:t>
            </a:fld>
            <a:endParaRPr lang="en-US" altLang="en-US">
              <a:latin typeface="Helvetica" panose="020B0604020202020204" pitchFamily="34" charset="0"/>
            </a:endParaRPr>
          </a:p>
        </p:txBody>
      </p:sp>
      <p:sp>
        <p:nvSpPr>
          <p:cNvPr id="90115" name="Rectangle 2">
            <a:extLst>
              <a:ext uri="{FF2B5EF4-FFF2-40B4-BE49-F238E27FC236}">
                <a16:creationId xmlns:a16="http://schemas.microsoft.com/office/drawing/2014/main" id="{2DF4BF30-6508-4917-B4C4-0D2D5FF3DA12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0116" name="Rectangle 3">
            <a:extLst>
              <a:ext uri="{FF2B5EF4-FFF2-40B4-BE49-F238E27FC236}">
                <a16:creationId xmlns:a16="http://schemas.microsoft.com/office/drawing/2014/main" id="{BA14F544-E18E-4FD8-8779-D7DF3900C70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138" name="Rectangle 7">
            <a:extLst>
              <a:ext uri="{FF2B5EF4-FFF2-40B4-BE49-F238E27FC236}">
                <a16:creationId xmlns:a16="http://schemas.microsoft.com/office/drawing/2014/main" id="{50C617EC-69D7-48FD-96B7-888407EFA1C4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F82E3722-5434-4F37-913B-2B1F1F97A901}" type="slidenum">
              <a:rPr lang="en-US" altLang="en-US">
                <a:latin typeface="Helvetica" panose="020B0604020202020204" pitchFamily="34" charset="0"/>
              </a:rPr>
              <a:pPr/>
              <a:t>21</a:t>
            </a:fld>
            <a:endParaRPr lang="en-US" altLang="en-US">
              <a:latin typeface="Helvetica" panose="020B0604020202020204" pitchFamily="34" charset="0"/>
            </a:endParaRPr>
          </a:p>
        </p:txBody>
      </p:sp>
      <p:sp>
        <p:nvSpPr>
          <p:cNvPr id="91139" name="Rectangle 2">
            <a:extLst>
              <a:ext uri="{FF2B5EF4-FFF2-40B4-BE49-F238E27FC236}">
                <a16:creationId xmlns:a16="http://schemas.microsoft.com/office/drawing/2014/main" id="{6E09880E-5593-4F49-B83A-1998139242D8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1140" name="Rectangle 3">
            <a:extLst>
              <a:ext uri="{FF2B5EF4-FFF2-40B4-BE49-F238E27FC236}">
                <a16:creationId xmlns:a16="http://schemas.microsoft.com/office/drawing/2014/main" id="{2A483F1E-ED51-4E4A-83B7-93984987F065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62" name="Rectangle 7">
            <a:extLst>
              <a:ext uri="{FF2B5EF4-FFF2-40B4-BE49-F238E27FC236}">
                <a16:creationId xmlns:a16="http://schemas.microsoft.com/office/drawing/2014/main" id="{76243B76-2943-42FA-AE2E-8057E0DD31D6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C009C96D-E87B-4C31-99FE-48B6AE2110B9}" type="slidenum">
              <a:rPr lang="en-US" altLang="en-US">
                <a:latin typeface="Helvetica" panose="020B0604020202020204" pitchFamily="34" charset="0"/>
              </a:rPr>
              <a:pPr/>
              <a:t>23</a:t>
            </a:fld>
            <a:endParaRPr lang="en-US" altLang="en-US">
              <a:latin typeface="Helvetica" panose="020B0604020202020204" pitchFamily="34" charset="0"/>
            </a:endParaRPr>
          </a:p>
        </p:txBody>
      </p:sp>
      <p:sp>
        <p:nvSpPr>
          <p:cNvPr id="92163" name="Rectangle 2">
            <a:extLst>
              <a:ext uri="{FF2B5EF4-FFF2-40B4-BE49-F238E27FC236}">
                <a16:creationId xmlns:a16="http://schemas.microsoft.com/office/drawing/2014/main" id="{4A9262E4-57B9-4642-B155-37E91B7CC582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2164" name="Rectangle 3">
            <a:extLst>
              <a:ext uri="{FF2B5EF4-FFF2-40B4-BE49-F238E27FC236}">
                <a16:creationId xmlns:a16="http://schemas.microsoft.com/office/drawing/2014/main" id="{0A1AB74C-BD95-4DD3-84AC-B364BD691C89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186" name="Rectangle 7">
            <a:extLst>
              <a:ext uri="{FF2B5EF4-FFF2-40B4-BE49-F238E27FC236}">
                <a16:creationId xmlns:a16="http://schemas.microsoft.com/office/drawing/2014/main" id="{901C5943-A604-4186-BD17-441B8EDDC0AB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EABD022F-97F0-4574-BB51-63412DE8BAAC}" type="slidenum">
              <a:rPr lang="en-US" altLang="en-US">
                <a:latin typeface="Helvetica" panose="020B0604020202020204" pitchFamily="34" charset="0"/>
              </a:rPr>
              <a:pPr/>
              <a:t>24</a:t>
            </a:fld>
            <a:endParaRPr lang="en-US" altLang="en-US">
              <a:latin typeface="Helvetica" panose="020B0604020202020204" pitchFamily="34" charset="0"/>
            </a:endParaRPr>
          </a:p>
        </p:txBody>
      </p:sp>
      <p:sp>
        <p:nvSpPr>
          <p:cNvPr id="93187" name="Rectangle 2">
            <a:extLst>
              <a:ext uri="{FF2B5EF4-FFF2-40B4-BE49-F238E27FC236}">
                <a16:creationId xmlns:a16="http://schemas.microsoft.com/office/drawing/2014/main" id="{FF507C2D-484D-4A5B-B922-81627BBC5C5E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3188" name="Rectangle 3">
            <a:extLst>
              <a:ext uri="{FF2B5EF4-FFF2-40B4-BE49-F238E27FC236}">
                <a16:creationId xmlns:a16="http://schemas.microsoft.com/office/drawing/2014/main" id="{03FF2E32-DC03-4BBA-B152-8A4AC669FB5B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210" name="Rectangle 7">
            <a:extLst>
              <a:ext uri="{FF2B5EF4-FFF2-40B4-BE49-F238E27FC236}">
                <a16:creationId xmlns:a16="http://schemas.microsoft.com/office/drawing/2014/main" id="{E23A9656-86B1-4C99-926E-64E7EC4E8643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06CB05FC-BB22-4350-90D1-FD01A765181B}" type="slidenum">
              <a:rPr lang="en-US" altLang="en-US">
                <a:latin typeface="Helvetica" panose="020B0604020202020204" pitchFamily="34" charset="0"/>
              </a:rPr>
              <a:pPr/>
              <a:t>25</a:t>
            </a:fld>
            <a:endParaRPr lang="en-US" altLang="en-US">
              <a:latin typeface="Helvetica" panose="020B0604020202020204" pitchFamily="34" charset="0"/>
            </a:endParaRPr>
          </a:p>
        </p:txBody>
      </p:sp>
      <p:sp>
        <p:nvSpPr>
          <p:cNvPr id="94211" name="Rectangle 2">
            <a:extLst>
              <a:ext uri="{FF2B5EF4-FFF2-40B4-BE49-F238E27FC236}">
                <a16:creationId xmlns:a16="http://schemas.microsoft.com/office/drawing/2014/main" id="{8512BC6C-8103-4427-AE5D-8B165659894D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4212" name="Rectangle 3">
            <a:extLst>
              <a:ext uri="{FF2B5EF4-FFF2-40B4-BE49-F238E27FC236}">
                <a16:creationId xmlns:a16="http://schemas.microsoft.com/office/drawing/2014/main" id="{365BBC49-203D-48FB-B5E3-E304CAFE68D1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234" name="Rectangle 7">
            <a:extLst>
              <a:ext uri="{FF2B5EF4-FFF2-40B4-BE49-F238E27FC236}">
                <a16:creationId xmlns:a16="http://schemas.microsoft.com/office/drawing/2014/main" id="{46A3333C-AE35-4AAE-8347-17622A596CC5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6AA05447-E3CE-4EF1-A94F-D7CBC0B7D017}" type="slidenum">
              <a:rPr lang="en-US" altLang="en-US">
                <a:latin typeface="Helvetica" panose="020B0604020202020204" pitchFamily="34" charset="0"/>
              </a:rPr>
              <a:pPr/>
              <a:t>26</a:t>
            </a:fld>
            <a:endParaRPr lang="en-US" altLang="en-US">
              <a:latin typeface="Helvetica" panose="020B0604020202020204" pitchFamily="34" charset="0"/>
            </a:endParaRPr>
          </a:p>
        </p:txBody>
      </p:sp>
      <p:sp>
        <p:nvSpPr>
          <p:cNvPr id="95235" name="Rectangle 2">
            <a:extLst>
              <a:ext uri="{FF2B5EF4-FFF2-40B4-BE49-F238E27FC236}">
                <a16:creationId xmlns:a16="http://schemas.microsoft.com/office/drawing/2014/main" id="{F3D210D4-6BF0-4A24-8068-30C18155C840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5236" name="Rectangle 3">
            <a:extLst>
              <a:ext uri="{FF2B5EF4-FFF2-40B4-BE49-F238E27FC236}">
                <a16:creationId xmlns:a16="http://schemas.microsoft.com/office/drawing/2014/main" id="{F3DC1F24-2CCF-4C8C-A244-1B90B164B637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258" name="Rectangle 7">
            <a:extLst>
              <a:ext uri="{FF2B5EF4-FFF2-40B4-BE49-F238E27FC236}">
                <a16:creationId xmlns:a16="http://schemas.microsoft.com/office/drawing/2014/main" id="{8C2DA0D5-8D6D-4EE4-9EE4-6DBD76E8F784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F35F994C-A057-4A63-AE72-3FF0DACC8E52}" type="slidenum">
              <a:rPr lang="en-US" altLang="en-US">
                <a:latin typeface="Helvetica" panose="020B0604020202020204" pitchFamily="34" charset="0"/>
              </a:rPr>
              <a:pPr/>
              <a:t>29</a:t>
            </a:fld>
            <a:endParaRPr lang="en-US" altLang="en-US">
              <a:latin typeface="Helvetica" panose="020B0604020202020204" pitchFamily="34" charset="0"/>
            </a:endParaRPr>
          </a:p>
        </p:txBody>
      </p:sp>
      <p:sp>
        <p:nvSpPr>
          <p:cNvPr id="96259" name="Rectangle 2">
            <a:extLst>
              <a:ext uri="{FF2B5EF4-FFF2-40B4-BE49-F238E27FC236}">
                <a16:creationId xmlns:a16="http://schemas.microsoft.com/office/drawing/2014/main" id="{0B2AAB34-98DF-4C8C-A90B-B710AF16F0BF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6260" name="Rectangle 3">
            <a:extLst>
              <a:ext uri="{FF2B5EF4-FFF2-40B4-BE49-F238E27FC236}">
                <a16:creationId xmlns:a16="http://schemas.microsoft.com/office/drawing/2014/main" id="{FF7C1FB6-D31C-46B7-9D58-808998AF7628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282" name="Rectangle 7">
            <a:extLst>
              <a:ext uri="{FF2B5EF4-FFF2-40B4-BE49-F238E27FC236}">
                <a16:creationId xmlns:a16="http://schemas.microsoft.com/office/drawing/2014/main" id="{1F8059EB-C1F4-41C7-8BDD-788F7EBF2EEB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F1913BD3-2B56-45D2-9EE3-2D6BA22F452A}" type="slidenum">
              <a:rPr lang="en-US" altLang="en-US">
                <a:latin typeface="Helvetica" panose="020B0604020202020204" pitchFamily="34" charset="0"/>
              </a:rPr>
              <a:pPr/>
              <a:t>30</a:t>
            </a:fld>
            <a:endParaRPr lang="en-US" altLang="en-US">
              <a:latin typeface="Helvetica" panose="020B0604020202020204" pitchFamily="34" charset="0"/>
            </a:endParaRPr>
          </a:p>
        </p:txBody>
      </p:sp>
      <p:sp>
        <p:nvSpPr>
          <p:cNvPr id="97283" name="Rectangle 2">
            <a:extLst>
              <a:ext uri="{FF2B5EF4-FFF2-40B4-BE49-F238E27FC236}">
                <a16:creationId xmlns:a16="http://schemas.microsoft.com/office/drawing/2014/main" id="{858E480D-A895-4DA3-BB9A-E02ED49B55EF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7284" name="Rectangle 3">
            <a:extLst>
              <a:ext uri="{FF2B5EF4-FFF2-40B4-BE49-F238E27FC236}">
                <a16:creationId xmlns:a16="http://schemas.microsoft.com/office/drawing/2014/main" id="{B96BF19E-94FF-4012-BDC7-437E159A15A5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306" name="Rectangle 7">
            <a:extLst>
              <a:ext uri="{FF2B5EF4-FFF2-40B4-BE49-F238E27FC236}">
                <a16:creationId xmlns:a16="http://schemas.microsoft.com/office/drawing/2014/main" id="{AD03251D-B2B5-4661-A4DC-47F059246C62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E38E53CD-0E68-44EA-8FA1-CA1DA7ACA031}" type="slidenum">
              <a:rPr lang="en-US" altLang="en-US">
                <a:latin typeface="Helvetica" panose="020B0604020202020204" pitchFamily="34" charset="0"/>
              </a:rPr>
              <a:pPr/>
              <a:t>31</a:t>
            </a:fld>
            <a:endParaRPr lang="en-US" altLang="en-US">
              <a:latin typeface="Helvetica" panose="020B0604020202020204" pitchFamily="34" charset="0"/>
            </a:endParaRPr>
          </a:p>
        </p:txBody>
      </p:sp>
      <p:sp>
        <p:nvSpPr>
          <p:cNvPr id="98307" name="Rectangle 2">
            <a:extLst>
              <a:ext uri="{FF2B5EF4-FFF2-40B4-BE49-F238E27FC236}">
                <a16:creationId xmlns:a16="http://schemas.microsoft.com/office/drawing/2014/main" id="{E816B22A-223C-46BB-B5D9-3EF020289AB4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8308" name="Rectangle 3">
            <a:extLst>
              <a:ext uri="{FF2B5EF4-FFF2-40B4-BE49-F238E27FC236}">
                <a16:creationId xmlns:a16="http://schemas.microsoft.com/office/drawing/2014/main" id="{40F016C1-8C0F-4D11-B19D-1B0E182EEFD6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330" name="Rectangle 7">
            <a:extLst>
              <a:ext uri="{FF2B5EF4-FFF2-40B4-BE49-F238E27FC236}">
                <a16:creationId xmlns:a16="http://schemas.microsoft.com/office/drawing/2014/main" id="{8408D356-8C72-4527-8A9E-B805AC7855F4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A44299F4-DE32-472A-828E-99AC97F85AD6}" type="slidenum">
              <a:rPr lang="en-US" altLang="en-US">
                <a:latin typeface="Helvetica" panose="020B0604020202020204" pitchFamily="34" charset="0"/>
              </a:rPr>
              <a:pPr/>
              <a:t>32</a:t>
            </a:fld>
            <a:endParaRPr lang="en-US" altLang="en-US">
              <a:latin typeface="Helvetica" panose="020B0604020202020204" pitchFamily="34" charset="0"/>
            </a:endParaRPr>
          </a:p>
        </p:txBody>
      </p:sp>
      <p:sp>
        <p:nvSpPr>
          <p:cNvPr id="99331" name="Rectangle 2">
            <a:extLst>
              <a:ext uri="{FF2B5EF4-FFF2-40B4-BE49-F238E27FC236}">
                <a16:creationId xmlns:a16="http://schemas.microsoft.com/office/drawing/2014/main" id="{22E28FCD-1056-4D3D-9ACD-83965BCF1896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9332" name="Rectangle 3">
            <a:extLst>
              <a:ext uri="{FF2B5EF4-FFF2-40B4-BE49-F238E27FC236}">
                <a16:creationId xmlns:a16="http://schemas.microsoft.com/office/drawing/2014/main" id="{C10C43C3-A73A-42A6-A35F-C138D4AF4D33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354" name="Rectangle 7">
            <a:extLst>
              <a:ext uri="{FF2B5EF4-FFF2-40B4-BE49-F238E27FC236}">
                <a16:creationId xmlns:a16="http://schemas.microsoft.com/office/drawing/2014/main" id="{63E5A769-B41F-409B-96F7-18D03BDE4B07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84B1DCA8-7D2E-45C2-A17E-B777FE8BF056}" type="slidenum">
              <a:rPr lang="en-US" altLang="en-US">
                <a:latin typeface="Helvetica" panose="020B0604020202020204" pitchFamily="34" charset="0"/>
              </a:rPr>
              <a:pPr/>
              <a:t>33</a:t>
            </a:fld>
            <a:endParaRPr lang="en-US" altLang="en-US">
              <a:latin typeface="Helvetica" panose="020B0604020202020204" pitchFamily="34" charset="0"/>
            </a:endParaRPr>
          </a:p>
        </p:txBody>
      </p:sp>
      <p:sp>
        <p:nvSpPr>
          <p:cNvPr id="100355" name="Rectangle 2">
            <a:extLst>
              <a:ext uri="{FF2B5EF4-FFF2-40B4-BE49-F238E27FC236}">
                <a16:creationId xmlns:a16="http://schemas.microsoft.com/office/drawing/2014/main" id="{8F55E19D-E8B3-4452-A038-9BCF911F5FE8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00356" name="Rectangle 3">
            <a:extLst>
              <a:ext uri="{FF2B5EF4-FFF2-40B4-BE49-F238E27FC236}">
                <a16:creationId xmlns:a16="http://schemas.microsoft.com/office/drawing/2014/main" id="{6D1C4F68-5A97-427E-AB9C-31AA19BCF861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378" name="Rectangle 7">
            <a:extLst>
              <a:ext uri="{FF2B5EF4-FFF2-40B4-BE49-F238E27FC236}">
                <a16:creationId xmlns:a16="http://schemas.microsoft.com/office/drawing/2014/main" id="{A160A673-73B6-4D0B-AE41-740079559051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A99055B3-7CA8-468D-80A4-EFD1891BDB98}" type="slidenum">
              <a:rPr lang="en-US" altLang="en-US">
                <a:latin typeface="Helvetica" panose="020B0604020202020204" pitchFamily="34" charset="0"/>
              </a:rPr>
              <a:pPr/>
              <a:t>34</a:t>
            </a:fld>
            <a:endParaRPr lang="en-US" altLang="en-US">
              <a:latin typeface="Helvetica" panose="020B0604020202020204" pitchFamily="34" charset="0"/>
            </a:endParaRPr>
          </a:p>
        </p:txBody>
      </p:sp>
      <p:sp>
        <p:nvSpPr>
          <p:cNvPr id="101379" name="Rectangle 2">
            <a:extLst>
              <a:ext uri="{FF2B5EF4-FFF2-40B4-BE49-F238E27FC236}">
                <a16:creationId xmlns:a16="http://schemas.microsoft.com/office/drawing/2014/main" id="{BEA9070E-1FCE-4DD4-AEED-61B1DD5C8B0C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01380" name="Rectangle 3">
            <a:extLst>
              <a:ext uri="{FF2B5EF4-FFF2-40B4-BE49-F238E27FC236}">
                <a16:creationId xmlns:a16="http://schemas.microsoft.com/office/drawing/2014/main" id="{BF3319BC-D57C-4115-A220-CA1578D21709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02" name="Rectangle 7">
            <a:extLst>
              <a:ext uri="{FF2B5EF4-FFF2-40B4-BE49-F238E27FC236}">
                <a16:creationId xmlns:a16="http://schemas.microsoft.com/office/drawing/2014/main" id="{C3F4BD51-7370-4471-9455-9FAA962FEC12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3BD35ECC-3C35-45A9-90FF-173B28872470}" type="slidenum">
              <a:rPr lang="en-US" altLang="en-US">
                <a:latin typeface="Helvetica" panose="020B0604020202020204" pitchFamily="34" charset="0"/>
              </a:rPr>
              <a:pPr/>
              <a:t>35</a:t>
            </a:fld>
            <a:endParaRPr lang="en-US" altLang="en-US">
              <a:latin typeface="Helvetica" panose="020B0604020202020204" pitchFamily="34" charset="0"/>
            </a:endParaRPr>
          </a:p>
        </p:txBody>
      </p:sp>
      <p:sp>
        <p:nvSpPr>
          <p:cNvPr id="102403" name="Rectangle 2">
            <a:extLst>
              <a:ext uri="{FF2B5EF4-FFF2-40B4-BE49-F238E27FC236}">
                <a16:creationId xmlns:a16="http://schemas.microsoft.com/office/drawing/2014/main" id="{0AB19387-36B0-44FF-A334-CD940F2A753E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02404" name="Rectangle 3">
            <a:extLst>
              <a:ext uri="{FF2B5EF4-FFF2-40B4-BE49-F238E27FC236}">
                <a16:creationId xmlns:a16="http://schemas.microsoft.com/office/drawing/2014/main" id="{35F188A5-8C67-46D5-8035-90BDFED9F5EF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426" name="Rectangle 7">
            <a:extLst>
              <a:ext uri="{FF2B5EF4-FFF2-40B4-BE49-F238E27FC236}">
                <a16:creationId xmlns:a16="http://schemas.microsoft.com/office/drawing/2014/main" id="{C05E2778-289B-4FA5-A492-109BEB533093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3E7FBAA6-8447-4B86-94DA-8EBECE675900}" type="slidenum">
              <a:rPr lang="en-US" altLang="en-US">
                <a:latin typeface="Helvetica" panose="020B0604020202020204" pitchFamily="34" charset="0"/>
              </a:rPr>
              <a:pPr/>
              <a:t>36</a:t>
            </a:fld>
            <a:endParaRPr lang="en-US" altLang="en-US">
              <a:latin typeface="Helvetica" panose="020B0604020202020204" pitchFamily="34" charset="0"/>
            </a:endParaRPr>
          </a:p>
        </p:txBody>
      </p:sp>
      <p:sp>
        <p:nvSpPr>
          <p:cNvPr id="103427" name="Rectangle 2">
            <a:extLst>
              <a:ext uri="{FF2B5EF4-FFF2-40B4-BE49-F238E27FC236}">
                <a16:creationId xmlns:a16="http://schemas.microsoft.com/office/drawing/2014/main" id="{79229461-A223-439E-9F67-F96DEE523FEF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03428" name="Rectangle 3">
            <a:extLst>
              <a:ext uri="{FF2B5EF4-FFF2-40B4-BE49-F238E27FC236}">
                <a16:creationId xmlns:a16="http://schemas.microsoft.com/office/drawing/2014/main" id="{1408816B-F76B-4AC2-A2E1-9FCADC0E3E71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450" name="Rectangle 7">
            <a:extLst>
              <a:ext uri="{FF2B5EF4-FFF2-40B4-BE49-F238E27FC236}">
                <a16:creationId xmlns:a16="http://schemas.microsoft.com/office/drawing/2014/main" id="{CC0926BF-5F58-45F3-886B-2FC15B7FF756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AD489229-DE4E-445F-987B-9FB85B6EB635}" type="slidenum">
              <a:rPr lang="en-US" altLang="en-US">
                <a:latin typeface="Helvetica" panose="020B0604020202020204" pitchFamily="34" charset="0"/>
              </a:rPr>
              <a:pPr/>
              <a:t>37</a:t>
            </a:fld>
            <a:endParaRPr lang="en-US" altLang="en-US">
              <a:latin typeface="Helvetica" panose="020B0604020202020204" pitchFamily="34" charset="0"/>
            </a:endParaRPr>
          </a:p>
        </p:txBody>
      </p:sp>
      <p:sp>
        <p:nvSpPr>
          <p:cNvPr id="104451" name="Rectangle 2">
            <a:extLst>
              <a:ext uri="{FF2B5EF4-FFF2-40B4-BE49-F238E27FC236}">
                <a16:creationId xmlns:a16="http://schemas.microsoft.com/office/drawing/2014/main" id="{77D4AAE1-3D09-4155-A61A-3F1F36C42C7A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04452" name="Rectangle 3">
            <a:extLst>
              <a:ext uri="{FF2B5EF4-FFF2-40B4-BE49-F238E27FC236}">
                <a16:creationId xmlns:a16="http://schemas.microsoft.com/office/drawing/2014/main" id="{86A985B6-3037-4C54-BA8E-73201FFC5266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474" name="Rectangle 7">
            <a:extLst>
              <a:ext uri="{FF2B5EF4-FFF2-40B4-BE49-F238E27FC236}">
                <a16:creationId xmlns:a16="http://schemas.microsoft.com/office/drawing/2014/main" id="{E95F55ED-CF22-47BB-A4F1-B460B1D8B58A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793E603D-49B1-4296-AFD2-423EB8C53B4D}" type="slidenum">
              <a:rPr lang="en-US" altLang="en-US">
                <a:latin typeface="Helvetica" panose="020B0604020202020204" pitchFamily="34" charset="0"/>
              </a:rPr>
              <a:pPr/>
              <a:t>38</a:t>
            </a:fld>
            <a:endParaRPr lang="en-US" altLang="en-US">
              <a:latin typeface="Helvetica" panose="020B0604020202020204" pitchFamily="34" charset="0"/>
            </a:endParaRPr>
          </a:p>
        </p:txBody>
      </p:sp>
      <p:sp>
        <p:nvSpPr>
          <p:cNvPr id="105475" name="Rectangle 2">
            <a:extLst>
              <a:ext uri="{FF2B5EF4-FFF2-40B4-BE49-F238E27FC236}">
                <a16:creationId xmlns:a16="http://schemas.microsoft.com/office/drawing/2014/main" id="{9BC7AB09-93B9-4BA4-877E-3CCE3D14DAA5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05476" name="Rectangle 3">
            <a:extLst>
              <a:ext uri="{FF2B5EF4-FFF2-40B4-BE49-F238E27FC236}">
                <a16:creationId xmlns:a16="http://schemas.microsoft.com/office/drawing/2014/main" id="{4F8C03A3-1A3A-401F-BD0A-A1C0DA492D3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498" name="Rectangle 7">
            <a:extLst>
              <a:ext uri="{FF2B5EF4-FFF2-40B4-BE49-F238E27FC236}">
                <a16:creationId xmlns:a16="http://schemas.microsoft.com/office/drawing/2014/main" id="{12E9F2BA-6286-4675-A574-E6B57F2B8FFA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19A63ADF-0873-41FA-9C34-062DC213BF4E}" type="slidenum">
              <a:rPr lang="en-US" altLang="en-US">
                <a:latin typeface="Helvetica" panose="020B0604020202020204" pitchFamily="34" charset="0"/>
              </a:rPr>
              <a:pPr/>
              <a:t>39</a:t>
            </a:fld>
            <a:endParaRPr lang="en-US" altLang="en-US">
              <a:latin typeface="Helvetica" panose="020B0604020202020204" pitchFamily="34" charset="0"/>
            </a:endParaRPr>
          </a:p>
        </p:txBody>
      </p:sp>
      <p:sp>
        <p:nvSpPr>
          <p:cNvPr id="106499" name="Rectangle 2">
            <a:extLst>
              <a:ext uri="{FF2B5EF4-FFF2-40B4-BE49-F238E27FC236}">
                <a16:creationId xmlns:a16="http://schemas.microsoft.com/office/drawing/2014/main" id="{CB25B9E3-8879-4B53-9B9A-FE00C8F84C32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06500" name="Rectangle 3">
            <a:extLst>
              <a:ext uri="{FF2B5EF4-FFF2-40B4-BE49-F238E27FC236}">
                <a16:creationId xmlns:a16="http://schemas.microsoft.com/office/drawing/2014/main" id="{F12CBF22-8D18-428E-9818-515DCCEEC8D1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522" name="Rectangle 7">
            <a:extLst>
              <a:ext uri="{FF2B5EF4-FFF2-40B4-BE49-F238E27FC236}">
                <a16:creationId xmlns:a16="http://schemas.microsoft.com/office/drawing/2014/main" id="{6044D9D1-4022-4B17-AC3A-FC63E3105A48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6553468A-38EB-46C6-BF85-948BB8C046E0}" type="slidenum">
              <a:rPr lang="en-US" altLang="en-US">
                <a:latin typeface="Helvetica" panose="020B0604020202020204" pitchFamily="34" charset="0"/>
              </a:rPr>
              <a:pPr/>
              <a:t>40</a:t>
            </a:fld>
            <a:endParaRPr lang="en-US" altLang="en-US">
              <a:latin typeface="Helvetica" panose="020B0604020202020204" pitchFamily="34" charset="0"/>
            </a:endParaRPr>
          </a:p>
        </p:txBody>
      </p:sp>
      <p:sp>
        <p:nvSpPr>
          <p:cNvPr id="107523" name="Rectangle 2">
            <a:extLst>
              <a:ext uri="{FF2B5EF4-FFF2-40B4-BE49-F238E27FC236}">
                <a16:creationId xmlns:a16="http://schemas.microsoft.com/office/drawing/2014/main" id="{34DA4BF8-CC55-4E4C-B1AE-1BCAB50DA71A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07524" name="Rectangle 3">
            <a:extLst>
              <a:ext uri="{FF2B5EF4-FFF2-40B4-BE49-F238E27FC236}">
                <a16:creationId xmlns:a16="http://schemas.microsoft.com/office/drawing/2014/main" id="{02ECD0A4-9571-447C-BBD7-4957F744494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546" name="Rectangle 7">
            <a:extLst>
              <a:ext uri="{FF2B5EF4-FFF2-40B4-BE49-F238E27FC236}">
                <a16:creationId xmlns:a16="http://schemas.microsoft.com/office/drawing/2014/main" id="{CA676750-B4D3-4F18-AA52-519F9E769156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C6EE3CDB-421C-4E33-8E8E-873AD4598F3E}" type="slidenum">
              <a:rPr lang="en-US" altLang="en-US">
                <a:latin typeface="Helvetica" panose="020B0604020202020204" pitchFamily="34" charset="0"/>
              </a:rPr>
              <a:pPr/>
              <a:t>41</a:t>
            </a:fld>
            <a:endParaRPr lang="en-US" altLang="en-US">
              <a:latin typeface="Helvetica" panose="020B0604020202020204" pitchFamily="34" charset="0"/>
            </a:endParaRPr>
          </a:p>
        </p:txBody>
      </p:sp>
      <p:sp>
        <p:nvSpPr>
          <p:cNvPr id="108547" name="Rectangle 2">
            <a:extLst>
              <a:ext uri="{FF2B5EF4-FFF2-40B4-BE49-F238E27FC236}">
                <a16:creationId xmlns:a16="http://schemas.microsoft.com/office/drawing/2014/main" id="{B9B86B8A-9592-4F2B-88CC-5725A5D37209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08548" name="Rectangle 3">
            <a:extLst>
              <a:ext uri="{FF2B5EF4-FFF2-40B4-BE49-F238E27FC236}">
                <a16:creationId xmlns:a16="http://schemas.microsoft.com/office/drawing/2014/main" id="{A6A5A5C3-6C82-4C1B-950D-A1B6687A43EB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570" name="Rectangle 7">
            <a:extLst>
              <a:ext uri="{FF2B5EF4-FFF2-40B4-BE49-F238E27FC236}">
                <a16:creationId xmlns:a16="http://schemas.microsoft.com/office/drawing/2014/main" id="{7C44AEC8-02CE-442B-AD2A-963292252FB7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CC4EA03B-198F-4011-9BDC-983A5F1750D4}" type="slidenum">
              <a:rPr lang="en-US" altLang="en-US">
                <a:latin typeface="Helvetica" panose="020B0604020202020204" pitchFamily="34" charset="0"/>
              </a:rPr>
              <a:pPr/>
              <a:t>42</a:t>
            </a:fld>
            <a:endParaRPr lang="en-US" altLang="en-US">
              <a:latin typeface="Helvetica" panose="020B0604020202020204" pitchFamily="34" charset="0"/>
            </a:endParaRPr>
          </a:p>
        </p:txBody>
      </p:sp>
      <p:sp>
        <p:nvSpPr>
          <p:cNvPr id="109571" name="Rectangle 2">
            <a:extLst>
              <a:ext uri="{FF2B5EF4-FFF2-40B4-BE49-F238E27FC236}">
                <a16:creationId xmlns:a16="http://schemas.microsoft.com/office/drawing/2014/main" id="{5B237BFB-5094-48A6-8D1D-812AB43C8FC9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09572" name="Rectangle 3">
            <a:extLst>
              <a:ext uri="{FF2B5EF4-FFF2-40B4-BE49-F238E27FC236}">
                <a16:creationId xmlns:a16="http://schemas.microsoft.com/office/drawing/2014/main" id="{CDCBE579-7F53-441F-BC12-B153F1DDD592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594" name="Rectangle 7">
            <a:extLst>
              <a:ext uri="{FF2B5EF4-FFF2-40B4-BE49-F238E27FC236}">
                <a16:creationId xmlns:a16="http://schemas.microsoft.com/office/drawing/2014/main" id="{AEEB3116-0A89-4DB2-9F89-09786855641B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F73D6632-CA5F-4B56-8AD9-AB8805051578}" type="slidenum">
              <a:rPr lang="en-US" altLang="en-US">
                <a:latin typeface="Helvetica" panose="020B0604020202020204" pitchFamily="34" charset="0"/>
              </a:rPr>
              <a:pPr/>
              <a:t>44</a:t>
            </a:fld>
            <a:endParaRPr lang="en-US" altLang="en-US">
              <a:latin typeface="Helvetica" panose="020B0604020202020204" pitchFamily="34" charset="0"/>
            </a:endParaRPr>
          </a:p>
        </p:txBody>
      </p:sp>
      <p:sp>
        <p:nvSpPr>
          <p:cNvPr id="110595" name="Rectangle 2">
            <a:extLst>
              <a:ext uri="{FF2B5EF4-FFF2-40B4-BE49-F238E27FC236}">
                <a16:creationId xmlns:a16="http://schemas.microsoft.com/office/drawing/2014/main" id="{1A4D3144-9169-4202-8CFC-05EBC6596884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10596" name="Rectangle 3">
            <a:extLst>
              <a:ext uri="{FF2B5EF4-FFF2-40B4-BE49-F238E27FC236}">
                <a16:creationId xmlns:a16="http://schemas.microsoft.com/office/drawing/2014/main" id="{F45851CC-2986-4769-9EDF-BD13E088F1C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618" name="Rectangle 7">
            <a:extLst>
              <a:ext uri="{FF2B5EF4-FFF2-40B4-BE49-F238E27FC236}">
                <a16:creationId xmlns:a16="http://schemas.microsoft.com/office/drawing/2014/main" id="{E9FDADC0-F5DF-4D1F-B8F6-B07400DF01A4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2A4E3610-9E09-4C5F-B265-434A74CEF86E}" type="slidenum">
              <a:rPr lang="en-US" altLang="en-US">
                <a:latin typeface="Helvetica" panose="020B0604020202020204" pitchFamily="34" charset="0"/>
              </a:rPr>
              <a:pPr/>
              <a:t>45</a:t>
            </a:fld>
            <a:endParaRPr lang="en-US" altLang="en-US">
              <a:latin typeface="Helvetica" panose="020B0604020202020204" pitchFamily="34" charset="0"/>
            </a:endParaRPr>
          </a:p>
        </p:txBody>
      </p:sp>
      <p:sp>
        <p:nvSpPr>
          <p:cNvPr id="111619" name="Rectangle 2">
            <a:extLst>
              <a:ext uri="{FF2B5EF4-FFF2-40B4-BE49-F238E27FC236}">
                <a16:creationId xmlns:a16="http://schemas.microsoft.com/office/drawing/2014/main" id="{D4BE53D0-AA2F-4499-8CF1-022EEB9C5824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11620" name="Rectangle 3">
            <a:extLst>
              <a:ext uri="{FF2B5EF4-FFF2-40B4-BE49-F238E27FC236}">
                <a16:creationId xmlns:a16="http://schemas.microsoft.com/office/drawing/2014/main" id="{1B8BC2EB-E345-4207-8D96-428E55C5D2B7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42" name="Rectangle 7">
            <a:extLst>
              <a:ext uri="{FF2B5EF4-FFF2-40B4-BE49-F238E27FC236}">
                <a16:creationId xmlns:a16="http://schemas.microsoft.com/office/drawing/2014/main" id="{D38E2BCC-6763-4F93-9A27-415FB4345DA2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CD9B9FD1-100D-4C2E-9427-0CDF0A2FB98D}" type="slidenum">
              <a:rPr lang="en-US" altLang="en-US">
                <a:latin typeface="Helvetica" panose="020B0604020202020204" pitchFamily="34" charset="0"/>
              </a:rPr>
              <a:pPr/>
              <a:t>46</a:t>
            </a:fld>
            <a:endParaRPr lang="en-US" altLang="en-US">
              <a:latin typeface="Helvetica" panose="020B0604020202020204" pitchFamily="34" charset="0"/>
            </a:endParaRPr>
          </a:p>
        </p:txBody>
      </p:sp>
      <p:sp>
        <p:nvSpPr>
          <p:cNvPr id="112643" name="Rectangle 2">
            <a:extLst>
              <a:ext uri="{FF2B5EF4-FFF2-40B4-BE49-F238E27FC236}">
                <a16:creationId xmlns:a16="http://schemas.microsoft.com/office/drawing/2014/main" id="{4627EDFF-B8C3-4BDD-9F08-8EF15D1B487E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12644" name="Rectangle 3">
            <a:extLst>
              <a:ext uri="{FF2B5EF4-FFF2-40B4-BE49-F238E27FC236}">
                <a16:creationId xmlns:a16="http://schemas.microsoft.com/office/drawing/2014/main" id="{727F1191-666F-4ECF-896F-F12B93A3AAB6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666" name="Rectangle 7">
            <a:extLst>
              <a:ext uri="{FF2B5EF4-FFF2-40B4-BE49-F238E27FC236}">
                <a16:creationId xmlns:a16="http://schemas.microsoft.com/office/drawing/2014/main" id="{395AA5DD-A159-4BC8-B0B4-62C228F8A839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94A29CC0-F102-4AA1-A9A2-5E8696EDCEA1}" type="slidenum">
              <a:rPr lang="en-US" altLang="en-US">
                <a:latin typeface="Helvetica" panose="020B0604020202020204" pitchFamily="34" charset="0"/>
              </a:rPr>
              <a:pPr/>
              <a:t>47</a:t>
            </a:fld>
            <a:endParaRPr lang="en-US" altLang="en-US">
              <a:latin typeface="Helvetica" panose="020B0604020202020204" pitchFamily="34" charset="0"/>
            </a:endParaRPr>
          </a:p>
        </p:txBody>
      </p:sp>
      <p:sp>
        <p:nvSpPr>
          <p:cNvPr id="113667" name="Rectangle 2">
            <a:extLst>
              <a:ext uri="{FF2B5EF4-FFF2-40B4-BE49-F238E27FC236}">
                <a16:creationId xmlns:a16="http://schemas.microsoft.com/office/drawing/2014/main" id="{72118A2F-2588-4308-98F3-4C540E01943B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13668" name="Rectangle 3">
            <a:extLst>
              <a:ext uri="{FF2B5EF4-FFF2-40B4-BE49-F238E27FC236}">
                <a16:creationId xmlns:a16="http://schemas.microsoft.com/office/drawing/2014/main" id="{D0D00539-4C19-4343-8F60-D0ECE1BCE748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690" name="Rectangle 7">
            <a:extLst>
              <a:ext uri="{FF2B5EF4-FFF2-40B4-BE49-F238E27FC236}">
                <a16:creationId xmlns:a16="http://schemas.microsoft.com/office/drawing/2014/main" id="{2869BB6A-A424-4A9F-8F08-9E5CED4A3628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3027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FAD26438-1D7C-4B65-BD22-47AB5585AE9F}" type="slidenum">
              <a:rPr lang="en-US" altLang="en-US">
                <a:latin typeface="Helvetica" panose="020B0604020202020204" pitchFamily="34" charset="0"/>
              </a:rPr>
              <a:pPr/>
              <a:t>48</a:t>
            </a:fld>
            <a:endParaRPr lang="en-US" altLang="en-US">
              <a:latin typeface="Helvetica" panose="020B0604020202020204" pitchFamily="34" charset="0"/>
            </a:endParaRPr>
          </a:p>
        </p:txBody>
      </p:sp>
      <p:sp>
        <p:nvSpPr>
          <p:cNvPr id="114691" name="Rectangle 2">
            <a:extLst>
              <a:ext uri="{FF2B5EF4-FFF2-40B4-BE49-F238E27FC236}">
                <a16:creationId xmlns:a16="http://schemas.microsoft.com/office/drawing/2014/main" id="{7C562C5D-B6F1-410C-9C15-862B61F47EFB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14692" name="Rectangle 3">
            <a:extLst>
              <a:ext uri="{FF2B5EF4-FFF2-40B4-BE49-F238E27FC236}">
                <a16:creationId xmlns:a16="http://schemas.microsoft.com/office/drawing/2014/main" id="{CCCFBF8B-BAA5-4791-B56F-89AE8DECAA87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306" name="Rectangle 7">
            <a:extLst>
              <a:ext uri="{FF2B5EF4-FFF2-40B4-BE49-F238E27FC236}">
                <a16:creationId xmlns:a16="http://schemas.microsoft.com/office/drawing/2014/main" id="{0E5A2BF5-BEE6-056F-3ED2-6F2592332DD8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37931725" indent="-37474525" defTabSz="966788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66788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66788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66788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958A5CD6-77BA-4234-9480-2DB311943169}" type="slidenum">
              <a:rPr lang="ar-SA" altLang="en-US">
                <a:latin typeface="Helvetica" panose="020B0604020202020204" pitchFamily="34" charset="0"/>
              </a:rPr>
              <a:pPr/>
              <a:t>49</a:t>
            </a:fld>
            <a:endParaRPr lang="en-US" altLang="zh-TW">
              <a:latin typeface="Helvetica" panose="020B0604020202020204" pitchFamily="34" charset="0"/>
            </a:endParaRPr>
          </a:p>
        </p:txBody>
      </p:sp>
      <p:sp>
        <p:nvSpPr>
          <p:cNvPr id="98307" name="Rectangle 2">
            <a:extLst>
              <a:ext uri="{FF2B5EF4-FFF2-40B4-BE49-F238E27FC236}">
                <a16:creationId xmlns:a16="http://schemas.microsoft.com/office/drawing/2014/main" id="{BA0B5CA8-839B-03CF-94F9-7DE1E4BC5651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8308" name="Rectangle 3">
            <a:extLst>
              <a:ext uri="{FF2B5EF4-FFF2-40B4-BE49-F238E27FC236}">
                <a16:creationId xmlns:a16="http://schemas.microsoft.com/office/drawing/2014/main" id="{CB8B1D54-919E-E166-059E-31F100795B0D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zh-TW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354" name="Rectangle 7">
            <a:extLst>
              <a:ext uri="{FF2B5EF4-FFF2-40B4-BE49-F238E27FC236}">
                <a16:creationId xmlns:a16="http://schemas.microsoft.com/office/drawing/2014/main" id="{1E0E76F9-46FA-659F-6894-58687B2D1CE1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37931725" indent="-37474525" defTabSz="966788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66788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66788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66788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E607A171-BFAE-427F-8B6E-95479F9079DD}" type="slidenum">
              <a:rPr lang="ar-SA" altLang="en-US">
                <a:latin typeface="Helvetica" panose="020B0604020202020204" pitchFamily="34" charset="0"/>
              </a:rPr>
              <a:pPr/>
              <a:t>50</a:t>
            </a:fld>
            <a:endParaRPr lang="en-US" altLang="zh-TW">
              <a:latin typeface="Helvetica" panose="020B0604020202020204" pitchFamily="34" charset="0"/>
            </a:endParaRPr>
          </a:p>
        </p:txBody>
      </p:sp>
      <p:sp>
        <p:nvSpPr>
          <p:cNvPr id="100355" name="Rectangle 2">
            <a:extLst>
              <a:ext uri="{FF2B5EF4-FFF2-40B4-BE49-F238E27FC236}">
                <a16:creationId xmlns:a16="http://schemas.microsoft.com/office/drawing/2014/main" id="{C13EA159-D581-D313-C421-97CAA87C2E7D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00356" name="Rectangle 3">
            <a:extLst>
              <a:ext uri="{FF2B5EF4-FFF2-40B4-BE49-F238E27FC236}">
                <a16:creationId xmlns:a16="http://schemas.microsoft.com/office/drawing/2014/main" id="{9A517213-6412-12E7-7DC5-82AB9167B9E8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zh-TW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02" name="Rectangle 7">
            <a:extLst>
              <a:ext uri="{FF2B5EF4-FFF2-40B4-BE49-F238E27FC236}">
                <a16:creationId xmlns:a16="http://schemas.microsoft.com/office/drawing/2014/main" id="{E2102DB3-4042-4683-B690-438465EA97CD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37931725" indent="-37474525" defTabSz="966788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66788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66788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66788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17066EB7-AE93-41E1-8795-877693D3B66D}" type="slidenum">
              <a:rPr lang="ar-SA" altLang="en-US">
                <a:latin typeface="Helvetica" panose="020B0604020202020204" pitchFamily="34" charset="0"/>
              </a:rPr>
              <a:pPr/>
              <a:t>51</a:t>
            </a:fld>
            <a:endParaRPr lang="en-US" altLang="zh-TW">
              <a:latin typeface="Helvetica" panose="020B0604020202020204" pitchFamily="34" charset="0"/>
            </a:endParaRPr>
          </a:p>
        </p:txBody>
      </p:sp>
      <p:sp>
        <p:nvSpPr>
          <p:cNvPr id="102403" name="Rectangle 2">
            <a:extLst>
              <a:ext uri="{FF2B5EF4-FFF2-40B4-BE49-F238E27FC236}">
                <a16:creationId xmlns:a16="http://schemas.microsoft.com/office/drawing/2014/main" id="{90FBA031-356A-02E7-A0EB-73BBFED8FD6C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02404" name="Rectangle 3">
            <a:extLst>
              <a:ext uri="{FF2B5EF4-FFF2-40B4-BE49-F238E27FC236}">
                <a16:creationId xmlns:a16="http://schemas.microsoft.com/office/drawing/2014/main" id="{A5A89020-A43E-A84E-B11E-E6E5BAD72C97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zh-TW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450" name="Rectangle 7">
            <a:extLst>
              <a:ext uri="{FF2B5EF4-FFF2-40B4-BE49-F238E27FC236}">
                <a16:creationId xmlns:a16="http://schemas.microsoft.com/office/drawing/2014/main" id="{C708AE7C-EFFD-508D-1547-430A5F8BAB38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37931725" indent="-37474525" defTabSz="966788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66788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66788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66788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CD728993-1EE3-4DF3-B975-3EA5A7DC97E7}" type="slidenum">
              <a:rPr lang="ar-SA" altLang="en-US">
                <a:latin typeface="Helvetica" panose="020B0604020202020204" pitchFamily="34" charset="0"/>
              </a:rPr>
              <a:pPr/>
              <a:t>52</a:t>
            </a:fld>
            <a:endParaRPr lang="en-US" altLang="zh-TW">
              <a:latin typeface="Helvetica" panose="020B0604020202020204" pitchFamily="34" charset="0"/>
            </a:endParaRPr>
          </a:p>
        </p:txBody>
      </p:sp>
      <p:sp>
        <p:nvSpPr>
          <p:cNvPr id="104451" name="Rectangle 2">
            <a:extLst>
              <a:ext uri="{FF2B5EF4-FFF2-40B4-BE49-F238E27FC236}">
                <a16:creationId xmlns:a16="http://schemas.microsoft.com/office/drawing/2014/main" id="{A791C4DA-19E3-C658-DBB0-97467477284B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04452" name="Rectangle 3">
            <a:extLst>
              <a:ext uri="{FF2B5EF4-FFF2-40B4-BE49-F238E27FC236}">
                <a16:creationId xmlns:a16="http://schemas.microsoft.com/office/drawing/2014/main" id="{48571EB0-8373-B813-AD09-AA396AB87D81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zh-TW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498" name="Rectangle 7">
            <a:extLst>
              <a:ext uri="{FF2B5EF4-FFF2-40B4-BE49-F238E27FC236}">
                <a16:creationId xmlns:a16="http://schemas.microsoft.com/office/drawing/2014/main" id="{011AD127-4F91-E870-C705-BE82664DFF50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37931725" indent="-37474525" defTabSz="966788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66788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66788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66788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4AD27B44-043B-4EEB-9C24-1C280D6A5E10}" type="slidenum">
              <a:rPr lang="ar-SA" altLang="en-US">
                <a:latin typeface="Helvetica" panose="020B0604020202020204" pitchFamily="34" charset="0"/>
              </a:rPr>
              <a:pPr/>
              <a:t>53</a:t>
            </a:fld>
            <a:endParaRPr lang="en-US" altLang="zh-TW">
              <a:latin typeface="Helvetica" panose="020B0604020202020204" pitchFamily="34" charset="0"/>
            </a:endParaRPr>
          </a:p>
        </p:txBody>
      </p:sp>
      <p:sp>
        <p:nvSpPr>
          <p:cNvPr id="106499" name="Rectangle 2">
            <a:extLst>
              <a:ext uri="{FF2B5EF4-FFF2-40B4-BE49-F238E27FC236}">
                <a16:creationId xmlns:a16="http://schemas.microsoft.com/office/drawing/2014/main" id="{807C0DB5-546B-C546-A5E7-FA682E088845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06500" name="Rectangle 3">
            <a:extLst>
              <a:ext uri="{FF2B5EF4-FFF2-40B4-BE49-F238E27FC236}">
                <a16:creationId xmlns:a16="http://schemas.microsoft.com/office/drawing/2014/main" id="{BD4ACB9A-184E-1A9F-5B1D-3C04EEE3C19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zh-TW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546" name="Rectangle 7">
            <a:extLst>
              <a:ext uri="{FF2B5EF4-FFF2-40B4-BE49-F238E27FC236}">
                <a16:creationId xmlns:a16="http://schemas.microsoft.com/office/drawing/2014/main" id="{E8EC6C0A-201C-091E-4F93-437A5B4BB3CF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37931725" indent="-37474525" defTabSz="966788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66788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66788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66788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131EEE1C-2C7C-4F23-B0F6-5D895AC2E3ED}" type="slidenum">
              <a:rPr lang="ar-SA" altLang="en-US">
                <a:latin typeface="Helvetica" panose="020B0604020202020204" pitchFamily="34" charset="0"/>
              </a:rPr>
              <a:pPr/>
              <a:t>54</a:t>
            </a:fld>
            <a:endParaRPr lang="en-US" altLang="zh-TW">
              <a:latin typeface="Helvetica" panose="020B0604020202020204" pitchFamily="34" charset="0"/>
            </a:endParaRPr>
          </a:p>
        </p:txBody>
      </p:sp>
      <p:sp>
        <p:nvSpPr>
          <p:cNvPr id="108547" name="Rectangle 2">
            <a:extLst>
              <a:ext uri="{FF2B5EF4-FFF2-40B4-BE49-F238E27FC236}">
                <a16:creationId xmlns:a16="http://schemas.microsoft.com/office/drawing/2014/main" id="{B82E929D-EB8C-FCFD-88FE-698105AFD35D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08548" name="Rectangle 3">
            <a:extLst>
              <a:ext uri="{FF2B5EF4-FFF2-40B4-BE49-F238E27FC236}">
                <a16:creationId xmlns:a16="http://schemas.microsoft.com/office/drawing/2014/main" id="{5C546108-755D-8315-0446-7B0CF5C8418D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zh-TW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594" name="Rectangle 7">
            <a:extLst>
              <a:ext uri="{FF2B5EF4-FFF2-40B4-BE49-F238E27FC236}">
                <a16:creationId xmlns:a16="http://schemas.microsoft.com/office/drawing/2014/main" id="{4A9012B4-6EEC-CACC-2A22-C2C2B55D473A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37931725" indent="-37474525" defTabSz="966788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66788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66788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66788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3BA80299-B452-4469-B340-D12217357F0A}" type="slidenum">
              <a:rPr lang="ar-SA" altLang="en-US">
                <a:latin typeface="Helvetica" panose="020B0604020202020204" pitchFamily="34" charset="0"/>
              </a:rPr>
              <a:pPr/>
              <a:t>55</a:t>
            </a:fld>
            <a:endParaRPr lang="en-US" altLang="zh-TW">
              <a:latin typeface="Helvetica" panose="020B0604020202020204" pitchFamily="34" charset="0"/>
            </a:endParaRPr>
          </a:p>
        </p:txBody>
      </p:sp>
      <p:sp>
        <p:nvSpPr>
          <p:cNvPr id="110595" name="Rectangle 2">
            <a:extLst>
              <a:ext uri="{FF2B5EF4-FFF2-40B4-BE49-F238E27FC236}">
                <a16:creationId xmlns:a16="http://schemas.microsoft.com/office/drawing/2014/main" id="{0D44DA1C-2F51-B57F-0B2B-A85EEF4B76B1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10596" name="Rectangle 3">
            <a:extLst>
              <a:ext uri="{FF2B5EF4-FFF2-40B4-BE49-F238E27FC236}">
                <a16:creationId xmlns:a16="http://schemas.microsoft.com/office/drawing/2014/main" id="{390A424E-0113-C312-2B47-BE299F7E7C06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zh-TW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42" name="Rectangle 7">
            <a:extLst>
              <a:ext uri="{FF2B5EF4-FFF2-40B4-BE49-F238E27FC236}">
                <a16:creationId xmlns:a16="http://schemas.microsoft.com/office/drawing/2014/main" id="{1DB264C3-5A98-166E-AADA-DB23325F95B3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66788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37931725" indent="-37474525" defTabSz="966788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 defTabSz="966788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 defTabSz="966788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 defTabSz="966788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defTabSz="96678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fld id="{37B446A8-6893-481D-B52A-1D2B188C71E4}" type="slidenum">
              <a:rPr lang="ar-SA" altLang="en-US">
                <a:latin typeface="Helvetica" panose="020B0604020202020204" pitchFamily="34" charset="0"/>
              </a:rPr>
              <a:pPr/>
              <a:t>56</a:t>
            </a:fld>
            <a:endParaRPr lang="en-US" altLang="zh-TW">
              <a:latin typeface="Helvetica" panose="020B0604020202020204" pitchFamily="34" charset="0"/>
            </a:endParaRPr>
          </a:p>
        </p:txBody>
      </p:sp>
      <p:sp>
        <p:nvSpPr>
          <p:cNvPr id="112643" name="Rectangle 2">
            <a:extLst>
              <a:ext uri="{FF2B5EF4-FFF2-40B4-BE49-F238E27FC236}">
                <a16:creationId xmlns:a16="http://schemas.microsoft.com/office/drawing/2014/main" id="{CF322C3A-49B1-FFC0-AD8F-D00E3D5E5FF1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12644" name="Rectangle 3">
            <a:extLst>
              <a:ext uri="{FF2B5EF4-FFF2-40B4-BE49-F238E27FC236}">
                <a16:creationId xmlns:a16="http://schemas.microsoft.com/office/drawing/2014/main" id="{70AC8DC1-AB0C-6919-AD14-B989EABE8B92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zh-TW" altLang="en-US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3">
            <a:extLst>
              <a:ext uri="{FF2B5EF4-FFF2-40B4-BE49-F238E27FC236}">
                <a16:creationId xmlns:a16="http://schemas.microsoft.com/office/drawing/2014/main" id="{2CCE4291-D714-4279-B2A7-8F16FBBE1455}"/>
              </a:ext>
            </a:extLst>
          </p:cNvPr>
          <p:cNvGrpSpPr>
            <a:grpSpLocks/>
          </p:cNvGrpSpPr>
          <p:nvPr/>
        </p:nvGrpSpPr>
        <p:grpSpPr bwMode="auto">
          <a:xfrm>
            <a:off x="198438" y="2960688"/>
            <a:ext cx="8610600" cy="201612"/>
            <a:chOff x="125" y="1865"/>
            <a:chExt cx="5424" cy="127"/>
          </a:xfrm>
        </p:grpSpPr>
        <p:sp>
          <p:nvSpPr>
            <p:cNvPr id="4" name="Rectangle 4">
              <a:extLst>
                <a:ext uri="{FF2B5EF4-FFF2-40B4-BE49-F238E27FC236}">
                  <a16:creationId xmlns:a16="http://schemas.microsoft.com/office/drawing/2014/main" id="{67EC0B7F-4FC3-4478-9027-E8EE05E80D7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25" y="1865"/>
              <a:ext cx="1808" cy="127"/>
            </a:xfrm>
            <a:prstGeom prst="rect">
              <a:avLst/>
            </a:prstGeom>
            <a:solidFill>
              <a:srgbClr val="336699"/>
            </a:solidFill>
            <a:ln>
              <a:noFill/>
            </a:ln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Verdana" pitchFamily="34" charset="0"/>
                  <a:ea typeface="MS PGothic" pitchFamily="34" charset="-128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Verdana" pitchFamily="34" charset="0"/>
                  <a:ea typeface="MS PGothic" pitchFamily="34" charset="-128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Verdana" pitchFamily="34" charset="0"/>
                  <a:ea typeface="MS PGothic" pitchFamily="34" charset="-128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Verdana" pitchFamily="34" charset="0"/>
                  <a:ea typeface="MS PGothic" pitchFamily="34" charset="-128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Verdana" pitchFamily="34" charset="0"/>
                  <a:ea typeface="MS PGothic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itchFamily="34" charset="0"/>
                  <a:ea typeface="MS PGothic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itchFamily="34" charset="0"/>
                  <a:ea typeface="MS PGothic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itchFamily="34" charset="0"/>
                  <a:ea typeface="MS PGothic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itchFamily="34" charset="0"/>
                  <a:ea typeface="MS PGothic" pitchFamily="34" charset="-128"/>
                </a:defRPr>
              </a:lvl9pPr>
            </a:lstStyle>
            <a:p>
              <a:pPr>
                <a:defRPr/>
              </a:pPr>
              <a:endParaRPr lang="en-US" altLang="en-US"/>
            </a:p>
          </p:txBody>
        </p:sp>
        <p:sp>
          <p:nvSpPr>
            <p:cNvPr id="5" name="Rectangle 5">
              <a:extLst>
                <a:ext uri="{FF2B5EF4-FFF2-40B4-BE49-F238E27FC236}">
                  <a16:creationId xmlns:a16="http://schemas.microsoft.com/office/drawing/2014/main" id="{D2D394CA-65D6-4B9E-8B3A-820F32DF20C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933" y="1865"/>
              <a:ext cx="1808" cy="127"/>
            </a:xfrm>
            <a:prstGeom prst="rect">
              <a:avLst/>
            </a:prstGeom>
            <a:solidFill>
              <a:srgbClr val="99CCFF"/>
            </a:solidFill>
            <a:ln>
              <a:noFill/>
            </a:ln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Verdana" pitchFamily="34" charset="0"/>
                  <a:ea typeface="MS PGothic" pitchFamily="34" charset="-128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Verdana" pitchFamily="34" charset="0"/>
                  <a:ea typeface="MS PGothic" pitchFamily="34" charset="-128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Verdana" pitchFamily="34" charset="0"/>
                  <a:ea typeface="MS PGothic" pitchFamily="34" charset="-128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Verdana" pitchFamily="34" charset="0"/>
                  <a:ea typeface="MS PGothic" pitchFamily="34" charset="-128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Verdana" pitchFamily="34" charset="0"/>
                  <a:ea typeface="MS PGothic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itchFamily="34" charset="0"/>
                  <a:ea typeface="MS PGothic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itchFamily="34" charset="0"/>
                  <a:ea typeface="MS PGothic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itchFamily="34" charset="0"/>
                  <a:ea typeface="MS PGothic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itchFamily="34" charset="0"/>
                  <a:ea typeface="MS PGothic" pitchFamily="34" charset="-128"/>
                </a:defRPr>
              </a:lvl9pPr>
            </a:lstStyle>
            <a:p>
              <a:pPr>
                <a:defRPr/>
              </a:pPr>
              <a:endParaRPr lang="en-US" altLang="en-US"/>
            </a:p>
          </p:txBody>
        </p:sp>
        <p:sp>
          <p:nvSpPr>
            <p:cNvPr id="6" name="Rectangle 6">
              <a:extLst>
                <a:ext uri="{FF2B5EF4-FFF2-40B4-BE49-F238E27FC236}">
                  <a16:creationId xmlns:a16="http://schemas.microsoft.com/office/drawing/2014/main" id="{DB53706C-F40D-4391-BED3-927BEFA5454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741" y="1865"/>
              <a:ext cx="1808" cy="127"/>
            </a:xfrm>
            <a:prstGeom prst="rect">
              <a:avLst/>
            </a:prstGeom>
            <a:solidFill>
              <a:srgbClr val="336699"/>
            </a:solidFill>
            <a:ln>
              <a:noFill/>
            </a:ln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Verdana" pitchFamily="34" charset="0"/>
                  <a:ea typeface="MS PGothic" pitchFamily="34" charset="-128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Verdana" pitchFamily="34" charset="0"/>
                  <a:ea typeface="MS PGothic" pitchFamily="34" charset="-128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Verdana" pitchFamily="34" charset="0"/>
                  <a:ea typeface="MS PGothic" pitchFamily="34" charset="-128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Verdana" pitchFamily="34" charset="0"/>
                  <a:ea typeface="MS PGothic" pitchFamily="34" charset="-128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Verdana" pitchFamily="34" charset="0"/>
                  <a:ea typeface="MS PGothic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itchFamily="34" charset="0"/>
                  <a:ea typeface="MS PGothic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itchFamily="34" charset="0"/>
                  <a:ea typeface="MS PGothic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itchFamily="34" charset="0"/>
                  <a:ea typeface="MS PGothic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itchFamily="34" charset="0"/>
                  <a:ea typeface="MS PGothic" pitchFamily="34" charset="-128"/>
                </a:defRPr>
              </a:lvl9pPr>
            </a:lstStyle>
            <a:p>
              <a:pPr>
                <a:defRPr/>
              </a:pPr>
              <a:endParaRPr lang="en-US" altLang="en-US"/>
            </a:p>
          </p:txBody>
        </p:sp>
      </p:grpSp>
      <p:sp>
        <p:nvSpPr>
          <p:cNvPr id="7" name="Text Box 7">
            <a:extLst>
              <a:ext uri="{FF2B5EF4-FFF2-40B4-BE49-F238E27FC236}">
                <a16:creationId xmlns:a16="http://schemas.microsoft.com/office/drawing/2014/main" id="{3DBF7E6E-01C9-4F8E-8169-2A534741B1B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489700" y="6588125"/>
            <a:ext cx="2713038" cy="244475"/>
          </a:xfrm>
          <a:prstGeom prst="rect">
            <a:avLst/>
          </a:prstGeom>
          <a:noFill/>
          <a:ln>
            <a:noFill/>
          </a:ln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9pPr>
          </a:lstStyle>
          <a:p>
            <a:pPr algn="ctr">
              <a:spcBef>
                <a:spcPct val="50000"/>
              </a:spcBef>
              <a:defRPr/>
            </a:pPr>
            <a:r>
              <a:rPr lang="en-US" altLang="en-US" sz="1000" b="1" dirty="0">
                <a:solidFill>
                  <a:srgbClr val="336699"/>
                </a:solidFill>
                <a:latin typeface="Helvetica" pitchFamily="-84" charset="0"/>
              </a:rPr>
              <a:t>Silberschatz, Galvin and Gagne ©2018</a:t>
            </a:r>
          </a:p>
        </p:txBody>
      </p:sp>
      <p:sp>
        <p:nvSpPr>
          <p:cNvPr id="8" name="Text Box 8">
            <a:extLst>
              <a:ext uri="{FF2B5EF4-FFF2-40B4-BE49-F238E27FC236}">
                <a16:creationId xmlns:a16="http://schemas.microsoft.com/office/drawing/2014/main" id="{40A712DA-57B7-4C35-AF2D-585D6C4CA1F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6988" y="6613525"/>
            <a:ext cx="2730500" cy="246063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9pPr>
          </a:lstStyle>
          <a:p>
            <a:pPr>
              <a:spcBef>
                <a:spcPct val="50000"/>
              </a:spcBef>
              <a:defRPr/>
            </a:pPr>
            <a:r>
              <a:rPr lang="en-US" altLang="en-US" sz="1000" b="1" dirty="0">
                <a:solidFill>
                  <a:srgbClr val="336699"/>
                </a:solidFill>
                <a:latin typeface="Helvetica" pitchFamily="-84" charset="0"/>
              </a:rPr>
              <a:t>Operating System Concepts – 10</a:t>
            </a:r>
            <a:r>
              <a:rPr lang="en-US" altLang="en-US" sz="1000" b="1" baseline="30000" dirty="0">
                <a:solidFill>
                  <a:srgbClr val="336699"/>
                </a:solidFill>
                <a:latin typeface="Helvetica" pitchFamily="-84" charset="0"/>
              </a:rPr>
              <a:t>th</a:t>
            </a:r>
            <a:r>
              <a:rPr lang="en-US" altLang="en-US" sz="1000" b="1" dirty="0">
                <a:solidFill>
                  <a:srgbClr val="336699"/>
                </a:solidFill>
                <a:latin typeface="Helvetica" pitchFamily="-84" charset="0"/>
              </a:rPr>
              <a:t> Edition</a:t>
            </a:r>
          </a:p>
        </p:txBody>
      </p:sp>
      <p:pic>
        <p:nvPicPr>
          <p:cNvPr id="9" name="Picture 9" descr="dino_4">
            <a:extLst>
              <a:ext uri="{FF2B5EF4-FFF2-40B4-BE49-F238E27FC236}">
                <a16:creationId xmlns:a16="http://schemas.microsoft.com/office/drawing/2014/main" id="{23FF6E01-B082-4987-9C4A-C0A440FA87C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360738" y="4157663"/>
            <a:ext cx="2062162" cy="1593850"/>
          </a:xfrm>
          <a:prstGeom prst="rect">
            <a:avLst/>
          </a:prstGeom>
          <a:noFill/>
          <a:ln w="76200">
            <a:solidFill>
              <a:srgbClr val="336699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" name="Rectangle 10">
            <a:extLst>
              <a:ext uri="{FF2B5EF4-FFF2-40B4-BE49-F238E27FC236}">
                <a16:creationId xmlns:a16="http://schemas.microsoft.com/office/drawing/2014/main" id="{F35C5DFA-BB79-4089-88B7-D92F5341E6A5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24213" y="4006850"/>
            <a:ext cx="2336800" cy="1887538"/>
          </a:xfrm>
          <a:prstGeom prst="rect">
            <a:avLst/>
          </a:prstGeom>
          <a:noFill/>
          <a:ln w="57150" cmpd="thinThick">
            <a:solidFill>
              <a:srgbClr val="66CCFF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9pPr>
          </a:lstStyle>
          <a:p>
            <a:pPr>
              <a:defRPr/>
            </a:pPr>
            <a:endParaRPr lang="en-US" altLang="en-US"/>
          </a:p>
        </p:txBody>
      </p:sp>
      <p:sp>
        <p:nvSpPr>
          <p:cNvPr id="152578" name="Rectangle 2"/>
          <p:cNvSpPr>
            <a:spLocks noGrp="1" noChangeArrowheads="1"/>
          </p:cNvSpPr>
          <p:nvPr>
            <p:ph type="ctrTitle"/>
          </p:nvPr>
        </p:nvSpPr>
        <p:spPr>
          <a:xfrm>
            <a:off x="685800" y="685800"/>
            <a:ext cx="7772400" cy="2127250"/>
          </a:xfrm>
        </p:spPr>
        <p:txBody>
          <a:bodyPr/>
          <a:lstStyle>
            <a:lvl1pPr>
              <a:defRPr sz="4300"/>
            </a:lvl1pPr>
          </a:lstStyle>
          <a:p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68845925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40984808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59751320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06450" y="1233488"/>
            <a:ext cx="4038600" cy="4530725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997450" y="1233488"/>
            <a:ext cx="4038600" cy="4530725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70356948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65573514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154575893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0427615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08852041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85690645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9893340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891338" y="277813"/>
            <a:ext cx="2144712" cy="54864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7813"/>
            <a:ext cx="6281738" cy="548640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47233253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e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2.jpe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dino_3">
            <a:extLst>
              <a:ext uri="{FF2B5EF4-FFF2-40B4-BE49-F238E27FC236}">
                <a16:creationId xmlns:a16="http://schemas.microsoft.com/office/drawing/2014/main" id="{1AB84DD3-4A46-4765-841C-BF9DFC0870A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5750" y="0"/>
            <a:ext cx="1195388" cy="908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027" name="Rectangle 3">
            <a:extLst>
              <a:ext uri="{FF2B5EF4-FFF2-40B4-BE49-F238E27FC236}">
                <a16:creationId xmlns:a16="http://schemas.microsoft.com/office/drawing/2014/main" id="{8B8B9C40-FB55-4BC1-9678-A5A9E978A91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233853"/>
            <a:ext cx="8229600" cy="5762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 dirty="0"/>
              <a:t>Click to edit Master title style</a:t>
            </a:r>
          </a:p>
        </p:txBody>
      </p:sp>
      <p:sp>
        <p:nvSpPr>
          <p:cNvPr id="1028" name="Rectangle 4">
            <a:extLst>
              <a:ext uri="{FF2B5EF4-FFF2-40B4-BE49-F238E27FC236}">
                <a16:creationId xmlns:a16="http://schemas.microsoft.com/office/drawing/2014/main" id="{9E491697-DEDE-4F27-95FC-692C936D7A56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806450" y="1233488"/>
            <a:ext cx="7727950" cy="45307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 dirty="0"/>
              <a:t>Click to edit Master text styles</a:t>
            </a:r>
          </a:p>
          <a:p>
            <a:pPr lvl="1"/>
            <a:r>
              <a:rPr lang="en-US" altLang="en-US" dirty="0"/>
              <a:t>Second level</a:t>
            </a:r>
          </a:p>
          <a:p>
            <a:pPr lvl="2"/>
            <a:r>
              <a:rPr lang="en-US" altLang="en-US" dirty="0"/>
              <a:t>Third level</a:t>
            </a:r>
          </a:p>
          <a:p>
            <a:pPr lvl="3"/>
            <a:r>
              <a:rPr lang="en-US" altLang="en-US" dirty="0"/>
              <a:t>Fourth level</a:t>
            </a:r>
          </a:p>
          <a:p>
            <a:pPr lvl="4"/>
            <a:r>
              <a:rPr lang="en-US" altLang="en-US" dirty="0"/>
              <a:t>Fifth level</a:t>
            </a:r>
          </a:p>
        </p:txBody>
      </p:sp>
      <p:sp>
        <p:nvSpPr>
          <p:cNvPr id="1029" name="Rectangle 5">
            <a:extLst>
              <a:ext uri="{FF2B5EF4-FFF2-40B4-BE49-F238E27FC236}">
                <a16:creationId xmlns:a16="http://schemas.microsoft.com/office/drawing/2014/main" id="{E35AC41D-CD6D-4AA1-A267-3D1BBA2D3828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228600" cy="2286000"/>
          </a:xfrm>
          <a:prstGeom prst="rect">
            <a:avLst/>
          </a:prstGeom>
          <a:solidFill>
            <a:srgbClr val="336699"/>
          </a:solidFill>
          <a:ln>
            <a:noFill/>
          </a:ln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9pPr>
          </a:lstStyle>
          <a:p>
            <a:pPr algn="ctr" eaLnBrk="1" hangingPunct="1">
              <a:defRPr/>
            </a:pPr>
            <a:endParaRPr lang="en-US" altLang="en-US" sz="2400">
              <a:latin typeface="Times New Roman" pitchFamily="18" charset="0"/>
            </a:endParaRPr>
          </a:p>
        </p:txBody>
      </p:sp>
      <p:sp>
        <p:nvSpPr>
          <p:cNvPr id="1030" name="Line 6">
            <a:extLst>
              <a:ext uri="{FF2B5EF4-FFF2-40B4-BE49-F238E27FC236}">
                <a16:creationId xmlns:a16="http://schemas.microsoft.com/office/drawing/2014/main" id="{82C41C68-24EF-44DE-8ADF-448757180CE8}"/>
              </a:ext>
            </a:extLst>
          </p:cNvPr>
          <p:cNvSpPr>
            <a:spLocks noChangeShapeType="1"/>
          </p:cNvSpPr>
          <p:nvPr/>
        </p:nvSpPr>
        <p:spPr bwMode="auto">
          <a:xfrm>
            <a:off x="457200" y="860425"/>
            <a:ext cx="8077200" cy="0"/>
          </a:xfrm>
          <a:prstGeom prst="line">
            <a:avLst/>
          </a:prstGeom>
          <a:noFill/>
          <a:ln w="19050">
            <a:solidFill>
              <a:srgbClr val="336699"/>
            </a:solidFill>
            <a:round/>
            <a:headEnd/>
            <a:tailEnd/>
          </a:ln>
        </p:spPr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1031" name="Rectangle 7">
            <a:extLst>
              <a:ext uri="{FF2B5EF4-FFF2-40B4-BE49-F238E27FC236}">
                <a16:creationId xmlns:a16="http://schemas.microsoft.com/office/drawing/2014/main" id="{4DE0286C-F756-496E-ABEB-5613EE236414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2286000"/>
            <a:ext cx="228600" cy="2286000"/>
          </a:xfrm>
          <a:prstGeom prst="rect">
            <a:avLst/>
          </a:prstGeom>
          <a:solidFill>
            <a:srgbClr val="99CCFF"/>
          </a:solidFill>
          <a:ln>
            <a:noFill/>
          </a:ln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9pPr>
          </a:lstStyle>
          <a:p>
            <a:pPr algn="ctr" eaLnBrk="1" hangingPunct="1">
              <a:defRPr/>
            </a:pPr>
            <a:endParaRPr lang="en-US" altLang="en-US" sz="2400">
              <a:latin typeface="Times New Roman" pitchFamily="18" charset="0"/>
            </a:endParaRPr>
          </a:p>
        </p:txBody>
      </p:sp>
      <p:sp>
        <p:nvSpPr>
          <p:cNvPr id="1032" name="Rectangle 8">
            <a:extLst>
              <a:ext uri="{FF2B5EF4-FFF2-40B4-BE49-F238E27FC236}">
                <a16:creationId xmlns:a16="http://schemas.microsoft.com/office/drawing/2014/main" id="{18630376-BF82-4C11-BC51-C4D2919A3EA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4572000"/>
            <a:ext cx="228600" cy="2286000"/>
          </a:xfrm>
          <a:prstGeom prst="rect">
            <a:avLst/>
          </a:prstGeom>
          <a:solidFill>
            <a:srgbClr val="336699"/>
          </a:solidFill>
          <a:ln>
            <a:noFill/>
          </a:ln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9pPr>
          </a:lstStyle>
          <a:p>
            <a:pPr algn="ctr" eaLnBrk="1" hangingPunct="1">
              <a:defRPr/>
            </a:pPr>
            <a:endParaRPr lang="en-US" altLang="en-US" sz="2400">
              <a:latin typeface="Times New Roman" pitchFamily="18" charset="0"/>
            </a:endParaRPr>
          </a:p>
        </p:txBody>
      </p:sp>
      <p:sp>
        <p:nvSpPr>
          <p:cNvPr id="1033" name="Text Box 9">
            <a:extLst>
              <a:ext uri="{FF2B5EF4-FFF2-40B4-BE49-F238E27FC236}">
                <a16:creationId xmlns:a16="http://schemas.microsoft.com/office/drawing/2014/main" id="{7051F425-51BF-47D4-98B0-661C9EA6746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256088" y="6613525"/>
            <a:ext cx="447675" cy="246063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pPr algn="ctr">
              <a:spcBef>
                <a:spcPct val="50000"/>
              </a:spcBef>
            </a:pPr>
            <a:r>
              <a:rPr lang="en-US" altLang="en-US" sz="1000" b="1">
                <a:solidFill>
                  <a:srgbClr val="006699"/>
                </a:solidFill>
                <a:latin typeface="Helvetica" panose="020B0604020202020204" pitchFamily="34" charset="0"/>
              </a:rPr>
              <a:t>9.</a:t>
            </a:r>
            <a:fld id="{A1B636A9-AB21-4ABC-8AA3-56D421424B49}" type="slidenum">
              <a:rPr lang="en-US" altLang="en-US" sz="1000" b="1">
                <a:solidFill>
                  <a:srgbClr val="006699"/>
                </a:solidFill>
                <a:latin typeface="Helvetica" panose="020B0604020202020204" pitchFamily="34" charset="0"/>
              </a:rPr>
              <a:pPr algn="ctr">
                <a:spcBef>
                  <a:spcPct val="50000"/>
                </a:spcBef>
              </a:pPr>
              <a:t>‹#›</a:t>
            </a:fld>
            <a:endParaRPr lang="en-US" altLang="en-US" sz="1000" b="1">
              <a:solidFill>
                <a:srgbClr val="006699"/>
              </a:solidFill>
              <a:latin typeface="Helvetica" panose="020B0604020202020204" pitchFamily="34" charset="0"/>
            </a:endParaRPr>
          </a:p>
        </p:txBody>
      </p:sp>
      <p:sp>
        <p:nvSpPr>
          <p:cNvPr id="1034" name="Text Box 10">
            <a:extLst>
              <a:ext uri="{FF2B5EF4-FFF2-40B4-BE49-F238E27FC236}">
                <a16:creationId xmlns:a16="http://schemas.microsoft.com/office/drawing/2014/main" id="{6623C3AB-13C0-4491-A41B-99C50D89DE0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489700" y="6588125"/>
            <a:ext cx="2713038" cy="244475"/>
          </a:xfrm>
          <a:prstGeom prst="rect">
            <a:avLst/>
          </a:prstGeom>
          <a:noFill/>
          <a:ln>
            <a:noFill/>
          </a:ln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9pPr>
          </a:lstStyle>
          <a:p>
            <a:pPr algn="ctr">
              <a:spcBef>
                <a:spcPct val="50000"/>
              </a:spcBef>
              <a:defRPr/>
            </a:pPr>
            <a:r>
              <a:rPr lang="en-US" altLang="en-US" sz="1000" b="1" dirty="0">
                <a:solidFill>
                  <a:srgbClr val="006699"/>
                </a:solidFill>
                <a:latin typeface="Helvetica" pitchFamily="-84" charset="0"/>
              </a:rPr>
              <a:t>Silberschatz, Galvin and Gagne ©2018</a:t>
            </a:r>
          </a:p>
        </p:txBody>
      </p:sp>
      <p:sp>
        <p:nvSpPr>
          <p:cNvPr id="1035" name="Text Box 11">
            <a:extLst>
              <a:ext uri="{FF2B5EF4-FFF2-40B4-BE49-F238E27FC236}">
                <a16:creationId xmlns:a16="http://schemas.microsoft.com/office/drawing/2014/main" id="{8853500B-FBC1-47E1-B755-E9D8F229BA1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85738" y="6621463"/>
            <a:ext cx="2730500" cy="246062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itchFamily="34" charset="0"/>
                <a:ea typeface="MS PGothic" pitchFamily="34" charset="-128"/>
              </a:defRPr>
            </a:lvl9pPr>
          </a:lstStyle>
          <a:p>
            <a:pPr>
              <a:spcBef>
                <a:spcPct val="50000"/>
              </a:spcBef>
              <a:defRPr/>
            </a:pPr>
            <a:r>
              <a:rPr lang="en-US" altLang="en-US" sz="1000" b="1" dirty="0">
                <a:solidFill>
                  <a:srgbClr val="006699"/>
                </a:solidFill>
                <a:latin typeface="Helvetica" pitchFamily="-84" charset="0"/>
              </a:rPr>
              <a:t>Operating System Concepts – 10</a:t>
            </a:r>
            <a:r>
              <a:rPr lang="en-US" altLang="en-US" sz="1000" b="1" baseline="30000" dirty="0">
                <a:solidFill>
                  <a:srgbClr val="006699"/>
                </a:solidFill>
                <a:latin typeface="Helvetica" pitchFamily="-84" charset="0"/>
              </a:rPr>
              <a:t>th</a:t>
            </a:r>
            <a:r>
              <a:rPr lang="en-US" altLang="en-US" sz="1000" b="1" dirty="0">
                <a:solidFill>
                  <a:srgbClr val="006699"/>
                </a:solidFill>
                <a:latin typeface="Helvetica" pitchFamily="-84" charset="0"/>
              </a:rPr>
              <a:t> Edition</a:t>
            </a:r>
          </a:p>
        </p:txBody>
      </p:sp>
      <p:pic>
        <p:nvPicPr>
          <p:cNvPr id="1036" name="Picture 12" descr="dino_6">
            <a:extLst>
              <a:ext uri="{FF2B5EF4-FFF2-40B4-BE49-F238E27FC236}">
                <a16:creationId xmlns:a16="http://schemas.microsoft.com/office/drawing/2014/main" id="{E96BDB3D-3FA1-40ED-87F9-5B987345062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773988" y="5849938"/>
            <a:ext cx="1284287" cy="7921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4143" r:id="rId1"/>
    <p:sldLayoutId id="2147484133" r:id="rId2"/>
    <p:sldLayoutId id="2147484134" r:id="rId3"/>
    <p:sldLayoutId id="2147484135" r:id="rId4"/>
    <p:sldLayoutId id="2147484136" r:id="rId5"/>
    <p:sldLayoutId id="2147484137" r:id="rId6"/>
    <p:sldLayoutId id="2147484138" r:id="rId7"/>
    <p:sldLayoutId id="2147484139" r:id="rId8"/>
    <p:sldLayoutId id="2147484140" r:id="rId9"/>
    <p:sldLayoutId id="2147484141" r:id="rId10"/>
    <p:sldLayoutId id="2147484142" r:id="rId11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3200" b="1">
          <a:solidFill>
            <a:srgbClr val="006699"/>
          </a:solidFill>
          <a:latin typeface="+mj-lt"/>
          <a:ea typeface="MS PGothic" pitchFamily="34" charset="-128"/>
          <a:cs typeface="ＭＳ Ｐゴシック" charset="-128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3200" b="1">
          <a:solidFill>
            <a:srgbClr val="006699"/>
          </a:solidFill>
          <a:latin typeface="Arial" charset="0"/>
          <a:ea typeface="MS PGothic" pitchFamily="34" charset="-128"/>
          <a:cs typeface="ＭＳ Ｐゴシック" charset="-128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3200" b="1">
          <a:solidFill>
            <a:srgbClr val="006699"/>
          </a:solidFill>
          <a:latin typeface="Arial" charset="0"/>
          <a:ea typeface="MS PGothic" pitchFamily="34" charset="-128"/>
          <a:cs typeface="ＭＳ Ｐゴシック" charset="-128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3200" b="1">
          <a:solidFill>
            <a:srgbClr val="006699"/>
          </a:solidFill>
          <a:latin typeface="Arial" charset="0"/>
          <a:ea typeface="MS PGothic" pitchFamily="34" charset="-128"/>
          <a:cs typeface="ＭＳ Ｐゴシック" charset="-128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3200" b="1">
          <a:solidFill>
            <a:srgbClr val="006699"/>
          </a:solidFill>
          <a:latin typeface="Arial" charset="0"/>
          <a:ea typeface="MS PGothic" pitchFamily="34" charset="-128"/>
          <a:cs typeface="ＭＳ Ｐゴシック" charset="-128"/>
        </a:defRPr>
      </a:lvl5pPr>
      <a:lvl6pPr marL="457200" algn="ctr" rtl="0" fontAlgn="base">
        <a:spcBef>
          <a:spcPct val="0"/>
        </a:spcBef>
        <a:spcAft>
          <a:spcPct val="0"/>
        </a:spcAft>
        <a:defRPr sz="3200" b="1">
          <a:solidFill>
            <a:srgbClr val="006699"/>
          </a:solidFill>
          <a:latin typeface="Arial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3200" b="1">
          <a:solidFill>
            <a:srgbClr val="006699"/>
          </a:solidFill>
          <a:latin typeface="Arial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3200" b="1">
          <a:solidFill>
            <a:srgbClr val="006699"/>
          </a:solidFill>
          <a:latin typeface="Arial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3200" b="1">
          <a:solidFill>
            <a:srgbClr val="006699"/>
          </a:solidFill>
          <a:latin typeface="Arial" charset="0"/>
        </a:defRPr>
      </a:lvl9pPr>
    </p:titleStyle>
    <p:bodyStyle>
      <a:lvl1pPr marL="342900" indent="-342900" algn="l" rtl="0" eaLnBrk="0" fontAlgn="base" hangingPunct="0">
        <a:spcBef>
          <a:spcPct val="35000"/>
        </a:spcBef>
        <a:spcAft>
          <a:spcPct val="0"/>
        </a:spcAft>
        <a:buClr>
          <a:srgbClr val="993300"/>
        </a:buClr>
        <a:buSzPct val="110000"/>
        <a:buFont typeface="Wingdings" panose="05000000000000000000" pitchFamily="2" charset="2"/>
        <a:buChar char="§"/>
        <a:defRPr kumimoji="1">
          <a:solidFill>
            <a:schemeClr val="tx1"/>
          </a:solidFill>
          <a:latin typeface="+mn-lt"/>
          <a:ea typeface="MS PGothic" pitchFamily="34" charset="-128"/>
          <a:cs typeface="ＭＳ Ｐゴシック" charset="-128"/>
        </a:defRPr>
      </a:lvl1pPr>
      <a:lvl2pPr marL="742950" indent="-285750" algn="l" rtl="0" eaLnBrk="0" fontAlgn="base" hangingPunct="0">
        <a:spcBef>
          <a:spcPct val="35000"/>
        </a:spcBef>
        <a:spcAft>
          <a:spcPct val="0"/>
        </a:spcAft>
        <a:buClr>
          <a:srgbClr val="CC6600"/>
        </a:buClr>
        <a:buSzPct val="110000"/>
        <a:buFont typeface="Arial" panose="020B0604020202020204" pitchFamily="34" charset="0"/>
        <a:buChar char="•"/>
        <a:defRPr kumimoji="1">
          <a:solidFill>
            <a:schemeClr val="tx1"/>
          </a:solidFill>
          <a:latin typeface="+mn-lt"/>
          <a:ea typeface="MS PGothic" pitchFamily="34" charset="-128"/>
        </a:defRPr>
      </a:lvl2pPr>
      <a:lvl3pPr marL="1085850" indent="-228600" algn="l" rtl="0" eaLnBrk="0" fontAlgn="base" hangingPunct="0">
        <a:spcBef>
          <a:spcPct val="35000"/>
        </a:spcBef>
        <a:spcAft>
          <a:spcPct val="0"/>
        </a:spcAft>
        <a:buClr>
          <a:srgbClr val="009900"/>
        </a:buClr>
        <a:buSzPct val="75000"/>
        <a:buFont typeface="Webdings" panose="05030102010509060703" pitchFamily="18" charset="2"/>
        <a:buChar char="4"/>
        <a:defRPr kumimoji="1">
          <a:solidFill>
            <a:schemeClr val="tx1"/>
          </a:solidFill>
          <a:latin typeface="+mn-lt"/>
          <a:ea typeface="MS PGothic" pitchFamily="34" charset="-128"/>
        </a:defRPr>
      </a:lvl3pPr>
      <a:lvl4pPr marL="1428750" indent="-228600" algn="l" rtl="0" eaLnBrk="0" fontAlgn="base" hangingPunct="0">
        <a:spcBef>
          <a:spcPct val="35000"/>
        </a:spcBef>
        <a:spcAft>
          <a:spcPct val="0"/>
        </a:spcAft>
        <a:buClr>
          <a:schemeClr val="hlink"/>
        </a:buClr>
        <a:buSzPct val="75000"/>
        <a:buChar char="–"/>
        <a:defRPr kumimoji="1">
          <a:solidFill>
            <a:schemeClr val="tx1"/>
          </a:solidFill>
          <a:latin typeface="+mn-lt"/>
          <a:ea typeface="MS PGothic" pitchFamily="34" charset="-128"/>
        </a:defRPr>
      </a:lvl4pPr>
      <a:lvl5pPr marL="1771650" indent="-228600" algn="l" rtl="0" eaLnBrk="0" fontAlgn="base" hangingPunct="0">
        <a:spcBef>
          <a:spcPct val="35000"/>
        </a:spcBef>
        <a:spcAft>
          <a:spcPct val="0"/>
        </a:spcAft>
        <a:buClr>
          <a:srgbClr val="FF0066"/>
        </a:buClr>
        <a:buSzPct val="75000"/>
        <a:buChar char="»"/>
        <a:defRPr kumimoji="1">
          <a:solidFill>
            <a:schemeClr val="tx1"/>
          </a:solidFill>
          <a:latin typeface="+mn-lt"/>
          <a:ea typeface="MS PGothic" pitchFamily="34" charset="-128"/>
        </a:defRPr>
      </a:lvl5pPr>
      <a:lvl6pPr marL="2228850" indent="-228600" algn="l" rtl="0" eaLnBrk="0" fontAlgn="base" hangingPunct="0">
        <a:spcBef>
          <a:spcPct val="35000"/>
        </a:spcBef>
        <a:spcAft>
          <a:spcPct val="0"/>
        </a:spcAft>
        <a:buClr>
          <a:srgbClr val="FF0066"/>
        </a:buClr>
        <a:buSzPct val="75000"/>
        <a:buChar char="»"/>
        <a:defRPr kumimoji="1">
          <a:solidFill>
            <a:schemeClr val="tx1"/>
          </a:solidFill>
          <a:latin typeface="+mn-lt"/>
          <a:ea typeface="ＭＳ Ｐゴシック" charset="-128"/>
        </a:defRPr>
      </a:lvl6pPr>
      <a:lvl7pPr marL="2686050" indent="-228600" algn="l" rtl="0" eaLnBrk="0" fontAlgn="base" hangingPunct="0">
        <a:spcBef>
          <a:spcPct val="35000"/>
        </a:spcBef>
        <a:spcAft>
          <a:spcPct val="0"/>
        </a:spcAft>
        <a:buClr>
          <a:srgbClr val="FF0066"/>
        </a:buClr>
        <a:buSzPct val="75000"/>
        <a:buChar char="»"/>
        <a:defRPr kumimoji="1">
          <a:solidFill>
            <a:schemeClr val="tx1"/>
          </a:solidFill>
          <a:latin typeface="+mn-lt"/>
          <a:ea typeface="ＭＳ Ｐゴシック" charset="-128"/>
        </a:defRPr>
      </a:lvl7pPr>
      <a:lvl8pPr marL="3143250" indent="-228600" algn="l" rtl="0" eaLnBrk="0" fontAlgn="base" hangingPunct="0">
        <a:spcBef>
          <a:spcPct val="35000"/>
        </a:spcBef>
        <a:spcAft>
          <a:spcPct val="0"/>
        </a:spcAft>
        <a:buClr>
          <a:srgbClr val="FF0066"/>
        </a:buClr>
        <a:buSzPct val="75000"/>
        <a:buChar char="»"/>
        <a:defRPr kumimoji="1">
          <a:solidFill>
            <a:schemeClr val="tx1"/>
          </a:solidFill>
          <a:latin typeface="+mn-lt"/>
          <a:ea typeface="ＭＳ Ｐゴシック" charset="-128"/>
        </a:defRPr>
      </a:lvl8pPr>
      <a:lvl9pPr marL="3600450" indent="-228600" algn="l" rtl="0" eaLnBrk="0" fontAlgn="base" hangingPunct="0">
        <a:spcBef>
          <a:spcPct val="35000"/>
        </a:spcBef>
        <a:spcAft>
          <a:spcPct val="0"/>
        </a:spcAft>
        <a:buClr>
          <a:srgbClr val="FF0066"/>
        </a:buClr>
        <a:buSzPct val="75000"/>
        <a:buChar char="»"/>
        <a:defRPr kumimoji="1">
          <a:solidFill>
            <a:schemeClr val="tx1"/>
          </a:solidFill>
          <a:latin typeface="+mn-lt"/>
          <a:ea typeface="ＭＳ Ｐゴシック" charset="-128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6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e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e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6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e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e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wmf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jpe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6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6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6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wmf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6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6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jpeg"/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6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jpeg"/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jpeg"/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jpeg"/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5.png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6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notesSlide" Target="../notesSlides/notesSlide42.xml"/><Relationship Id="rId1" Type="http://schemas.openxmlformats.org/officeDocument/2006/relationships/slideLayout" Target="../slideLayouts/slideLayout6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3.xml"/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notesSlide" Target="../notesSlides/notesSlide44.xml"/><Relationship Id="rId1" Type="http://schemas.openxmlformats.org/officeDocument/2006/relationships/slideLayout" Target="../slideLayouts/slideLayout6.xml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5.xml"/><Relationship Id="rId1" Type="http://schemas.openxmlformats.org/officeDocument/2006/relationships/slideLayout" Target="../slideLayouts/slideLayout6.xml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6.xml"/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7.xml"/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notesSlide" Target="../notesSlides/notesSlide48.xml"/><Relationship Id="rId1" Type="http://schemas.openxmlformats.org/officeDocument/2006/relationships/slideLayout" Target="../slideLayouts/slideLayout6.xml"/></Relationships>
</file>

<file path=ppt/slides/_rels/slide5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notesSlide" Target="../notesSlides/notesSlide49.xml"/><Relationship Id="rId1" Type="http://schemas.openxmlformats.org/officeDocument/2006/relationships/slideLayout" Target="../slideLayouts/slideLayout6.xml"/></Relationships>
</file>

<file path=ppt/slides/_rels/slide5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0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2">
            <a:extLst>
              <a:ext uri="{FF2B5EF4-FFF2-40B4-BE49-F238E27FC236}">
                <a16:creationId xmlns:a16="http://schemas.microsoft.com/office/drawing/2014/main" id="{079997BE-9BB1-4138-B224-8F7553DD5026}"/>
              </a:ext>
            </a:extLst>
          </p:cNvPr>
          <p:cNvSpPr>
            <a:spLocks noGrp="1" noChangeArrowheads="1"/>
          </p:cNvSpPr>
          <p:nvPr>
            <p:ph type="ctrTitle"/>
          </p:nvPr>
        </p:nvSpPr>
        <p:spPr>
          <a:xfrm>
            <a:off x="685800" y="793750"/>
            <a:ext cx="7772400" cy="2128838"/>
          </a:xfrm>
        </p:spPr>
        <p:txBody>
          <a:bodyPr/>
          <a:lstStyle/>
          <a:p>
            <a:pPr eaLnBrk="1" hangingPunct="1"/>
            <a:r>
              <a:rPr lang="en-US" altLang="en-US"/>
              <a:t>Chapter 9:  Main Memory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Rectangle 2">
            <a:extLst>
              <a:ext uri="{FF2B5EF4-FFF2-40B4-BE49-F238E27FC236}">
                <a16:creationId xmlns:a16="http://schemas.microsoft.com/office/drawing/2014/main" id="{C0C38B97-7795-4DED-B696-8AD40F968EA5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006475" y="214313"/>
            <a:ext cx="7743825" cy="576262"/>
          </a:xfrm>
        </p:spPr>
        <p:txBody>
          <a:bodyPr/>
          <a:lstStyle/>
          <a:p>
            <a:pPr eaLnBrk="1" hangingPunct="1"/>
            <a:r>
              <a:rPr lang="en-US" altLang="en-US" dirty="0"/>
              <a:t>Chapter 9:  Memory Management</a:t>
            </a:r>
          </a:p>
        </p:txBody>
      </p:sp>
      <p:sp>
        <p:nvSpPr>
          <p:cNvPr id="4099" name="Rectangle 3">
            <a:extLst>
              <a:ext uri="{FF2B5EF4-FFF2-40B4-BE49-F238E27FC236}">
                <a16:creationId xmlns:a16="http://schemas.microsoft.com/office/drawing/2014/main" id="{9427F6F0-7B2E-46E8-AA4D-0BCC9683CECC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821094" y="1203325"/>
            <a:ext cx="7678381" cy="4483100"/>
          </a:xfrm>
        </p:spPr>
        <p:txBody>
          <a:bodyPr/>
          <a:lstStyle/>
          <a:p>
            <a:r>
              <a:rPr lang="en-US" altLang="en-US" dirty="0"/>
              <a:t>Background</a:t>
            </a:r>
          </a:p>
          <a:p>
            <a:r>
              <a:rPr lang="en-US" altLang="en-US" dirty="0"/>
              <a:t>Contiguous Memory Allocation</a:t>
            </a:r>
          </a:p>
          <a:p>
            <a:r>
              <a:rPr lang="en-US" altLang="en-US" dirty="0"/>
              <a:t>Paging</a:t>
            </a:r>
          </a:p>
          <a:p>
            <a:r>
              <a:rPr lang="en-US" altLang="en-US" dirty="0"/>
              <a:t>Structure of the Page Table</a:t>
            </a:r>
          </a:p>
          <a:p>
            <a:r>
              <a:rPr lang="en-US" altLang="en-US" dirty="0"/>
              <a:t>Swapping</a:t>
            </a:r>
          </a:p>
          <a:p>
            <a:r>
              <a:rPr lang="en-US" altLang="en-US" dirty="0"/>
              <a:t>Example: The Intel 32 and 64-bit Architectures</a:t>
            </a:r>
          </a:p>
          <a:p>
            <a:r>
              <a:rPr lang="en-US" altLang="en-US" dirty="0"/>
              <a:t>Example: ARMv8 Architecture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2">
            <a:extLst>
              <a:ext uri="{FF2B5EF4-FFF2-40B4-BE49-F238E27FC236}">
                <a16:creationId xmlns:a16="http://schemas.microsoft.com/office/drawing/2014/main" id="{8CB8D04B-AD7F-49A8-9388-3AF72B45C930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57200" y="228054"/>
            <a:ext cx="8229600" cy="576262"/>
          </a:xfrm>
        </p:spPr>
        <p:txBody>
          <a:bodyPr/>
          <a:lstStyle/>
          <a:p>
            <a:pPr eaLnBrk="1" hangingPunct="1"/>
            <a:r>
              <a:rPr lang="en-US" altLang="en-US"/>
              <a:t>Objectives</a:t>
            </a:r>
          </a:p>
        </p:txBody>
      </p:sp>
      <p:sp>
        <p:nvSpPr>
          <p:cNvPr id="5123" name="Rectangle 3">
            <a:extLst>
              <a:ext uri="{FF2B5EF4-FFF2-40B4-BE49-F238E27FC236}">
                <a16:creationId xmlns:a16="http://schemas.microsoft.com/office/drawing/2014/main" id="{3B5605CA-B522-4E77-8066-64E77643554B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830426" y="1262063"/>
            <a:ext cx="7735078" cy="4440237"/>
          </a:xfrm>
        </p:spPr>
        <p:txBody>
          <a:bodyPr/>
          <a:lstStyle/>
          <a:p>
            <a:r>
              <a:rPr lang="en-US" altLang="en-US" dirty="0"/>
              <a:t>To provide a detailed description of various ways of organizing memory hardware</a:t>
            </a:r>
          </a:p>
          <a:p>
            <a:r>
              <a:rPr lang="en-US" altLang="en-US" dirty="0"/>
              <a:t>To discuss various memory-management techniques, </a:t>
            </a:r>
          </a:p>
          <a:p>
            <a:r>
              <a:rPr lang="en-US" altLang="en-US" dirty="0"/>
              <a:t>To provide a detailed description of the Intel Pentium, which supports both pure segmentation and segmentation with paging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1026">
            <a:extLst>
              <a:ext uri="{FF2B5EF4-FFF2-40B4-BE49-F238E27FC236}">
                <a16:creationId xmlns:a16="http://schemas.microsoft.com/office/drawing/2014/main" id="{14E85D12-A179-49DD-AB72-1C6EAAF20EF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060450" y="228830"/>
            <a:ext cx="6764338" cy="576262"/>
          </a:xfrm>
        </p:spPr>
        <p:txBody>
          <a:bodyPr/>
          <a:lstStyle/>
          <a:p>
            <a:pPr eaLnBrk="1" hangingPunct="1"/>
            <a:r>
              <a:rPr lang="en-US" altLang="en-US" dirty="0"/>
              <a:t>Background</a:t>
            </a:r>
          </a:p>
        </p:txBody>
      </p:sp>
      <p:sp>
        <p:nvSpPr>
          <p:cNvPr id="6147" name="Rectangle 1027">
            <a:extLst>
              <a:ext uri="{FF2B5EF4-FFF2-40B4-BE49-F238E27FC236}">
                <a16:creationId xmlns:a16="http://schemas.microsoft.com/office/drawing/2014/main" id="{3919CD36-C961-4D2E-8F87-B9EA333CBE98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849085" y="1208088"/>
            <a:ext cx="7669763" cy="4483100"/>
          </a:xfrm>
        </p:spPr>
        <p:txBody>
          <a:bodyPr/>
          <a:lstStyle/>
          <a:p>
            <a:r>
              <a:rPr lang="en-US" altLang="en-US" dirty="0"/>
              <a:t>Program must be brought (from disk)  into memory and placed within a process for it to be run</a:t>
            </a:r>
            <a:endParaRPr lang="en-US" altLang="en-US" sz="800" dirty="0"/>
          </a:p>
          <a:p>
            <a:r>
              <a:rPr lang="en-US" altLang="en-US" dirty="0"/>
              <a:t>Main memory and registers are only storage CPU can access directly</a:t>
            </a:r>
          </a:p>
          <a:p>
            <a:r>
              <a:rPr lang="en-US" altLang="en-US" dirty="0"/>
              <a:t>Memory unit only sees a stream of:</a:t>
            </a:r>
          </a:p>
          <a:p>
            <a:pPr lvl="1"/>
            <a:r>
              <a:rPr lang="en-US" altLang="en-US" dirty="0"/>
              <a:t>addresses + read requests, or </a:t>
            </a:r>
          </a:p>
          <a:p>
            <a:pPr lvl="1"/>
            <a:r>
              <a:rPr lang="en-US" altLang="en-US" dirty="0"/>
              <a:t>address + data and write requests</a:t>
            </a:r>
            <a:endParaRPr lang="en-US" altLang="en-US" sz="800" dirty="0"/>
          </a:p>
          <a:p>
            <a:r>
              <a:rPr lang="en-US" altLang="en-US" dirty="0"/>
              <a:t>Register access is done in one CPU clock (or less)</a:t>
            </a:r>
            <a:endParaRPr lang="en-US" altLang="en-US" sz="800" dirty="0"/>
          </a:p>
          <a:p>
            <a:r>
              <a:rPr lang="en-US" altLang="en-US" dirty="0"/>
              <a:t>Main memory can take many cycles, causing a </a:t>
            </a:r>
            <a:r>
              <a:rPr lang="en-US" altLang="en-US" b="1" dirty="0">
                <a:solidFill>
                  <a:srgbClr val="006699"/>
                </a:solidFill>
                <a:latin typeface="+mj-lt"/>
              </a:rPr>
              <a:t>stall</a:t>
            </a:r>
          </a:p>
          <a:p>
            <a:r>
              <a:rPr lang="en-US" altLang="en-US" b="1" dirty="0">
                <a:solidFill>
                  <a:srgbClr val="006699"/>
                </a:solidFill>
                <a:latin typeface="+mj-lt"/>
              </a:rPr>
              <a:t>Cache</a:t>
            </a:r>
            <a:r>
              <a:rPr lang="en-US" altLang="en-US" dirty="0">
                <a:solidFill>
                  <a:srgbClr val="3366FF"/>
                </a:solidFill>
              </a:rPr>
              <a:t> </a:t>
            </a:r>
            <a:r>
              <a:rPr lang="en-US" altLang="en-US" dirty="0"/>
              <a:t>sits between main memory and CPU registers</a:t>
            </a:r>
            <a:endParaRPr lang="en-US" altLang="en-US" sz="800" dirty="0"/>
          </a:p>
          <a:p>
            <a:r>
              <a:rPr lang="en-US" altLang="en-US" dirty="0"/>
              <a:t>Protection of memory required to ensure correct operation</a:t>
            </a:r>
          </a:p>
          <a:p>
            <a:pPr>
              <a:buFont typeface="Monotype Sorts" pitchFamily="-84" charset="2"/>
              <a:buNone/>
            </a:pPr>
            <a:endParaRPr lang="en-US" altLang="en-US" b="1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2">
            <a:extLst>
              <a:ext uri="{FF2B5EF4-FFF2-40B4-BE49-F238E27FC236}">
                <a16:creationId xmlns:a16="http://schemas.microsoft.com/office/drawing/2014/main" id="{2E119B86-5C5B-4A93-AC7C-158FC121EE16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265238" y="224685"/>
            <a:ext cx="6559550" cy="576262"/>
          </a:xfrm>
        </p:spPr>
        <p:txBody>
          <a:bodyPr/>
          <a:lstStyle/>
          <a:p>
            <a:pPr eaLnBrk="1" hangingPunct="1"/>
            <a:r>
              <a:rPr lang="en-US" altLang="en-US" dirty="0"/>
              <a:t>Protection</a:t>
            </a:r>
          </a:p>
        </p:txBody>
      </p:sp>
      <p:sp>
        <p:nvSpPr>
          <p:cNvPr id="7171" name="Rectangle 3">
            <a:extLst>
              <a:ext uri="{FF2B5EF4-FFF2-40B4-BE49-F238E27FC236}">
                <a16:creationId xmlns:a16="http://schemas.microsoft.com/office/drawing/2014/main" id="{2CDF6D2A-F8C6-4CEA-AF47-307E410F6C37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858416" y="1200636"/>
            <a:ext cx="7688424" cy="1690687"/>
          </a:xfrm>
        </p:spPr>
        <p:txBody>
          <a:bodyPr/>
          <a:lstStyle/>
          <a:p>
            <a:r>
              <a:rPr lang="en-US" altLang="en-US" dirty="0"/>
              <a:t>Need to censure that a process can access only access those addresses in it address space.</a:t>
            </a:r>
          </a:p>
          <a:p>
            <a:r>
              <a:rPr lang="en-US" altLang="en-US" dirty="0"/>
              <a:t>We can provide this protection by using  a pair of </a:t>
            </a:r>
            <a:r>
              <a:rPr lang="en-US" altLang="en-US" b="1" dirty="0">
                <a:solidFill>
                  <a:srgbClr val="006699"/>
                </a:solidFill>
                <a:latin typeface="+mj-lt"/>
              </a:rPr>
              <a:t>base</a:t>
            </a:r>
            <a:r>
              <a:rPr lang="en-US" altLang="en-US" dirty="0">
                <a:solidFill>
                  <a:srgbClr val="3366FF"/>
                </a:solidFill>
              </a:rPr>
              <a:t> </a:t>
            </a:r>
            <a:r>
              <a:rPr lang="en-US" altLang="en-US" dirty="0"/>
              <a:t>and</a:t>
            </a:r>
            <a:r>
              <a:rPr lang="en-US" altLang="en-US" b="1" dirty="0">
                <a:solidFill>
                  <a:srgbClr val="FF0000"/>
                </a:solidFill>
              </a:rPr>
              <a:t> </a:t>
            </a:r>
            <a:r>
              <a:rPr lang="en-US" altLang="en-US" b="1" dirty="0">
                <a:solidFill>
                  <a:srgbClr val="006699"/>
                </a:solidFill>
                <a:latin typeface="+mj-lt"/>
              </a:rPr>
              <a:t>limit registers</a:t>
            </a:r>
            <a:r>
              <a:rPr lang="en-US" altLang="en-US" dirty="0"/>
              <a:t> define the logical address space of a process</a:t>
            </a:r>
          </a:p>
        </p:txBody>
      </p:sp>
      <p:pic>
        <p:nvPicPr>
          <p:cNvPr id="7172" name="Picture 5" descr="W:\os-book\OS10\slide-dir\os-figures\9_01.jpg">
            <a:extLst>
              <a:ext uri="{FF2B5EF4-FFF2-40B4-BE49-F238E27FC236}">
                <a16:creationId xmlns:a16="http://schemas.microsoft.com/office/drawing/2014/main" id="{AFDDF805-A4EF-4AEB-B1EC-649AE088505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30790" y="2725414"/>
            <a:ext cx="3263900" cy="31877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Title 1">
            <a:extLst>
              <a:ext uri="{FF2B5EF4-FFF2-40B4-BE49-F238E27FC236}">
                <a16:creationId xmlns:a16="http://schemas.microsoft.com/office/drawing/2014/main" id="{0FEA4152-F51E-450F-8EB1-7EDAF762DFD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41388" y="228636"/>
            <a:ext cx="7745412" cy="576262"/>
          </a:xfrm>
        </p:spPr>
        <p:txBody>
          <a:bodyPr/>
          <a:lstStyle/>
          <a:p>
            <a:r>
              <a:rPr lang="en-US" altLang="en-US" dirty="0"/>
              <a:t>Hardware Address Protection</a:t>
            </a:r>
          </a:p>
        </p:txBody>
      </p:sp>
      <p:sp>
        <p:nvSpPr>
          <p:cNvPr id="8195" name="Content Placeholder 3">
            <a:extLst>
              <a:ext uri="{FF2B5EF4-FFF2-40B4-BE49-F238E27FC236}">
                <a16:creationId xmlns:a16="http://schemas.microsoft.com/office/drawing/2014/main" id="{E339BA72-DE38-4DD0-AECD-94CEBF5B201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49086" y="1147763"/>
            <a:ext cx="7380514" cy="4610100"/>
          </a:xfrm>
        </p:spPr>
        <p:txBody>
          <a:bodyPr/>
          <a:lstStyle/>
          <a:p>
            <a:r>
              <a:rPr lang="en-US" altLang="en-US" dirty="0"/>
              <a:t>CPU must check every memory access generated in user mode to be sure it is between base and limit for that user</a:t>
            </a:r>
          </a:p>
          <a:p>
            <a:endParaRPr lang="en-US" altLang="en-US" dirty="0"/>
          </a:p>
          <a:p>
            <a:endParaRPr lang="en-US" altLang="en-US" dirty="0"/>
          </a:p>
          <a:p>
            <a:endParaRPr lang="en-US" altLang="en-US" dirty="0"/>
          </a:p>
          <a:p>
            <a:endParaRPr lang="en-US" altLang="en-US" dirty="0"/>
          </a:p>
          <a:p>
            <a:endParaRPr lang="en-US" altLang="en-US" dirty="0"/>
          </a:p>
          <a:p>
            <a:endParaRPr lang="en-US" altLang="en-US" dirty="0"/>
          </a:p>
          <a:p>
            <a:endParaRPr lang="en-US" altLang="en-US" dirty="0"/>
          </a:p>
          <a:p>
            <a:endParaRPr lang="en-US" altLang="en-US" dirty="0"/>
          </a:p>
          <a:p>
            <a:r>
              <a:rPr lang="en-US" altLang="en-US" dirty="0"/>
              <a:t>the instructions to loading the base and limit registers are privileged </a:t>
            </a:r>
          </a:p>
          <a:p>
            <a:endParaRPr lang="en-US" altLang="en-US" dirty="0"/>
          </a:p>
          <a:p>
            <a:endParaRPr lang="en-US" altLang="en-US" dirty="0"/>
          </a:p>
          <a:p>
            <a:endParaRPr lang="en-US" altLang="en-US" dirty="0"/>
          </a:p>
          <a:p>
            <a:endParaRPr lang="en-US" altLang="en-US" dirty="0"/>
          </a:p>
          <a:p>
            <a:endParaRPr lang="en-US" altLang="en-US" dirty="0"/>
          </a:p>
          <a:p>
            <a:endParaRPr lang="en-US" altLang="en-US" dirty="0"/>
          </a:p>
          <a:p>
            <a:endParaRPr lang="en-US" altLang="en-US" dirty="0"/>
          </a:p>
          <a:p>
            <a:endParaRPr lang="en-US" altLang="en-US" dirty="0"/>
          </a:p>
          <a:p>
            <a:endParaRPr lang="en-US" altLang="en-US" dirty="0"/>
          </a:p>
          <a:p>
            <a:endParaRPr lang="en-US" altLang="en-US" dirty="0"/>
          </a:p>
        </p:txBody>
      </p:sp>
      <p:pic>
        <p:nvPicPr>
          <p:cNvPr id="8196" name="Picture 4" descr="W:\os-book\OS10\slide-dir\os-figures\9_02.jpg">
            <a:extLst>
              <a:ext uri="{FF2B5EF4-FFF2-40B4-BE49-F238E27FC236}">
                <a16:creationId xmlns:a16="http://schemas.microsoft.com/office/drawing/2014/main" id="{174AFAC5-44F9-4ADE-8DC6-07277643F89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00275" y="2032000"/>
            <a:ext cx="5251450" cy="24257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Title 1">
            <a:extLst>
              <a:ext uri="{FF2B5EF4-FFF2-40B4-BE49-F238E27FC236}">
                <a16:creationId xmlns:a16="http://schemas.microsoft.com/office/drawing/2014/main" id="{1270BE95-63FA-4E80-993B-493058D85F6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35568"/>
            <a:ext cx="8229600" cy="576262"/>
          </a:xfrm>
        </p:spPr>
        <p:txBody>
          <a:bodyPr/>
          <a:lstStyle/>
          <a:p>
            <a:r>
              <a:rPr lang="en-US" altLang="en-US" dirty="0"/>
              <a:t>Address Binding</a:t>
            </a:r>
          </a:p>
        </p:txBody>
      </p:sp>
      <p:sp>
        <p:nvSpPr>
          <p:cNvPr id="9219" name="Content Placeholder 2">
            <a:extLst>
              <a:ext uri="{FF2B5EF4-FFF2-40B4-BE49-F238E27FC236}">
                <a16:creationId xmlns:a16="http://schemas.microsoft.com/office/drawing/2014/main" id="{8A5804ED-6C6C-4BF4-8BFF-7FB99CC306D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49085" y="1144588"/>
            <a:ext cx="7688424" cy="4926012"/>
          </a:xfrm>
        </p:spPr>
        <p:txBody>
          <a:bodyPr/>
          <a:lstStyle/>
          <a:p>
            <a:r>
              <a:rPr kumimoji="0" lang="en-US" altLang="en-US" dirty="0"/>
              <a:t>Programs on disk, ready to be brought into memory to execute form an </a:t>
            </a:r>
            <a:r>
              <a:rPr lang="en-US" altLang="en-US" b="1" dirty="0">
                <a:solidFill>
                  <a:srgbClr val="006699"/>
                </a:solidFill>
                <a:latin typeface="+mj-lt"/>
              </a:rPr>
              <a:t>input queue</a:t>
            </a:r>
          </a:p>
          <a:p>
            <a:pPr lvl="1"/>
            <a:r>
              <a:rPr kumimoji="0" lang="en-US" altLang="en-US" dirty="0"/>
              <a:t>Without support, must be loaded into address 0000</a:t>
            </a:r>
          </a:p>
          <a:p>
            <a:r>
              <a:rPr kumimoji="0" lang="en-US" altLang="en-US" dirty="0"/>
              <a:t>Inconvenient to have first user process physical address always at 0000 </a:t>
            </a:r>
          </a:p>
          <a:p>
            <a:pPr lvl="1"/>
            <a:r>
              <a:rPr kumimoji="0" lang="en-US" altLang="en-US" dirty="0"/>
              <a:t>How can it not be?</a:t>
            </a:r>
            <a:endParaRPr lang="en-US" altLang="en-US" dirty="0"/>
          </a:p>
          <a:p>
            <a:r>
              <a:rPr kumimoji="0" lang="en-US" altLang="en-US" dirty="0"/>
              <a:t>Addresses represented in different ways at different stages of a program</a:t>
            </a:r>
            <a:r>
              <a:rPr kumimoji="0" lang="ja-JP" altLang="en-US" dirty="0"/>
              <a:t>’</a:t>
            </a:r>
            <a:r>
              <a:rPr kumimoji="0" lang="en-US" altLang="ja-JP" dirty="0"/>
              <a:t>s life</a:t>
            </a:r>
          </a:p>
          <a:p>
            <a:pPr lvl="1"/>
            <a:r>
              <a:rPr kumimoji="0" lang="en-US" altLang="en-US" dirty="0"/>
              <a:t>Source code addresses usually symbolic</a:t>
            </a:r>
          </a:p>
          <a:p>
            <a:pPr lvl="1"/>
            <a:r>
              <a:rPr kumimoji="0" lang="en-US" altLang="en-US" dirty="0"/>
              <a:t>Compiled code addresses </a:t>
            </a:r>
            <a:r>
              <a:rPr lang="en-US" altLang="en-US" b="1" dirty="0">
                <a:solidFill>
                  <a:srgbClr val="006699"/>
                </a:solidFill>
                <a:latin typeface="+mj-lt"/>
              </a:rPr>
              <a:t>bind</a:t>
            </a:r>
            <a:r>
              <a:rPr kumimoji="0" lang="en-US" altLang="en-US" b="1" dirty="0">
                <a:solidFill>
                  <a:srgbClr val="0000FF"/>
                </a:solidFill>
              </a:rPr>
              <a:t> </a:t>
            </a:r>
            <a:r>
              <a:rPr kumimoji="0" lang="en-US" altLang="en-US" dirty="0"/>
              <a:t>to relocatable addresses</a:t>
            </a:r>
          </a:p>
          <a:p>
            <a:pPr lvl="2"/>
            <a:r>
              <a:rPr kumimoji="0" lang="en-US" altLang="en-US" dirty="0"/>
              <a:t>i.e., </a:t>
            </a:r>
            <a:r>
              <a:rPr kumimoji="0" lang="ja-JP" altLang="en-US" dirty="0"/>
              <a:t>“</a:t>
            </a:r>
            <a:r>
              <a:rPr kumimoji="0" lang="en-US" altLang="ja-JP" dirty="0"/>
              <a:t>14 bytes from beginning of this module</a:t>
            </a:r>
            <a:r>
              <a:rPr kumimoji="0" lang="ja-JP" altLang="en-US" dirty="0"/>
              <a:t>”</a:t>
            </a:r>
            <a:endParaRPr kumimoji="0" lang="en-US" altLang="ja-JP" dirty="0"/>
          </a:p>
          <a:p>
            <a:pPr lvl="1"/>
            <a:r>
              <a:rPr kumimoji="0" lang="en-US" altLang="en-US" dirty="0"/>
              <a:t>Linker or loader will bind relocatable addresses to absolute addresses</a:t>
            </a:r>
          </a:p>
          <a:p>
            <a:pPr lvl="2"/>
            <a:r>
              <a:rPr kumimoji="0" lang="en-US" altLang="en-US" dirty="0"/>
              <a:t>i.e., 74014</a:t>
            </a:r>
          </a:p>
          <a:p>
            <a:pPr lvl="1"/>
            <a:r>
              <a:rPr kumimoji="0" lang="en-US" altLang="en-US" dirty="0"/>
              <a:t>Each binding maps one address space to another</a:t>
            </a:r>
          </a:p>
          <a:p>
            <a:pPr>
              <a:buFont typeface="Monotype Sorts" pitchFamily="-84" charset="2"/>
              <a:buNone/>
            </a:pPr>
            <a:endParaRPr kumimoji="0" lang="en-US" altLang="en-US" dirty="0"/>
          </a:p>
          <a:p>
            <a:pPr lvl="1"/>
            <a:endParaRPr kumimoji="0" lang="en-US" altLang="en-US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Rectangle 2">
            <a:extLst>
              <a:ext uri="{FF2B5EF4-FFF2-40B4-BE49-F238E27FC236}">
                <a16:creationId xmlns:a16="http://schemas.microsoft.com/office/drawing/2014/main" id="{631FDCDF-862F-4130-9AC2-74FFC425A8A9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862692" y="346499"/>
            <a:ext cx="8134350" cy="457200"/>
          </a:xfrm>
        </p:spPr>
        <p:txBody>
          <a:bodyPr/>
          <a:lstStyle/>
          <a:p>
            <a:pPr eaLnBrk="1" hangingPunct="1"/>
            <a:r>
              <a:rPr lang="en-US" altLang="en-US" sz="2800" dirty="0"/>
              <a:t>Binding of Instructions and Data to Memory</a:t>
            </a:r>
          </a:p>
        </p:txBody>
      </p:sp>
      <p:sp>
        <p:nvSpPr>
          <p:cNvPr id="10243" name="Rectangle 3">
            <a:extLst>
              <a:ext uri="{FF2B5EF4-FFF2-40B4-BE49-F238E27FC236}">
                <a16:creationId xmlns:a16="http://schemas.microsoft.com/office/drawing/2014/main" id="{0EEA4A90-B04E-4456-A1FE-DC4568DFF5CA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862692" y="1334278"/>
            <a:ext cx="7665488" cy="3860736"/>
          </a:xfrm>
        </p:spPr>
        <p:txBody>
          <a:bodyPr/>
          <a:lstStyle/>
          <a:p>
            <a:r>
              <a:rPr kumimoji="0" lang="en-US" altLang="en-US" dirty="0"/>
              <a:t>Address binding of instructions and data to memory addresses can happen at three different stages</a:t>
            </a:r>
          </a:p>
          <a:p>
            <a:pPr lvl="1"/>
            <a:r>
              <a:rPr lang="en-US" altLang="en-US" b="1" dirty="0"/>
              <a:t>Compile time</a:t>
            </a:r>
            <a:r>
              <a:rPr lang="en-US" altLang="en-US" dirty="0"/>
              <a:t>:  If memory location known a priori, </a:t>
            </a:r>
            <a:r>
              <a:rPr lang="en-US" altLang="en-US" b="1" dirty="0">
                <a:solidFill>
                  <a:srgbClr val="006699"/>
                </a:solidFill>
                <a:latin typeface="+mj-lt"/>
              </a:rPr>
              <a:t>absolute code </a:t>
            </a:r>
            <a:r>
              <a:rPr lang="en-US" altLang="en-US" dirty="0"/>
              <a:t>can be generated; must recompile code if starting location changes</a:t>
            </a:r>
          </a:p>
          <a:p>
            <a:pPr lvl="1"/>
            <a:r>
              <a:rPr lang="en-US" altLang="en-US" b="1" dirty="0"/>
              <a:t>Load </a:t>
            </a:r>
            <a:r>
              <a:rPr lang="en-US" altLang="en-US" b="1" dirty="0" smtClean="0"/>
              <a:t>time</a:t>
            </a:r>
            <a:r>
              <a:rPr lang="en-US" altLang="en-US" dirty="0" smtClean="0"/>
              <a:t>:  </a:t>
            </a:r>
            <a:r>
              <a:rPr lang="en-US" altLang="en-US" dirty="0"/>
              <a:t>Must generate </a:t>
            </a:r>
            <a:r>
              <a:rPr lang="en-US" altLang="en-US" b="1" dirty="0">
                <a:solidFill>
                  <a:srgbClr val="006699"/>
                </a:solidFill>
                <a:latin typeface="+mj-lt"/>
              </a:rPr>
              <a:t>relocatable code </a:t>
            </a:r>
            <a:r>
              <a:rPr lang="en-US" altLang="en-US" dirty="0"/>
              <a:t>if memory location is not </a:t>
            </a:r>
            <a:r>
              <a:rPr lang="en-US" altLang="en-US" dirty="0" smtClean="0"/>
              <a:t>known </a:t>
            </a:r>
            <a:r>
              <a:rPr lang="en-US" altLang="en-US" dirty="0"/>
              <a:t>at compile time</a:t>
            </a:r>
          </a:p>
          <a:p>
            <a:pPr lvl="1"/>
            <a:r>
              <a:rPr lang="en-US" altLang="en-US" b="1" dirty="0"/>
              <a:t>Execution time</a:t>
            </a:r>
            <a:r>
              <a:rPr lang="en-US" altLang="en-US" dirty="0"/>
              <a:t>:  Binding delayed until run time if the process can be moved during its execution from one memory segment to another</a:t>
            </a:r>
          </a:p>
          <a:p>
            <a:pPr lvl="2"/>
            <a:r>
              <a:rPr lang="en-US" altLang="en-US" dirty="0"/>
              <a:t>Need hardware support for address maps (e.g., base and limit</a:t>
            </a:r>
            <a:r>
              <a:rPr lang="en-US" altLang="en-US" i="1" dirty="0"/>
              <a:t> </a:t>
            </a:r>
            <a:r>
              <a:rPr lang="en-US" altLang="en-US" dirty="0"/>
              <a:t>registers)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Rectangle 2">
            <a:extLst>
              <a:ext uri="{FF2B5EF4-FFF2-40B4-BE49-F238E27FC236}">
                <a16:creationId xmlns:a16="http://schemas.microsoft.com/office/drawing/2014/main" id="{EA256429-8A29-4AF1-9F8C-6CD506523C81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007705" y="239976"/>
            <a:ext cx="7632442" cy="576262"/>
          </a:xfrm>
        </p:spPr>
        <p:txBody>
          <a:bodyPr/>
          <a:lstStyle/>
          <a:p>
            <a:pPr eaLnBrk="1" hangingPunct="1"/>
            <a:r>
              <a:rPr lang="en-US" altLang="en-US" sz="3000" dirty="0"/>
              <a:t>Multistep Processing of a User Program </a:t>
            </a:r>
          </a:p>
        </p:txBody>
      </p:sp>
      <p:pic>
        <p:nvPicPr>
          <p:cNvPr id="11267" name="Picture 4" descr="8">
            <a:extLst>
              <a:ext uri="{FF2B5EF4-FFF2-40B4-BE49-F238E27FC236}">
                <a16:creationId xmlns:a16="http://schemas.microsoft.com/office/drawing/2014/main" id="{75CF92DA-1727-49A0-ABD7-10CB996C9E9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360738" y="1231900"/>
            <a:ext cx="2554287" cy="47402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Rectangle 2">
            <a:extLst>
              <a:ext uri="{FF2B5EF4-FFF2-40B4-BE49-F238E27FC236}">
                <a16:creationId xmlns:a16="http://schemas.microsoft.com/office/drawing/2014/main" id="{6EE17CB2-3EF8-43F1-A8BB-98F682CD0EF3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993808" y="235762"/>
            <a:ext cx="7548562" cy="576262"/>
          </a:xfrm>
        </p:spPr>
        <p:txBody>
          <a:bodyPr/>
          <a:lstStyle/>
          <a:p>
            <a:pPr eaLnBrk="1" hangingPunct="1"/>
            <a:r>
              <a:rPr lang="en-US" altLang="en-US" dirty="0"/>
              <a:t>Logical vs. Physical Address Space</a:t>
            </a:r>
          </a:p>
        </p:txBody>
      </p:sp>
      <p:sp>
        <p:nvSpPr>
          <p:cNvPr id="12291" name="Rectangle 3">
            <a:extLst>
              <a:ext uri="{FF2B5EF4-FFF2-40B4-BE49-F238E27FC236}">
                <a16:creationId xmlns:a16="http://schemas.microsoft.com/office/drawing/2014/main" id="{C26127BF-B122-444D-8E10-A4BB1E147CB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839754" y="1236663"/>
            <a:ext cx="7702615" cy="4468812"/>
          </a:xfrm>
        </p:spPr>
        <p:txBody>
          <a:bodyPr/>
          <a:lstStyle/>
          <a:p>
            <a:r>
              <a:rPr lang="en-US" altLang="en-US" dirty="0"/>
              <a:t>The concept of a logical address space that is bound to a separate </a:t>
            </a:r>
            <a:r>
              <a:rPr lang="en-US" altLang="en-US" b="1" dirty="0">
                <a:solidFill>
                  <a:srgbClr val="006699"/>
                </a:solidFill>
                <a:latin typeface="+mj-lt"/>
              </a:rPr>
              <a:t>physical</a:t>
            </a:r>
            <a:r>
              <a:rPr lang="en-US" altLang="en-US" b="1" dirty="0">
                <a:solidFill>
                  <a:srgbClr val="3366FF"/>
                </a:solidFill>
              </a:rPr>
              <a:t> </a:t>
            </a:r>
            <a:r>
              <a:rPr lang="en-US" altLang="en-US" b="1" dirty="0">
                <a:solidFill>
                  <a:srgbClr val="006699"/>
                </a:solidFill>
                <a:latin typeface="+mj-lt"/>
              </a:rPr>
              <a:t>address</a:t>
            </a:r>
            <a:r>
              <a:rPr lang="en-US" altLang="en-US" b="1" dirty="0">
                <a:solidFill>
                  <a:srgbClr val="3366FF"/>
                </a:solidFill>
              </a:rPr>
              <a:t> </a:t>
            </a:r>
            <a:r>
              <a:rPr lang="en-US" altLang="en-US" b="1" dirty="0">
                <a:solidFill>
                  <a:srgbClr val="006699"/>
                </a:solidFill>
                <a:latin typeface="+mj-lt"/>
              </a:rPr>
              <a:t>space</a:t>
            </a:r>
            <a:r>
              <a:rPr lang="en-US" altLang="en-US" dirty="0">
                <a:solidFill>
                  <a:srgbClr val="3366FF"/>
                </a:solidFill>
              </a:rPr>
              <a:t> </a:t>
            </a:r>
            <a:r>
              <a:rPr lang="en-US" altLang="en-US" dirty="0"/>
              <a:t>is central to proper memory management</a:t>
            </a:r>
          </a:p>
          <a:p>
            <a:pPr lvl="1"/>
            <a:r>
              <a:rPr lang="en-US" altLang="en-US" b="1" dirty="0">
                <a:solidFill>
                  <a:srgbClr val="006699"/>
                </a:solidFill>
                <a:latin typeface="+mj-lt"/>
              </a:rPr>
              <a:t>Logical</a:t>
            </a:r>
            <a:r>
              <a:rPr lang="en-US" altLang="en-US" b="1" dirty="0">
                <a:solidFill>
                  <a:srgbClr val="3366FF"/>
                </a:solidFill>
              </a:rPr>
              <a:t> </a:t>
            </a:r>
            <a:r>
              <a:rPr lang="en-US" altLang="en-US" b="1" dirty="0">
                <a:solidFill>
                  <a:srgbClr val="006699"/>
                </a:solidFill>
                <a:latin typeface="+mj-lt"/>
              </a:rPr>
              <a:t>address</a:t>
            </a:r>
            <a:r>
              <a:rPr lang="en-US" altLang="en-US" dirty="0">
                <a:solidFill>
                  <a:srgbClr val="3366FF"/>
                </a:solidFill>
              </a:rPr>
              <a:t> </a:t>
            </a:r>
            <a:r>
              <a:rPr lang="en-US" altLang="en-US" dirty="0"/>
              <a:t>– generated by the CPU; also referred to as </a:t>
            </a:r>
            <a:r>
              <a:rPr lang="en-US" altLang="en-US" b="1" dirty="0">
                <a:solidFill>
                  <a:srgbClr val="006699"/>
                </a:solidFill>
                <a:latin typeface="+mj-lt"/>
              </a:rPr>
              <a:t>virtual</a:t>
            </a:r>
            <a:r>
              <a:rPr lang="en-US" altLang="en-US" b="1" dirty="0">
                <a:solidFill>
                  <a:srgbClr val="3366FF"/>
                </a:solidFill>
              </a:rPr>
              <a:t> </a:t>
            </a:r>
            <a:r>
              <a:rPr lang="en-US" altLang="en-US" b="1" dirty="0">
                <a:solidFill>
                  <a:srgbClr val="006699"/>
                </a:solidFill>
                <a:latin typeface="+mj-lt"/>
              </a:rPr>
              <a:t>address</a:t>
            </a:r>
          </a:p>
          <a:p>
            <a:pPr lvl="1"/>
            <a:r>
              <a:rPr lang="en-US" altLang="en-US" b="1" dirty="0">
                <a:solidFill>
                  <a:srgbClr val="006699"/>
                </a:solidFill>
                <a:latin typeface="+mj-lt"/>
              </a:rPr>
              <a:t>Physical</a:t>
            </a:r>
            <a:r>
              <a:rPr lang="en-US" altLang="en-US" b="1" dirty="0">
                <a:solidFill>
                  <a:srgbClr val="3366FF"/>
                </a:solidFill>
              </a:rPr>
              <a:t> </a:t>
            </a:r>
            <a:r>
              <a:rPr lang="en-US" altLang="en-US" b="1" dirty="0">
                <a:solidFill>
                  <a:srgbClr val="006699"/>
                </a:solidFill>
                <a:latin typeface="+mj-lt"/>
              </a:rPr>
              <a:t>address</a:t>
            </a:r>
            <a:r>
              <a:rPr lang="en-US" altLang="en-US" dirty="0">
                <a:solidFill>
                  <a:srgbClr val="3366FF"/>
                </a:solidFill>
              </a:rPr>
              <a:t> </a:t>
            </a:r>
            <a:r>
              <a:rPr lang="en-US" altLang="en-US" dirty="0"/>
              <a:t>– address seen by the memory unit</a:t>
            </a:r>
          </a:p>
          <a:p>
            <a:r>
              <a:rPr lang="en-US" altLang="en-US" dirty="0"/>
              <a:t>Logical and physical addresses are the same in compile-time and load-time address-binding schemes; logical (virtual) and physical addresses differ in execution-time address-binding scheme</a:t>
            </a:r>
          </a:p>
          <a:p>
            <a:r>
              <a:rPr lang="en-US" altLang="en-US" b="1" dirty="0">
                <a:solidFill>
                  <a:srgbClr val="006699"/>
                </a:solidFill>
                <a:latin typeface="+mj-lt"/>
              </a:rPr>
              <a:t>Logical</a:t>
            </a:r>
            <a:r>
              <a:rPr lang="en-US" altLang="en-US" b="1" dirty="0">
                <a:solidFill>
                  <a:srgbClr val="3366FF"/>
                </a:solidFill>
              </a:rPr>
              <a:t> </a:t>
            </a:r>
            <a:r>
              <a:rPr lang="en-US" altLang="en-US" b="1" dirty="0">
                <a:solidFill>
                  <a:srgbClr val="006699"/>
                </a:solidFill>
                <a:latin typeface="+mj-lt"/>
              </a:rPr>
              <a:t>address</a:t>
            </a:r>
            <a:r>
              <a:rPr lang="en-US" altLang="en-US" b="1" dirty="0">
                <a:solidFill>
                  <a:srgbClr val="3366FF"/>
                </a:solidFill>
              </a:rPr>
              <a:t> </a:t>
            </a:r>
            <a:r>
              <a:rPr lang="en-US" altLang="en-US" b="1" dirty="0">
                <a:solidFill>
                  <a:srgbClr val="006699"/>
                </a:solidFill>
                <a:latin typeface="+mj-lt"/>
              </a:rPr>
              <a:t>space</a:t>
            </a:r>
            <a:r>
              <a:rPr lang="en-US" altLang="en-US" b="1" dirty="0">
                <a:solidFill>
                  <a:srgbClr val="3366FF"/>
                </a:solidFill>
              </a:rPr>
              <a:t> </a:t>
            </a:r>
            <a:r>
              <a:rPr lang="en-US" altLang="en-US" dirty="0"/>
              <a:t>is the set of all logical addresses generated by a program</a:t>
            </a:r>
          </a:p>
          <a:p>
            <a:r>
              <a:rPr lang="en-US" altLang="en-US" b="1" dirty="0">
                <a:solidFill>
                  <a:srgbClr val="006699"/>
                </a:solidFill>
                <a:latin typeface="+mj-lt"/>
              </a:rPr>
              <a:t>Physical</a:t>
            </a:r>
            <a:r>
              <a:rPr lang="en-US" altLang="en-US" b="1" dirty="0">
                <a:solidFill>
                  <a:srgbClr val="3366FF"/>
                </a:solidFill>
              </a:rPr>
              <a:t> </a:t>
            </a:r>
            <a:r>
              <a:rPr lang="en-US" altLang="en-US" b="1" dirty="0">
                <a:solidFill>
                  <a:srgbClr val="006699"/>
                </a:solidFill>
                <a:latin typeface="+mj-lt"/>
              </a:rPr>
              <a:t>address</a:t>
            </a:r>
            <a:r>
              <a:rPr lang="en-US" altLang="en-US" b="1" dirty="0">
                <a:solidFill>
                  <a:srgbClr val="3366FF"/>
                </a:solidFill>
              </a:rPr>
              <a:t> </a:t>
            </a:r>
            <a:r>
              <a:rPr lang="en-US" altLang="en-US" b="1" dirty="0">
                <a:solidFill>
                  <a:srgbClr val="006699"/>
                </a:solidFill>
                <a:latin typeface="+mj-lt"/>
              </a:rPr>
              <a:t>space</a:t>
            </a:r>
            <a:r>
              <a:rPr lang="en-US" altLang="en-US" b="1" dirty="0">
                <a:solidFill>
                  <a:srgbClr val="3366FF"/>
                </a:solidFill>
              </a:rPr>
              <a:t> </a:t>
            </a:r>
            <a:r>
              <a:rPr lang="en-US" altLang="en-US" dirty="0"/>
              <a:t>is the set of all physical addresses generated by a program</a:t>
            </a:r>
          </a:p>
          <a:p>
            <a:endParaRPr lang="en-US" altLang="en-US" dirty="0"/>
          </a:p>
          <a:p>
            <a:endParaRPr lang="en-US" altLang="en-US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Rectangle 2">
            <a:extLst>
              <a:ext uri="{FF2B5EF4-FFF2-40B4-BE49-F238E27FC236}">
                <a16:creationId xmlns:a16="http://schemas.microsoft.com/office/drawing/2014/main" id="{6B95EF18-CDEF-4577-B2D3-2194188A6B2D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879475" y="225267"/>
            <a:ext cx="7839075" cy="576262"/>
          </a:xfrm>
        </p:spPr>
        <p:txBody>
          <a:bodyPr/>
          <a:lstStyle/>
          <a:p>
            <a:pPr eaLnBrk="1" hangingPunct="1"/>
            <a:r>
              <a:rPr lang="en-US" altLang="en-US" dirty="0"/>
              <a:t>Memory-Management Unit (</a:t>
            </a:r>
            <a:r>
              <a:rPr lang="en-US" altLang="en-US" sz="2800" dirty="0"/>
              <a:t>MMU</a:t>
            </a:r>
            <a:r>
              <a:rPr lang="en-US" altLang="en-US" dirty="0"/>
              <a:t>)</a:t>
            </a:r>
          </a:p>
        </p:txBody>
      </p:sp>
      <p:sp>
        <p:nvSpPr>
          <p:cNvPr id="13315" name="Rectangle 3">
            <a:extLst>
              <a:ext uri="{FF2B5EF4-FFF2-40B4-BE49-F238E27FC236}">
                <a16:creationId xmlns:a16="http://schemas.microsoft.com/office/drawing/2014/main" id="{48574B01-7329-4E5A-9F99-22E3D937557B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839757" y="1147602"/>
            <a:ext cx="7623108" cy="4484688"/>
          </a:xfrm>
        </p:spPr>
        <p:txBody>
          <a:bodyPr/>
          <a:lstStyle/>
          <a:p>
            <a:r>
              <a:rPr lang="en-US" altLang="en-US" dirty="0"/>
              <a:t>Hardware device that at run time maps virtual to physical address</a:t>
            </a:r>
          </a:p>
          <a:p>
            <a:endParaRPr lang="en-US" altLang="en-US" dirty="0"/>
          </a:p>
          <a:p>
            <a:endParaRPr lang="en-US" altLang="en-US" dirty="0"/>
          </a:p>
          <a:p>
            <a:endParaRPr lang="en-US" altLang="en-US" dirty="0"/>
          </a:p>
          <a:p>
            <a:endParaRPr lang="en-US" altLang="en-US" dirty="0"/>
          </a:p>
          <a:p>
            <a:endParaRPr lang="en-US" altLang="en-US" dirty="0"/>
          </a:p>
          <a:p>
            <a:endParaRPr lang="en-US" altLang="en-US" dirty="0"/>
          </a:p>
          <a:p>
            <a:endParaRPr lang="en-US" altLang="en-US" dirty="0"/>
          </a:p>
          <a:p>
            <a:r>
              <a:rPr lang="en-US" altLang="en-US" dirty="0"/>
              <a:t>Many methods possible, covered in the rest of this chapter</a:t>
            </a:r>
          </a:p>
          <a:p>
            <a:endParaRPr lang="en-US" altLang="en-US" dirty="0"/>
          </a:p>
          <a:p>
            <a:pPr>
              <a:buFont typeface="Monotype Sorts" pitchFamily="-84" charset="2"/>
              <a:buNone/>
            </a:pPr>
            <a:endParaRPr lang="en-US" altLang="en-US" sz="800" dirty="0"/>
          </a:p>
          <a:p>
            <a:pPr>
              <a:buFont typeface="Monotype Sorts" pitchFamily="-84" charset="2"/>
              <a:buNone/>
            </a:pPr>
            <a:endParaRPr lang="en-US" altLang="en-US" dirty="0"/>
          </a:p>
        </p:txBody>
      </p:sp>
      <p:pic>
        <p:nvPicPr>
          <p:cNvPr id="13316" name="Picture 4" descr="W:\os-book\OS10\slide-dir\os-figures\9_04.jpg">
            <a:extLst>
              <a:ext uri="{FF2B5EF4-FFF2-40B4-BE49-F238E27FC236}">
                <a16:creationId xmlns:a16="http://schemas.microsoft.com/office/drawing/2014/main" id="{2AB2E1F5-A2FA-4767-BE68-4BD3C62D70C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57388" y="1900238"/>
            <a:ext cx="5137150" cy="18669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Rectangle 2">
            <a:extLst>
              <a:ext uri="{FF2B5EF4-FFF2-40B4-BE49-F238E27FC236}">
                <a16:creationId xmlns:a16="http://schemas.microsoft.com/office/drawing/2014/main" id="{C1853C0D-86FA-4ABD-BE59-06CB86C67253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879475" y="225265"/>
            <a:ext cx="7839075" cy="576262"/>
          </a:xfrm>
        </p:spPr>
        <p:txBody>
          <a:bodyPr/>
          <a:lstStyle/>
          <a:p>
            <a:pPr eaLnBrk="1" hangingPunct="1"/>
            <a:r>
              <a:rPr lang="en-US" altLang="en-US" dirty="0"/>
              <a:t>Memory-Management Unit (Cont.)</a:t>
            </a:r>
          </a:p>
        </p:txBody>
      </p:sp>
      <p:sp>
        <p:nvSpPr>
          <p:cNvPr id="13315" name="Rectangle 3">
            <a:extLst>
              <a:ext uri="{FF2B5EF4-FFF2-40B4-BE49-F238E27FC236}">
                <a16:creationId xmlns:a16="http://schemas.microsoft.com/office/drawing/2014/main" id="{CFED0DC6-3DA5-44F7-A884-CB2916BA4B49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851482" y="1163638"/>
            <a:ext cx="7630045" cy="4484687"/>
          </a:xfrm>
        </p:spPr>
        <p:txBody>
          <a:bodyPr/>
          <a:lstStyle/>
          <a:p>
            <a:pPr>
              <a:defRPr/>
            </a:pPr>
            <a:r>
              <a:rPr lang="en-US" altLang="en-US" dirty="0"/>
              <a:t>Consider simple scheme. which is  a generalization of the base-register scheme.</a:t>
            </a:r>
          </a:p>
          <a:p>
            <a:pPr marL="285750" lvl="1">
              <a:buClr>
                <a:srgbClr val="993300"/>
              </a:buClr>
              <a:buFont typeface="Wingdings" panose="05000000000000000000" pitchFamily="2" charset="2"/>
              <a:buChar char="§"/>
              <a:defRPr/>
            </a:pPr>
            <a:r>
              <a:rPr lang="en-US" altLang="en-US" dirty="0"/>
              <a:t>The base register now called </a:t>
            </a:r>
            <a:r>
              <a:rPr lang="en-US" altLang="en-US" b="1" dirty="0">
                <a:solidFill>
                  <a:srgbClr val="006699"/>
                </a:solidFill>
                <a:latin typeface="+mj-lt"/>
              </a:rPr>
              <a:t>relocation</a:t>
            </a:r>
            <a:r>
              <a:rPr lang="en-US" altLang="en-US" b="1" dirty="0">
                <a:solidFill>
                  <a:srgbClr val="0000FF"/>
                </a:solidFill>
              </a:rPr>
              <a:t> </a:t>
            </a:r>
            <a:r>
              <a:rPr lang="en-US" altLang="en-US" b="1" dirty="0">
                <a:solidFill>
                  <a:srgbClr val="006699"/>
                </a:solidFill>
                <a:latin typeface="+mj-lt"/>
              </a:rPr>
              <a:t>register</a:t>
            </a:r>
          </a:p>
          <a:p>
            <a:pPr>
              <a:defRPr/>
            </a:pPr>
            <a:r>
              <a:rPr lang="en-US" altLang="en-US" dirty="0"/>
              <a:t>The value in the relocation register is added to every address generated by a user process at the time it is sent to memory</a:t>
            </a:r>
          </a:p>
          <a:p>
            <a:pPr>
              <a:defRPr/>
            </a:pPr>
            <a:r>
              <a:rPr lang="en-US" altLang="en-US" dirty="0"/>
              <a:t>The user program deals with </a:t>
            </a:r>
            <a:r>
              <a:rPr lang="en-US" altLang="en-US" i="1" dirty="0"/>
              <a:t>logical</a:t>
            </a:r>
            <a:r>
              <a:rPr lang="en-US" altLang="en-US" dirty="0"/>
              <a:t> addresses; it never sees the </a:t>
            </a:r>
            <a:r>
              <a:rPr lang="en-US" altLang="en-US" i="1" dirty="0"/>
              <a:t>real</a:t>
            </a:r>
            <a:r>
              <a:rPr lang="en-US" altLang="en-US" dirty="0"/>
              <a:t> physical addresses</a:t>
            </a:r>
          </a:p>
          <a:p>
            <a:pPr lvl="1">
              <a:defRPr/>
            </a:pPr>
            <a:r>
              <a:rPr lang="en-US" altLang="en-US" dirty="0"/>
              <a:t>Execution-time binding occurs when reference is made to location in memory</a:t>
            </a:r>
          </a:p>
          <a:p>
            <a:pPr lvl="1">
              <a:defRPr/>
            </a:pPr>
            <a:r>
              <a:rPr lang="en-US" altLang="en-US" dirty="0"/>
              <a:t>Logical address bound to physical addresses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Rectangle 2">
            <a:extLst>
              <a:ext uri="{FF2B5EF4-FFF2-40B4-BE49-F238E27FC236}">
                <a16:creationId xmlns:a16="http://schemas.microsoft.com/office/drawing/2014/main" id="{203BE3E9-3276-40C6-9019-A680702CA624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879475" y="225267"/>
            <a:ext cx="7839075" cy="576262"/>
          </a:xfrm>
        </p:spPr>
        <p:txBody>
          <a:bodyPr/>
          <a:lstStyle/>
          <a:p>
            <a:pPr eaLnBrk="1" hangingPunct="1"/>
            <a:r>
              <a:rPr lang="en-US" altLang="en-US" dirty="0"/>
              <a:t>Memory-Management Unit (Cont.)</a:t>
            </a:r>
          </a:p>
        </p:txBody>
      </p:sp>
      <p:sp>
        <p:nvSpPr>
          <p:cNvPr id="15363" name="Rectangle 3">
            <a:extLst>
              <a:ext uri="{FF2B5EF4-FFF2-40B4-BE49-F238E27FC236}">
                <a16:creationId xmlns:a16="http://schemas.microsoft.com/office/drawing/2014/main" id="{3112FE82-FDC2-4B07-9892-9E8699A75913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851482" y="1163638"/>
            <a:ext cx="7704690" cy="4484687"/>
          </a:xfrm>
        </p:spPr>
        <p:txBody>
          <a:bodyPr/>
          <a:lstStyle/>
          <a:p>
            <a:r>
              <a:rPr lang="en-US" altLang="en-US" dirty="0"/>
              <a:t>Consider simple scheme. which is  a generalization of the base-register scheme.</a:t>
            </a:r>
          </a:p>
          <a:p>
            <a:pPr marL="285750" lvl="1">
              <a:buClr>
                <a:srgbClr val="993300"/>
              </a:buClr>
              <a:buFont typeface="Wingdings" panose="05000000000000000000" pitchFamily="2" charset="2"/>
              <a:buChar char="§"/>
            </a:pPr>
            <a:r>
              <a:rPr lang="en-US" altLang="en-US" dirty="0"/>
              <a:t>The base register now called </a:t>
            </a:r>
            <a:r>
              <a:rPr lang="en-US" altLang="en-US" b="1" dirty="0">
                <a:solidFill>
                  <a:srgbClr val="006699"/>
                </a:solidFill>
                <a:latin typeface="+mj-lt"/>
              </a:rPr>
              <a:t>relocation</a:t>
            </a:r>
            <a:r>
              <a:rPr lang="en-US" altLang="en-US" b="1" dirty="0">
                <a:solidFill>
                  <a:srgbClr val="0000FF"/>
                </a:solidFill>
              </a:rPr>
              <a:t> </a:t>
            </a:r>
            <a:r>
              <a:rPr lang="en-US" altLang="en-US" b="1" dirty="0">
                <a:solidFill>
                  <a:srgbClr val="006699"/>
                </a:solidFill>
                <a:latin typeface="+mj-lt"/>
              </a:rPr>
              <a:t>register</a:t>
            </a:r>
          </a:p>
          <a:p>
            <a:r>
              <a:rPr lang="en-US" altLang="en-US" dirty="0"/>
              <a:t>The value in the relocation register is added to every address generated by a user process at the time it is sent to memory</a:t>
            </a:r>
          </a:p>
        </p:txBody>
      </p:sp>
      <p:pic>
        <p:nvPicPr>
          <p:cNvPr id="15364" name="Picture 2" descr="W:\os-book\OS10\slide-dir\os-figures\9_05.jpg">
            <a:extLst>
              <a:ext uri="{FF2B5EF4-FFF2-40B4-BE49-F238E27FC236}">
                <a16:creationId xmlns:a16="http://schemas.microsoft.com/office/drawing/2014/main" id="{CBF084AF-4DAB-4818-B64F-34A63D306E9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94048" y="3202147"/>
            <a:ext cx="3981450" cy="28082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Rectangle 2">
            <a:extLst>
              <a:ext uri="{FF2B5EF4-FFF2-40B4-BE49-F238E27FC236}">
                <a16:creationId xmlns:a16="http://schemas.microsoft.com/office/drawing/2014/main" id="{617DA286-2F3A-47A5-A909-FB6B92D7C79F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52631" y="237998"/>
            <a:ext cx="8224837" cy="571500"/>
          </a:xfrm>
        </p:spPr>
        <p:txBody>
          <a:bodyPr/>
          <a:lstStyle/>
          <a:p>
            <a:pPr eaLnBrk="1" hangingPunct="1"/>
            <a:r>
              <a:rPr lang="en-US" altLang="en-US" dirty="0"/>
              <a:t>Dynamic Loading</a:t>
            </a:r>
          </a:p>
        </p:txBody>
      </p:sp>
      <p:sp>
        <p:nvSpPr>
          <p:cNvPr id="16387" name="Rectangle 3">
            <a:extLst>
              <a:ext uri="{FF2B5EF4-FFF2-40B4-BE49-F238E27FC236}">
                <a16:creationId xmlns:a16="http://schemas.microsoft.com/office/drawing/2014/main" id="{ADD2F991-6EF7-4E08-A73D-5D29F76031B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86407" y="1135063"/>
            <a:ext cx="7641772" cy="52117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64008" tIns="32004" rIns="64008" bIns="32004"/>
          <a:lstStyle>
            <a:lvl1pPr marL="488950" indent="-48895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1060450" indent="-407988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35000"/>
              </a:spcBef>
              <a:buClr>
                <a:srgbClr val="993300"/>
              </a:buClr>
              <a:buSzPct val="110000"/>
              <a:buFont typeface="Wingdings" panose="05000000000000000000" pitchFamily="2" charset="2"/>
              <a:buChar char="§"/>
            </a:pPr>
            <a:r>
              <a:rPr kumimoji="1" lang="en-US" altLang="en-US" dirty="0">
                <a:latin typeface="Helvetica" panose="020B0604020202020204" pitchFamily="34" charset="0"/>
              </a:rPr>
              <a:t>The entire  program does need to be in memory to execute</a:t>
            </a:r>
          </a:p>
          <a:p>
            <a:pPr>
              <a:spcBef>
                <a:spcPct val="35000"/>
              </a:spcBef>
              <a:buClr>
                <a:srgbClr val="993300"/>
              </a:buClr>
              <a:buSzPct val="110000"/>
              <a:buFont typeface="Wingdings" panose="05000000000000000000" pitchFamily="2" charset="2"/>
              <a:buChar char="§"/>
            </a:pPr>
            <a:r>
              <a:rPr kumimoji="1" lang="en-US" altLang="en-US" dirty="0">
                <a:latin typeface="Helvetica" panose="020B0604020202020204" pitchFamily="34" charset="0"/>
              </a:rPr>
              <a:t>Routine is not loaded until it is called</a:t>
            </a:r>
          </a:p>
          <a:p>
            <a:pPr>
              <a:spcBef>
                <a:spcPct val="35000"/>
              </a:spcBef>
              <a:buClr>
                <a:srgbClr val="993300"/>
              </a:buClr>
              <a:buSzPct val="110000"/>
              <a:buFont typeface="Wingdings" panose="05000000000000000000" pitchFamily="2" charset="2"/>
              <a:buChar char="§"/>
            </a:pPr>
            <a:r>
              <a:rPr kumimoji="1" lang="en-US" altLang="en-US" dirty="0">
                <a:latin typeface="Helvetica" panose="020B0604020202020204" pitchFamily="34" charset="0"/>
              </a:rPr>
              <a:t>Better memory-space utilization; unused routine is never loaded</a:t>
            </a:r>
          </a:p>
          <a:p>
            <a:pPr>
              <a:spcBef>
                <a:spcPct val="35000"/>
              </a:spcBef>
              <a:buClr>
                <a:srgbClr val="993300"/>
              </a:buClr>
              <a:buSzPct val="110000"/>
              <a:buFont typeface="Wingdings" panose="05000000000000000000" pitchFamily="2" charset="2"/>
              <a:buChar char="§"/>
            </a:pPr>
            <a:r>
              <a:rPr kumimoji="1" lang="en-US" altLang="en-US" dirty="0">
                <a:latin typeface="Helvetica" panose="020B0604020202020204" pitchFamily="34" charset="0"/>
              </a:rPr>
              <a:t>All routines kept on disk in relocatable load format</a:t>
            </a:r>
          </a:p>
          <a:p>
            <a:pPr>
              <a:spcBef>
                <a:spcPct val="35000"/>
              </a:spcBef>
              <a:buClr>
                <a:srgbClr val="993300"/>
              </a:buClr>
              <a:buSzPct val="110000"/>
              <a:buFont typeface="Wingdings" panose="05000000000000000000" pitchFamily="2" charset="2"/>
              <a:buChar char="§"/>
            </a:pPr>
            <a:r>
              <a:rPr kumimoji="1" lang="en-US" altLang="en-US" dirty="0">
                <a:latin typeface="Helvetica" panose="020B0604020202020204" pitchFamily="34" charset="0"/>
              </a:rPr>
              <a:t>Useful when large amounts of code are needed to handle infrequently occurring cases</a:t>
            </a:r>
          </a:p>
          <a:p>
            <a:pPr>
              <a:spcBef>
                <a:spcPct val="35000"/>
              </a:spcBef>
              <a:buClr>
                <a:srgbClr val="993300"/>
              </a:buClr>
              <a:buSzPct val="110000"/>
              <a:buFont typeface="Wingdings" panose="05000000000000000000" pitchFamily="2" charset="2"/>
              <a:buChar char="§"/>
            </a:pPr>
            <a:r>
              <a:rPr kumimoji="1" lang="en-US" altLang="en-US" dirty="0">
                <a:latin typeface="Helvetica" panose="020B0604020202020204" pitchFamily="34" charset="0"/>
              </a:rPr>
              <a:t>No special support from the operating system is required</a:t>
            </a:r>
          </a:p>
          <a:p>
            <a:pPr lvl="1">
              <a:spcBef>
                <a:spcPct val="35000"/>
              </a:spcBef>
              <a:buClr>
                <a:srgbClr val="CC6600"/>
              </a:buClr>
              <a:buSzPct val="110000"/>
              <a:buFont typeface="Arial" panose="020B0604020202020204" pitchFamily="34" charset="0"/>
              <a:buChar char="•"/>
            </a:pPr>
            <a:r>
              <a:rPr kumimoji="1" lang="en-US" altLang="en-US" dirty="0">
                <a:latin typeface="Helvetica" panose="020B0604020202020204" pitchFamily="34" charset="0"/>
              </a:rPr>
              <a:t>Implemented through program design</a:t>
            </a:r>
          </a:p>
          <a:p>
            <a:pPr lvl="1">
              <a:spcBef>
                <a:spcPct val="35000"/>
              </a:spcBef>
              <a:buClr>
                <a:srgbClr val="CC6600"/>
              </a:buClr>
              <a:buSzPct val="110000"/>
              <a:buFont typeface="Arial" panose="020B0604020202020204" pitchFamily="34" charset="0"/>
              <a:buChar char="•"/>
            </a:pPr>
            <a:r>
              <a:rPr kumimoji="1" lang="en-US" altLang="en-US" dirty="0">
                <a:latin typeface="Helvetica" panose="020B0604020202020204" pitchFamily="34" charset="0"/>
              </a:rPr>
              <a:t>OS can help by providing libraries to implement dynamic loading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Rectangle 2">
            <a:extLst>
              <a:ext uri="{FF2B5EF4-FFF2-40B4-BE49-F238E27FC236}">
                <a16:creationId xmlns:a16="http://schemas.microsoft.com/office/drawing/2014/main" id="{3696C27A-FB51-40E7-91BD-D5EBFD1BE814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57200" y="237188"/>
            <a:ext cx="8229600" cy="576262"/>
          </a:xfrm>
        </p:spPr>
        <p:txBody>
          <a:bodyPr/>
          <a:lstStyle/>
          <a:p>
            <a:pPr eaLnBrk="1" hangingPunct="1"/>
            <a:r>
              <a:rPr lang="en-US" altLang="en-US" dirty="0"/>
              <a:t>Dynamic Linking</a:t>
            </a:r>
          </a:p>
        </p:txBody>
      </p:sp>
      <p:sp>
        <p:nvSpPr>
          <p:cNvPr id="17411" name="Rectangle 3">
            <a:extLst>
              <a:ext uri="{FF2B5EF4-FFF2-40B4-BE49-F238E27FC236}">
                <a16:creationId xmlns:a16="http://schemas.microsoft.com/office/drawing/2014/main" id="{7C59CC23-F8F4-463E-94EA-C3BD81D92617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830424" y="1062038"/>
            <a:ext cx="7669764" cy="4660900"/>
          </a:xfrm>
        </p:spPr>
        <p:txBody>
          <a:bodyPr/>
          <a:lstStyle/>
          <a:p>
            <a:r>
              <a:rPr lang="en-US" altLang="en-US" b="1" dirty="0">
                <a:solidFill>
                  <a:srgbClr val="006699"/>
                </a:solidFill>
                <a:latin typeface="+mj-lt"/>
              </a:rPr>
              <a:t>Static</a:t>
            </a:r>
            <a:r>
              <a:rPr lang="en-US" altLang="en-US" b="1" dirty="0">
                <a:solidFill>
                  <a:srgbClr val="3366FF"/>
                </a:solidFill>
              </a:rPr>
              <a:t> </a:t>
            </a:r>
            <a:r>
              <a:rPr lang="en-US" altLang="en-US" b="1" dirty="0">
                <a:solidFill>
                  <a:srgbClr val="006699"/>
                </a:solidFill>
                <a:latin typeface="+mj-lt"/>
              </a:rPr>
              <a:t>linking</a:t>
            </a:r>
            <a:r>
              <a:rPr lang="en-US" altLang="en-US" b="1" dirty="0">
                <a:solidFill>
                  <a:srgbClr val="3366FF"/>
                </a:solidFill>
              </a:rPr>
              <a:t> </a:t>
            </a:r>
            <a:r>
              <a:rPr lang="en-US" altLang="en-US" dirty="0"/>
              <a:t>– system libraries and program code combined by the loader into the binary program image</a:t>
            </a:r>
          </a:p>
          <a:p>
            <a:r>
              <a:rPr lang="en-US" altLang="en-US" dirty="0"/>
              <a:t>Dynamic linking –linking postponed until execution time</a:t>
            </a:r>
            <a:endParaRPr lang="en-US" altLang="en-US" sz="800" dirty="0"/>
          </a:p>
          <a:p>
            <a:r>
              <a:rPr lang="en-US" altLang="en-US" dirty="0"/>
              <a:t>Small piece of code, </a:t>
            </a:r>
            <a:r>
              <a:rPr lang="en-US" altLang="en-US" b="1" dirty="0">
                <a:solidFill>
                  <a:srgbClr val="006699"/>
                </a:solidFill>
                <a:latin typeface="+mj-lt"/>
              </a:rPr>
              <a:t>stub</a:t>
            </a:r>
            <a:r>
              <a:rPr lang="en-US" altLang="en-US" dirty="0"/>
              <a:t>, used to locate the appropriate memory-resident library routine</a:t>
            </a:r>
            <a:endParaRPr lang="en-US" altLang="en-US" sz="800" dirty="0"/>
          </a:p>
          <a:p>
            <a:r>
              <a:rPr lang="en-US" altLang="en-US" dirty="0"/>
              <a:t>Stub replaces itself with the address of the routine, and executes the routine</a:t>
            </a:r>
            <a:endParaRPr lang="en-US" altLang="en-US" sz="800" dirty="0"/>
          </a:p>
          <a:p>
            <a:r>
              <a:rPr lang="en-US" altLang="en-US" dirty="0"/>
              <a:t>Operating system checks if routine is in processes</a:t>
            </a:r>
            <a:r>
              <a:rPr lang="ja-JP" altLang="en-US" dirty="0"/>
              <a:t>’</a:t>
            </a:r>
            <a:r>
              <a:rPr lang="en-US" altLang="ja-JP" dirty="0"/>
              <a:t> memory address</a:t>
            </a:r>
          </a:p>
          <a:p>
            <a:pPr lvl="1"/>
            <a:r>
              <a:rPr lang="en-US" altLang="en-US" dirty="0"/>
              <a:t>If not in address space, add to address space</a:t>
            </a:r>
            <a:endParaRPr lang="en-US" altLang="en-US" sz="800" dirty="0"/>
          </a:p>
          <a:p>
            <a:r>
              <a:rPr lang="en-US" altLang="en-US" dirty="0"/>
              <a:t>Dynamic linking is particularly useful for libraries</a:t>
            </a:r>
            <a:endParaRPr lang="en-US" altLang="en-US" sz="800" dirty="0"/>
          </a:p>
          <a:p>
            <a:r>
              <a:rPr lang="en-US" altLang="en-US" dirty="0"/>
              <a:t>System also known as </a:t>
            </a:r>
            <a:r>
              <a:rPr lang="en-US" altLang="en-US" b="1" dirty="0">
                <a:solidFill>
                  <a:srgbClr val="006699"/>
                </a:solidFill>
                <a:latin typeface="+mj-lt"/>
              </a:rPr>
              <a:t>shared</a:t>
            </a:r>
            <a:r>
              <a:rPr lang="en-US" altLang="en-US" b="1" dirty="0">
                <a:solidFill>
                  <a:srgbClr val="3366FF"/>
                </a:solidFill>
              </a:rPr>
              <a:t> </a:t>
            </a:r>
            <a:r>
              <a:rPr lang="en-US" altLang="en-US" b="1" dirty="0">
                <a:solidFill>
                  <a:srgbClr val="006699"/>
                </a:solidFill>
                <a:latin typeface="+mj-lt"/>
              </a:rPr>
              <a:t>libraries</a:t>
            </a:r>
          </a:p>
          <a:p>
            <a:r>
              <a:rPr lang="en-US" altLang="en-US" dirty="0">
                <a:solidFill>
                  <a:srgbClr val="000000"/>
                </a:solidFill>
              </a:rPr>
              <a:t>Consider applicability to patching system libraries</a:t>
            </a:r>
          </a:p>
          <a:p>
            <a:pPr lvl="1"/>
            <a:r>
              <a:rPr lang="en-US" altLang="en-US" dirty="0">
                <a:solidFill>
                  <a:srgbClr val="000000"/>
                </a:solidFill>
              </a:rPr>
              <a:t>Versioning may be needed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Rectangle 1026">
            <a:extLst>
              <a:ext uri="{FF2B5EF4-FFF2-40B4-BE49-F238E27FC236}">
                <a16:creationId xmlns:a16="http://schemas.microsoft.com/office/drawing/2014/main" id="{5A517565-09AB-4767-AA90-A8C1F0CB8474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866775" y="222674"/>
            <a:ext cx="7820025" cy="576262"/>
          </a:xfrm>
        </p:spPr>
        <p:txBody>
          <a:bodyPr/>
          <a:lstStyle/>
          <a:p>
            <a:pPr eaLnBrk="1" hangingPunct="1"/>
            <a:r>
              <a:rPr lang="en-US" altLang="en-US" dirty="0"/>
              <a:t>Contiguous Allocation</a:t>
            </a:r>
          </a:p>
        </p:txBody>
      </p:sp>
      <p:sp>
        <p:nvSpPr>
          <p:cNvPr id="18435" name="Rectangle 1027">
            <a:extLst>
              <a:ext uri="{FF2B5EF4-FFF2-40B4-BE49-F238E27FC236}">
                <a16:creationId xmlns:a16="http://schemas.microsoft.com/office/drawing/2014/main" id="{363EA7DD-91CF-4272-A490-C120271519AF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866775" y="1077913"/>
            <a:ext cx="7633413" cy="4991100"/>
          </a:xfrm>
        </p:spPr>
        <p:txBody>
          <a:bodyPr/>
          <a:lstStyle/>
          <a:p>
            <a:r>
              <a:rPr lang="en-US" altLang="en-US" dirty="0"/>
              <a:t>Main memory must support both OS and user processes</a:t>
            </a:r>
          </a:p>
          <a:p>
            <a:r>
              <a:rPr lang="en-US" altLang="en-US" dirty="0"/>
              <a:t>Limited resource, must allocate efficiently</a:t>
            </a:r>
          </a:p>
          <a:p>
            <a:r>
              <a:rPr lang="en-US" altLang="en-US" dirty="0"/>
              <a:t>Contiguous allocation is one early method</a:t>
            </a:r>
          </a:p>
          <a:p>
            <a:r>
              <a:rPr lang="en-US" altLang="en-US" dirty="0"/>
              <a:t>Main memory usually into two </a:t>
            </a:r>
            <a:r>
              <a:rPr lang="en-US" altLang="en-US" b="1" dirty="0">
                <a:solidFill>
                  <a:srgbClr val="006699"/>
                </a:solidFill>
                <a:latin typeface="+mj-lt"/>
              </a:rPr>
              <a:t>partitions</a:t>
            </a:r>
            <a:r>
              <a:rPr lang="en-US" altLang="en-US" dirty="0"/>
              <a:t>:</a:t>
            </a:r>
          </a:p>
          <a:p>
            <a:pPr lvl="1"/>
            <a:r>
              <a:rPr lang="en-US" altLang="en-US" dirty="0"/>
              <a:t>Resident operating system, usually held in low memory with interrupt vector</a:t>
            </a:r>
          </a:p>
          <a:p>
            <a:pPr lvl="1"/>
            <a:r>
              <a:rPr lang="en-US" altLang="en-US" dirty="0"/>
              <a:t>User processes then held in high memory</a:t>
            </a:r>
          </a:p>
          <a:p>
            <a:pPr lvl="1"/>
            <a:r>
              <a:rPr lang="en-US" altLang="en-US" dirty="0"/>
              <a:t>Each process contained in single contiguous section of memory</a:t>
            </a:r>
          </a:p>
          <a:p>
            <a:endParaRPr lang="en-US" altLang="en-US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Rectangle 1026">
            <a:extLst>
              <a:ext uri="{FF2B5EF4-FFF2-40B4-BE49-F238E27FC236}">
                <a16:creationId xmlns:a16="http://schemas.microsoft.com/office/drawing/2014/main" id="{8560E35A-794D-4ECB-A0B0-C5E4764E2BAF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866775" y="232005"/>
            <a:ext cx="7820025" cy="576262"/>
          </a:xfrm>
        </p:spPr>
        <p:txBody>
          <a:bodyPr/>
          <a:lstStyle/>
          <a:p>
            <a:pPr eaLnBrk="1" hangingPunct="1"/>
            <a:r>
              <a:rPr lang="en-US" altLang="en-US" dirty="0"/>
              <a:t>Contiguous Allocation (Cont.)</a:t>
            </a:r>
          </a:p>
        </p:txBody>
      </p:sp>
      <p:sp>
        <p:nvSpPr>
          <p:cNvPr id="19459" name="Rectangle 1027">
            <a:extLst>
              <a:ext uri="{FF2B5EF4-FFF2-40B4-BE49-F238E27FC236}">
                <a16:creationId xmlns:a16="http://schemas.microsoft.com/office/drawing/2014/main" id="{05D35068-7CB7-493B-864A-9C27D4AD815C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866775" y="1093788"/>
            <a:ext cx="7605421" cy="4991100"/>
          </a:xfrm>
        </p:spPr>
        <p:txBody>
          <a:bodyPr/>
          <a:lstStyle/>
          <a:p>
            <a:r>
              <a:rPr lang="en-US" altLang="en-US" dirty="0"/>
              <a:t>Relocation registers used to protect user processes from each other, and from changing operating-system code and data</a:t>
            </a:r>
          </a:p>
          <a:p>
            <a:pPr lvl="1"/>
            <a:r>
              <a:rPr lang="en-US" altLang="en-US" dirty="0"/>
              <a:t>Base register contains value of smallest physical address</a:t>
            </a:r>
          </a:p>
          <a:p>
            <a:pPr lvl="1"/>
            <a:r>
              <a:rPr lang="en-US" altLang="en-US" dirty="0"/>
              <a:t>Limit register contains range of logical addresses – each logical address must be less than the limit register </a:t>
            </a:r>
          </a:p>
          <a:p>
            <a:pPr lvl="1"/>
            <a:r>
              <a:rPr lang="en-US" altLang="en-US" dirty="0"/>
              <a:t>MMU maps logical address </a:t>
            </a:r>
            <a:r>
              <a:rPr lang="en-US" altLang="en-US" i="1" dirty="0"/>
              <a:t>dynamically</a:t>
            </a:r>
          </a:p>
          <a:p>
            <a:pPr lvl="1"/>
            <a:r>
              <a:rPr lang="en-US" altLang="en-US" dirty="0"/>
              <a:t>Can then allow actions such as kernel code being </a:t>
            </a:r>
            <a:r>
              <a:rPr lang="en-US" altLang="en-US" b="1" dirty="0">
                <a:solidFill>
                  <a:srgbClr val="006699"/>
                </a:solidFill>
                <a:latin typeface="+mj-lt"/>
              </a:rPr>
              <a:t>transient</a:t>
            </a:r>
            <a:r>
              <a:rPr lang="en-US" altLang="en-US" b="1" dirty="0">
                <a:solidFill>
                  <a:srgbClr val="0000FF"/>
                </a:solidFill>
              </a:rPr>
              <a:t> </a:t>
            </a:r>
            <a:r>
              <a:rPr lang="en-US" altLang="en-US" dirty="0"/>
              <a:t>and kernel changing size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Rectangle 2">
            <a:extLst>
              <a:ext uri="{FF2B5EF4-FFF2-40B4-BE49-F238E27FC236}">
                <a16:creationId xmlns:a16="http://schemas.microsoft.com/office/drawing/2014/main" id="{CA539788-E800-4271-88C5-165DD45312EB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788693" y="232005"/>
            <a:ext cx="8442325" cy="576262"/>
          </a:xfrm>
        </p:spPr>
        <p:txBody>
          <a:bodyPr/>
          <a:lstStyle/>
          <a:p>
            <a:pPr eaLnBrk="1" hangingPunct="1"/>
            <a:r>
              <a:rPr lang="en-US" altLang="en-US" sz="2400" dirty="0"/>
              <a:t>Hardware Support for Relocation and Limit Registers</a:t>
            </a:r>
          </a:p>
        </p:txBody>
      </p:sp>
      <p:pic>
        <p:nvPicPr>
          <p:cNvPr id="20483" name="Picture 4" descr="8">
            <a:extLst>
              <a:ext uri="{FF2B5EF4-FFF2-40B4-BE49-F238E27FC236}">
                <a16:creationId xmlns:a16="http://schemas.microsoft.com/office/drawing/2014/main" id="{8B9138A6-75B5-441A-842E-43E123DF3E6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44675" y="1347788"/>
            <a:ext cx="5845175" cy="29019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Rectangle 2">
            <a:extLst>
              <a:ext uri="{FF2B5EF4-FFF2-40B4-BE49-F238E27FC236}">
                <a16:creationId xmlns:a16="http://schemas.microsoft.com/office/drawing/2014/main" id="{EE547A1C-BA00-4FD5-B75F-1BA0C14CB239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559837" y="184150"/>
            <a:ext cx="8438113" cy="615950"/>
          </a:xfrm>
        </p:spPr>
        <p:txBody>
          <a:bodyPr/>
          <a:lstStyle/>
          <a:p>
            <a:pPr eaLnBrk="1" hangingPunct="1"/>
            <a:r>
              <a:rPr lang="en-US" altLang="en-US" dirty="0"/>
              <a:t/>
            </a:r>
            <a:br>
              <a:rPr lang="en-US" altLang="en-US" dirty="0"/>
            </a:br>
            <a:r>
              <a:rPr lang="en-US" altLang="en-US" dirty="0"/>
              <a:t>Variable Partition</a:t>
            </a:r>
          </a:p>
        </p:txBody>
      </p:sp>
      <p:sp>
        <p:nvSpPr>
          <p:cNvPr id="21507" name="Rectangle 3">
            <a:extLst>
              <a:ext uri="{FF2B5EF4-FFF2-40B4-BE49-F238E27FC236}">
                <a16:creationId xmlns:a16="http://schemas.microsoft.com/office/drawing/2014/main" id="{4B12B19D-5F62-4569-A4AE-2840954F1ED4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787400" y="1076325"/>
            <a:ext cx="7770813" cy="3262313"/>
          </a:xfrm>
        </p:spPr>
        <p:txBody>
          <a:bodyPr/>
          <a:lstStyle/>
          <a:p>
            <a:r>
              <a:rPr lang="en-US" altLang="en-US" dirty="0"/>
              <a:t>Multiple-partition allocation</a:t>
            </a:r>
          </a:p>
          <a:p>
            <a:pPr lvl="1"/>
            <a:r>
              <a:rPr lang="en-US" altLang="en-US" sz="1600" dirty="0"/>
              <a:t>Degree of multiprogramming limited by number of partitions</a:t>
            </a:r>
          </a:p>
          <a:p>
            <a:pPr lvl="1"/>
            <a:r>
              <a:rPr lang="en-US" altLang="en-US" b="1" dirty="0">
                <a:solidFill>
                  <a:srgbClr val="006699"/>
                </a:solidFill>
                <a:latin typeface="+mj-lt"/>
              </a:rPr>
              <a:t>Variable-partition</a:t>
            </a:r>
            <a:r>
              <a:rPr lang="en-US" altLang="en-US" sz="1600" b="1" dirty="0">
                <a:solidFill>
                  <a:srgbClr val="0000FF"/>
                </a:solidFill>
              </a:rPr>
              <a:t> </a:t>
            </a:r>
            <a:r>
              <a:rPr lang="en-US" altLang="en-US" sz="1600" dirty="0"/>
              <a:t>sizes for efficiency (sized to a given process’ needs)</a:t>
            </a:r>
          </a:p>
          <a:p>
            <a:pPr lvl="1"/>
            <a:r>
              <a:rPr lang="en-US" altLang="en-US" b="1" dirty="0">
                <a:solidFill>
                  <a:srgbClr val="006699"/>
                </a:solidFill>
                <a:latin typeface="+mj-lt"/>
              </a:rPr>
              <a:t>Hole</a:t>
            </a:r>
            <a:r>
              <a:rPr lang="en-US" altLang="en-US" sz="1600" dirty="0"/>
              <a:t> – block of available memory; holes of various size are scattered throughout memory</a:t>
            </a:r>
          </a:p>
          <a:p>
            <a:pPr lvl="1"/>
            <a:r>
              <a:rPr lang="en-US" altLang="en-US" sz="1600" dirty="0"/>
              <a:t>When a process arrives, it is allocated memory from a hole large enough to accommodate it</a:t>
            </a:r>
          </a:p>
          <a:p>
            <a:pPr lvl="1"/>
            <a:r>
              <a:rPr lang="en-US" altLang="en-US" sz="1600" dirty="0"/>
              <a:t>Process exiting frees its partition, adjacent free partitions combined</a:t>
            </a:r>
          </a:p>
          <a:p>
            <a:pPr lvl="1"/>
            <a:r>
              <a:rPr lang="en-US" altLang="en-US" sz="1600" dirty="0"/>
              <a:t>Operating system maintains information about:</a:t>
            </a:r>
            <a:br>
              <a:rPr lang="en-US" altLang="en-US" sz="1600" dirty="0"/>
            </a:br>
            <a:r>
              <a:rPr lang="en-US" altLang="en-US" sz="1600" dirty="0"/>
              <a:t>a) allocated partitions    b) free partitions (hole)</a:t>
            </a:r>
          </a:p>
        </p:txBody>
      </p:sp>
      <p:pic>
        <p:nvPicPr>
          <p:cNvPr id="21508" name="Picture 5" descr="W:\os-book\OS10\slide-dir\os-figures\9_07.jpg">
            <a:extLst>
              <a:ext uri="{FF2B5EF4-FFF2-40B4-BE49-F238E27FC236}">
                <a16:creationId xmlns:a16="http://schemas.microsoft.com/office/drawing/2014/main" id="{6DDB2633-499B-427F-A2B7-19B399A98EE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97125" y="4446588"/>
            <a:ext cx="4899025" cy="1454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Rectangle 2">
            <a:extLst>
              <a:ext uri="{FF2B5EF4-FFF2-40B4-BE49-F238E27FC236}">
                <a16:creationId xmlns:a16="http://schemas.microsoft.com/office/drawing/2014/main" id="{E1A741CD-CC0B-4B8D-B4DA-1C981F6F724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989886" y="235762"/>
            <a:ext cx="7772400" cy="576262"/>
          </a:xfrm>
        </p:spPr>
        <p:txBody>
          <a:bodyPr/>
          <a:lstStyle/>
          <a:p>
            <a:pPr eaLnBrk="1" hangingPunct="1"/>
            <a:r>
              <a:rPr lang="en-US" altLang="en-US" dirty="0"/>
              <a:t>Dynamic Storage-Allocation Problem</a:t>
            </a:r>
          </a:p>
        </p:txBody>
      </p:sp>
      <p:sp>
        <p:nvSpPr>
          <p:cNvPr id="22531" name="Rectangle 3">
            <a:extLst>
              <a:ext uri="{FF2B5EF4-FFF2-40B4-BE49-F238E27FC236}">
                <a16:creationId xmlns:a16="http://schemas.microsoft.com/office/drawing/2014/main" id="{046846F0-F200-438E-8BA7-F729921F7A72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1479550" y="1709738"/>
            <a:ext cx="7001977" cy="2605087"/>
          </a:xfrm>
        </p:spPr>
        <p:txBody>
          <a:bodyPr/>
          <a:lstStyle/>
          <a:p>
            <a:pPr>
              <a:lnSpc>
                <a:spcPct val="90000"/>
              </a:lnSpc>
            </a:pPr>
            <a:r>
              <a:rPr lang="en-US" altLang="en-US" b="1" dirty="0">
                <a:solidFill>
                  <a:srgbClr val="006699"/>
                </a:solidFill>
                <a:latin typeface="+mj-lt"/>
              </a:rPr>
              <a:t>First-fit</a:t>
            </a:r>
            <a:r>
              <a:rPr lang="en-US" altLang="en-US" dirty="0"/>
              <a:t>:  Allocate the </a:t>
            </a:r>
            <a:r>
              <a:rPr lang="en-US" altLang="en-US" b="1" i="1" dirty="0"/>
              <a:t>first</a:t>
            </a:r>
            <a:r>
              <a:rPr lang="en-US" altLang="en-US" dirty="0"/>
              <a:t> hole that is big enough</a:t>
            </a:r>
          </a:p>
          <a:p>
            <a:pPr>
              <a:lnSpc>
                <a:spcPct val="90000"/>
              </a:lnSpc>
            </a:pPr>
            <a:r>
              <a:rPr lang="en-US" altLang="en-US" b="1" dirty="0">
                <a:solidFill>
                  <a:srgbClr val="006699"/>
                </a:solidFill>
                <a:latin typeface="+mj-lt"/>
              </a:rPr>
              <a:t>Best-fit</a:t>
            </a:r>
            <a:r>
              <a:rPr lang="en-US" altLang="en-US" dirty="0"/>
              <a:t>:  Allocate the </a:t>
            </a:r>
            <a:r>
              <a:rPr lang="en-US" altLang="en-US" b="1" i="1" dirty="0"/>
              <a:t>smallest</a:t>
            </a:r>
            <a:r>
              <a:rPr lang="en-US" altLang="en-US" dirty="0"/>
              <a:t> hole that is big enough; must search entire list, unless ordered by size  </a:t>
            </a:r>
          </a:p>
          <a:p>
            <a:pPr lvl="1">
              <a:lnSpc>
                <a:spcPct val="90000"/>
              </a:lnSpc>
            </a:pPr>
            <a:r>
              <a:rPr lang="en-US" altLang="en-US" dirty="0"/>
              <a:t>Produces the smallest leftover hole</a:t>
            </a:r>
          </a:p>
          <a:p>
            <a:pPr>
              <a:lnSpc>
                <a:spcPct val="90000"/>
              </a:lnSpc>
            </a:pPr>
            <a:r>
              <a:rPr lang="en-US" altLang="en-US" b="1" dirty="0">
                <a:solidFill>
                  <a:srgbClr val="006699"/>
                </a:solidFill>
                <a:latin typeface="+mj-lt"/>
              </a:rPr>
              <a:t>Worst-fit</a:t>
            </a:r>
            <a:r>
              <a:rPr lang="en-US" altLang="en-US" dirty="0"/>
              <a:t>:  Allocate the </a:t>
            </a:r>
            <a:r>
              <a:rPr lang="en-US" altLang="en-US" b="1" i="1" dirty="0"/>
              <a:t>largest</a:t>
            </a:r>
            <a:r>
              <a:rPr lang="en-US" altLang="en-US" dirty="0"/>
              <a:t> hole; must also search entire list  </a:t>
            </a:r>
          </a:p>
          <a:p>
            <a:pPr lvl="1">
              <a:lnSpc>
                <a:spcPct val="90000"/>
              </a:lnSpc>
            </a:pPr>
            <a:r>
              <a:rPr lang="en-US" altLang="en-US" dirty="0"/>
              <a:t>Produces the largest leftover hole</a:t>
            </a:r>
          </a:p>
        </p:txBody>
      </p:sp>
      <p:sp>
        <p:nvSpPr>
          <p:cNvPr id="22532" name="Text Box 4">
            <a:extLst>
              <a:ext uri="{FF2B5EF4-FFF2-40B4-BE49-F238E27FC236}">
                <a16:creationId xmlns:a16="http://schemas.microsoft.com/office/drawing/2014/main" id="{21455A16-B9AD-4BA3-B8E6-118DAB62A41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89886" y="1164447"/>
            <a:ext cx="6108700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1435" tIns="45718" rIns="91435" bIns="45718" anchor="ctr">
            <a:spAutoFit/>
          </a:bodyPr>
          <a:lstStyle>
            <a:lvl1pPr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50000"/>
              </a:spcBef>
            </a:pPr>
            <a:r>
              <a:rPr lang="en-US" altLang="en-US" dirty="0">
                <a:latin typeface="Helvetica" panose="020B0604020202020204" pitchFamily="34" charset="0"/>
              </a:rPr>
              <a:t>How to satisfy a request of size </a:t>
            </a:r>
            <a:r>
              <a:rPr lang="en-US" altLang="en-US" b="1" i="1" dirty="0">
                <a:latin typeface="Helvetica" panose="020B0604020202020204" pitchFamily="34" charset="0"/>
              </a:rPr>
              <a:t>n</a:t>
            </a:r>
            <a:r>
              <a:rPr lang="en-US" altLang="en-US" dirty="0">
                <a:latin typeface="Helvetica" panose="020B0604020202020204" pitchFamily="34" charset="0"/>
              </a:rPr>
              <a:t> from a list of free holes?</a:t>
            </a:r>
          </a:p>
        </p:txBody>
      </p:sp>
      <p:sp>
        <p:nvSpPr>
          <p:cNvPr id="22533" name="Text Box 5">
            <a:extLst>
              <a:ext uri="{FF2B5EF4-FFF2-40B4-BE49-F238E27FC236}">
                <a16:creationId xmlns:a16="http://schemas.microsoft.com/office/drawing/2014/main" id="{6E8A16A6-712F-4B6F-B60A-954775598F6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91455" y="3844115"/>
            <a:ext cx="7222121" cy="646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1435" tIns="45718" rIns="91435" bIns="45718" anchor="ctr">
            <a:spAutoFit/>
          </a:bodyPr>
          <a:lstStyle>
            <a:lvl1pPr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pPr>
              <a:spcBef>
                <a:spcPct val="50000"/>
              </a:spcBef>
            </a:pPr>
            <a:r>
              <a:rPr lang="en-US" altLang="en-US" dirty="0">
                <a:latin typeface="Helvetica" panose="020B0604020202020204" pitchFamily="34" charset="0"/>
              </a:rPr>
              <a:t>First-fit and best-fit better than worst-fit in terms of speed and storage utilization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Rectangle 1026">
            <a:extLst>
              <a:ext uri="{FF2B5EF4-FFF2-40B4-BE49-F238E27FC236}">
                <a16:creationId xmlns:a16="http://schemas.microsoft.com/office/drawing/2014/main" id="{534D9BC0-752C-49BF-81BD-50A1A3166DAB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855663" y="236379"/>
            <a:ext cx="7831137" cy="576263"/>
          </a:xfrm>
        </p:spPr>
        <p:txBody>
          <a:bodyPr/>
          <a:lstStyle/>
          <a:p>
            <a:pPr eaLnBrk="1" hangingPunct="1"/>
            <a:r>
              <a:rPr lang="en-US" altLang="en-US" dirty="0"/>
              <a:t>Fragmentation</a:t>
            </a:r>
          </a:p>
        </p:txBody>
      </p:sp>
      <p:sp>
        <p:nvSpPr>
          <p:cNvPr id="23555" name="Rectangle 1027">
            <a:extLst>
              <a:ext uri="{FF2B5EF4-FFF2-40B4-BE49-F238E27FC236}">
                <a16:creationId xmlns:a16="http://schemas.microsoft.com/office/drawing/2014/main" id="{C8EC98FB-DB12-4D53-B1D8-DA0D6EC9FEE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855663" y="1114425"/>
            <a:ext cx="7663186" cy="4999038"/>
          </a:xfrm>
        </p:spPr>
        <p:txBody>
          <a:bodyPr/>
          <a:lstStyle/>
          <a:p>
            <a:r>
              <a:rPr lang="en-US" altLang="en-US" b="1" dirty="0">
                <a:solidFill>
                  <a:srgbClr val="006699"/>
                </a:solidFill>
                <a:latin typeface="+mj-lt"/>
              </a:rPr>
              <a:t>External</a:t>
            </a:r>
            <a:r>
              <a:rPr lang="en-US" altLang="en-US" b="1" dirty="0">
                <a:solidFill>
                  <a:srgbClr val="3366FF"/>
                </a:solidFill>
              </a:rPr>
              <a:t> </a:t>
            </a:r>
            <a:r>
              <a:rPr lang="en-US" altLang="en-US" b="1" dirty="0">
                <a:solidFill>
                  <a:srgbClr val="006699"/>
                </a:solidFill>
                <a:latin typeface="+mj-lt"/>
              </a:rPr>
              <a:t>Fragmentation</a:t>
            </a:r>
            <a:r>
              <a:rPr lang="en-US" altLang="en-US" dirty="0">
                <a:solidFill>
                  <a:srgbClr val="3366FF"/>
                </a:solidFill>
              </a:rPr>
              <a:t> </a:t>
            </a:r>
            <a:r>
              <a:rPr lang="en-US" altLang="en-US" dirty="0"/>
              <a:t>– total memory space exists to satisfy a request, but it is not contiguous</a:t>
            </a:r>
            <a:endParaRPr lang="en-US" altLang="en-US" b="1" dirty="0">
              <a:solidFill>
                <a:srgbClr val="3366FF"/>
              </a:solidFill>
            </a:endParaRPr>
          </a:p>
          <a:p>
            <a:r>
              <a:rPr lang="en-US" altLang="en-US" b="1" dirty="0">
                <a:solidFill>
                  <a:srgbClr val="006699"/>
                </a:solidFill>
                <a:latin typeface="+mj-lt"/>
              </a:rPr>
              <a:t>Internal</a:t>
            </a:r>
            <a:r>
              <a:rPr lang="en-US" altLang="en-US" b="1" dirty="0">
                <a:solidFill>
                  <a:srgbClr val="3366FF"/>
                </a:solidFill>
              </a:rPr>
              <a:t> </a:t>
            </a:r>
            <a:r>
              <a:rPr lang="en-US" altLang="en-US" b="1" dirty="0">
                <a:solidFill>
                  <a:srgbClr val="006699"/>
                </a:solidFill>
                <a:latin typeface="+mj-lt"/>
              </a:rPr>
              <a:t>Fragmentation</a:t>
            </a:r>
            <a:r>
              <a:rPr lang="en-US" altLang="en-US" dirty="0">
                <a:solidFill>
                  <a:srgbClr val="3366FF"/>
                </a:solidFill>
              </a:rPr>
              <a:t> </a:t>
            </a:r>
            <a:r>
              <a:rPr lang="en-US" altLang="en-US" dirty="0"/>
              <a:t>– allocated memory may be slightly larger than requested memory; this size difference is memory internal to a partition, but not being used</a:t>
            </a:r>
          </a:p>
          <a:p>
            <a:r>
              <a:rPr lang="en-US" altLang="en-US" dirty="0"/>
              <a:t>First fit analysis reveals that given </a:t>
            </a:r>
            <a:r>
              <a:rPr lang="en-US" altLang="en-US" i="1" dirty="0"/>
              <a:t>N</a:t>
            </a:r>
            <a:r>
              <a:rPr lang="en-US" altLang="en-US" dirty="0"/>
              <a:t> blocks allocated, 0.5 </a:t>
            </a:r>
            <a:r>
              <a:rPr lang="en-US" altLang="en-US" i="1" dirty="0"/>
              <a:t>N</a:t>
            </a:r>
            <a:r>
              <a:rPr lang="en-US" altLang="en-US" dirty="0"/>
              <a:t> blocks lost to fragmentation</a:t>
            </a:r>
          </a:p>
          <a:p>
            <a:pPr lvl="1"/>
            <a:r>
              <a:rPr lang="en-US" altLang="en-US" dirty="0"/>
              <a:t>1/3 may be unusable -&gt; </a:t>
            </a:r>
            <a:r>
              <a:rPr lang="en-US" altLang="en-US" b="1" dirty="0">
                <a:solidFill>
                  <a:srgbClr val="006699"/>
                </a:solidFill>
                <a:latin typeface="+mj-lt"/>
              </a:rPr>
              <a:t>50-percent</a:t>
            </a:r>
            <a:r>
              <a:rPr lang="en-US" altLang="en-US" b="1" dirty="0">
                <a:solidFill>
                  <a:srgbClr val="3366FF"/>
                </a:solidFill>
              </a:rPr>
              <a:t> </a:t>
            </a:r>
            <a:r>
              <a:rPr lang="en-US" altLang="en-US" b="1" dirty="0">
                <a:solidFill>
                  <a:srgbClr val="006699"/>
                </a:solidFill>
                <a:latin typeface="+mj-lt"/>
              </a:rPr>
              <a:t>rule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Title 1">
            <a:extLst>
              <a:ext uri="{FF2B5EF4-FFF2-40B4-BE49-F238E27FC236}">
                <a16:creationId xmlns:a16="http://schemas.microsoft.com/office/drawing/2014/main" id="{F08491A6-3C3E-4138-B669-0D4F9036684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48493"/>
            <a:ext cx="8229600" cy="576263"/>
          </a:xfrm>
        </p:spPr>
        <p:txBody>
          <a:bodyPr/>
          <a:lstStyle/>
          <a:p>
            <a:r>
              <a:rPr lang="en-US" altLang="en-US" dirty="0"/>
              <a:t>Fragmentation (Cont.)</a:t>
            </a:r>
          </a:p>
        </p:txBody>
      </p:sp>
      <p:sp>
        <p:nvSpPr>
          <p:cNvPr id="24579" name="Content Placeholder 2">
            <a:extLst>
              <a:ext uri="{FF2B5EF4-FFF2-40B4-BE49-F238E27FC236}">
                <a16:creationId xmlns:a16="http://schemas.microsoft.com/office/drawing/2014/main" id="{73A91733-AB03-41FF-84D0-DFF0EF0FE2D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49086" y="1154113"/>
            <a:ext cx="7651102" cy="4530725"/>
          </a:xfrm>
        </p:spPr>
        <p:txBody>
          <a:bodyPr/>
          <a:lstStyle/>
          <a:p>
            <a:r>
              <a:rPr lang="en-US" altLang="en-US" dirty="0"/>
              <a:t>Reduce external fragmentation by </a:t>
            </a:r>
            <a:r>
              <a:rPr lang="en-US" altLang="en-US" b="1" dirty="0">
                <a:solidFill>
                  <a:srgbClr val="006699"/>
                </a:solidFill>
                <a:latin typeface="+mj-lt"/>
              </a:rPr>
              <a:t>compaction</a:t>
            </a:r>
          </a:p>
          <a:p>
            <a:pPr lvl="1"/>
            <a:r>
              <a:rPr lang="en-US" altLang="en-US" dirty="0"/>
              <a:t>Shuffle memory contents to place all free memory together in one large block</a:t>
            </a:r>
          </a:p>
          <a:p>
            <a:pPr lvl="1"/>
            <a:r>
              <a:rPr lang="en-US" altLang="en-US" dirty="0"/>
              <a:t>Compaction is possible </a:t>
            </a:r>
            <a:r>
              <a:rPr lang="en-US" altLang="en-US" i="1" dirty="0"/>
              <a:t>only</a:t>
            </a:r>
            <a:r>
              <a:rPr lang="en-US" altLang="en-US" dirty="0"/>
              <a:t> if relocation is dynamic, and is done at execution time</a:t>
            </a:r>
          </a:p>
          <a:p>
            <a:pPr lvl="1"/>
            <a:r>
              <a:rPr lang="en-US" altLang="en-US" dirty="0"/>
              <a:t>I/O problem</a:t>
            </a:r>
          </a:p>
          <a:p>
            <a:pPr lvl="2"/>
            <a:r>
              <a:rPr lang="en-US" altLang="en-US" dirty="0"/>
              <a:t>Latch job in memory while it is involved in I/O</a:t>
            </a:r>
          </a:p>
          <a:p>
            <a:pPr lvl="2"/>
            <a:r>
              <a:rPr lang="en-US" altLang="en-US" dirty="0"/>
              <a:t>Do I/O only into OS buffers</a:t>
            </a:r>
          </a:p>
          <a:p>
            <a:r>
              <a:rPr lang="en-US" altLang="en-US" dirty="0"/>
              <a:t>Now consider that backing store has same fragmentation problems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Rectangle 1026">
            <a:extLst>
              <a:ext uri="{FF2B5EF4-FFF2-40B4-BE49-F238E27FC236}">
                <a16:creationId xmlns:a16="http://schemas.microsoft.com/office/drawing/2014/main" id="{E725BB56-A638-4160-B622-2B266E8E797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57200" y="236379"/>
            <a:ext cx="8229600" cy="576263"/>
          </a:xfrm>
        </p:spPr>
        <p:txBody>
          <a:bodyPr/>
          <a:lstStyle/>
          <a:p>
            <a:pPr eaLnBrk="1" hangingPunct="1"/>
            <a:r>
              <a:rPr lang="en-US" altLang="en-US" dirty="0"/>
              <a:t>Paging</a:t>
            </a:r>
          </a:p>
        </p:txBody>
      </p:sp>
      <p:sp>
        <p:nvSpPr>
          <p:cNvPr id="25603" name="Rectangle 1027">
            <a:extLst>
              <a:ext uri="{FF2B5EF4-FFF2-40B4-BE49-F238E27FC236}">
                <a16:creationId xmlns:a16="http://schemas.microsoft.com/office/drawing/2014/main" id="{441B5E44-FE32-44C1-BCFC-248B4940F17D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821094" y="1128713"/>
            <a:ext cx="7484706" cy="4764087"/>
          </a:xfrm>
        </p:spPr>
        <p:txBody>
          <a:bodyPr/>
          <a:lstStyle/>
          <a:p>
            <a:r>
              <a:rPr lang="en-US" altLang="en-US" dirty="0"/>
              <a:t>Physical  address space of a process can be noncontiguous; process is allocated physical memory whenever the latter is available</a:t>
            </a:r>
          </a:p>
          <a:p>
            <a:pPr lvl="1"/>
            <a:r>
              <a:rPr lang="en-US" altLang="en-US" dirty="0"/>
              <a:t>Avoids external fragmentation</a:t>
            </a:r>
          </a:p>
          <a:p>
            <a:pPr lvl="1"/>
            <a:r>
              <a:rPr lang="en-US" altLang="en-US" dirty="0"/>
              <a:t>Avoids problem of varying sized memory chunks</a:t>
            </a:r>
            <a:endParaRPr lang="en-US" altLang="en-US" sz="800" dirty="0"/>
          </a:p>
          <a:p>
            <a:r>
              <a:rPr lang="en-US" altLang="en-US" dirty="0"/>
              <a:t>Divide physical memory into fixed-sized blocks called </a:t>
            </a:r>
            <a:r>
              <a:rPr lang="en-US" altLang="en-US" b="1" dirty="0">
                <a:solidFill>
                  <a:srgbClr val="006699"/>
                </a:solidFill>
                <a:latin typeface="+mj-lt"/>
              </a:rPr>
              <a:t>frames</a:t>
            </a:r>
          </a:p>
          <a:p>
            <a:pPr lvl="1"/>
            <a:r>
              <a:rPr lang="en-US" altLang="en-US" dirty="0">
                <a:solidFill>
                  <a:srgbClr val="000000"/>
                </a:solidFill>
              </a:rPr>
              <a:t>Size </a:t>
            </a:r>
            <a:r>
              <a:rPr lang="en-US" altLang="en-US" dirty="0"/>
              <a:t>is power of 2, between 512 bytes and 16 Mbytes</a:t>
            </a:r>
            <a:endParaRPr lang="en-US" altLang="en-US" sz="800" dirty="0"/>
          </a:p>
          <a:p>
            <a:r>
              <a:rPr lang="en-US" altLang="en-US" dirty="0"/>
              <a:t>Divide logical memory into blocks of same size called </a:t>
            </a:r>
            <a:r>
              <a:rPr lang="en-US" altLang="en-US" b="1" dirty="0">
                <a:solidFill>
                  <a:srgbClr val="006699"/>
                </a:solidFill>
                <a:latin typeface="+mj-lt"/>
              </a:rPr>
              <a:t>pages</a:t>
            </a:r>
          </a:p>
          <a:p>
            <a:r>
              <a:rPr lang="en-US" altLang="en-US" dirty="0"/>
              <a:t>Keep track of all free frames</a:t>
            </a:r>
            <a:endParaRPr lang="en-US" altLang="en-US" sz="800" dirty="0"/>
          </a:p>
          <a:p>
            <a:r>
              <a:rPr lang="en-US" altLang="en-US" dirty="0"/>
              <a:t>To run a program of size </a:t>
            </a:r>
            <a:r>
              <a:rPr lang="en-US" altLang="en-US" b="1" i="1" dirty="0"/>
              <a:t>N</a:t>
            </a:r>
            <a:r>
              <a:rPr lang="en-US" altLang="en-US" i="1" dirty="0"/>
              <a:t> </a:t>
            </a:r>
            <a:r>
              <a:rPr lang="en-US" altLang="en-US" dirty="0"/>
              <a:t>pages, need to find </a:t>
            </a:r>
            <a:r>
              <a:rPr lang="en-US" altLang="en-US" b="1" i="1" dirty="0"/>
              <a:t>N</a:t>
            </a:r>
            <a:r>
              <a:rPr lang="en-US" altLang="en-US" dirty="0"/>
              <a:t> free frames and load program</a:t>
            </a:r>
            <a:endParaRPr lang="en-US" altLang="en-US" sz="800" dirty="0"/>
          </a:p>
          <a:p>
            <a:r>
              <a:rPr lang="en-US" altLang="en-US" dirty="0"/>
              <a:t>Set up a </a:t>
            </a:r>
            <a:r>
              <a:rPr lang="en-US" altLang="en-US" b="1" dirty="0">
                <a:solidFill>
                  <a:srgbClr val="006699"/>
                </a:solidFill>
                <a:latin typeface="+mj-lt"/>
              </a:rPr>
              <a:t>page</a:t>
            </a:r>
            <a:r>
              <a:rPr lang="en-US" altLang="en-US" b="1" dirty="0">
                <a:solidFill>
                  <a:srgbClr val="3366FF"/>
                </a:solidFill>
              </a:rPr>
              <a:t> </a:t>
            </a:r>
            <a:r>
              <a:rPr lang="en-US" altLang="en-US" b="1" dirty="0">
                <a:solidFill>
                  <a:srgbClr val="006699"/>
                </a:solidFill>
                <a:latin typeface="+mj-lt"/>
              </a:rPr>
              <a:t>table</a:t>
            </a:r>
            <a:r>
              <a:rPr lang="en-US" altLang="en-US" dirty="0"/>
              <a:t> to translate logical to physical addresses</a:t>
            </a:r>
            <a:endParaRPr lang="en-US" altLang="en-US" sz="800" dirty="0"/>
          </a:p>
          <a:p>
            <a:r>
              <a:rPr lang="en-US" altLang="en-US" dirty="0"/>
              <a:t>Backing store likewise split into pages</a:t>
            </a:r>
          </a:p>
          <a:p>
            <a:r>
              <a:rPr lang="en-US" altLang="en-US" dirty="0"/>
              <a:t>Still have Internal fragmentation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Rectangle 1026">
            <a:extLst>
              <a:ext uri="{FF2B5EF4-FFF2-40B4-BE49-F238E27FC236}">
                <a16:creationId xmlns:a16="http://schemas.microsoft.com/office/drawing/2014/main" id="{576DB622-C30C-459E-B80D-9EEFF320C26D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846138" y="236379"/>
            <a:ext cx="7840662" cy="576263"/>
          </a:xfrm>
        </p:spPr>
        <p:txBody>
          <a:bodyPr/>
          <a:lstStyle/>
          <a:p>
            <a:pPr eaLnBrk="1" hangingPunct="1"/>
            <a:r>
              <a:rPr lang="en-US" altLang="en-US" dirty="0"/>
              <a:t>Address Translation Scheme</a:t>
            </a:r>
          </a:p>
        </p:txBody>
      </p:sp>
      <p:sp>
        <p:nvSpPr>
          <p:cNvPr id="33795" name="Rectangle 1027">
            <a:extLst>
              <a:ext uri="{FF2B5EF4-FFF2-40B4-BE49-F238E27FC236}">
                <a16:creationId xmlns:a16="http://schemas.microsoft.com/office/drawing/2014/main" id="{42BA3A11-5083-4DE6-80B0-272DB2FBA097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841375" y="1125538"/>
            <a:ext cx="7299325" cy="4483100"/>
          </a:xfrm>
        </p:spPr>
        <p:txBody>
          <a:bodyPr/>
          <a:lstStyle/>
          <a:p>
            <a:pPr>
              <a:defRPr/>
            </a:pPr>
            <a:r>
              <a:rPr lang="en-US" altLang="en-US" dirty="0"/>
              <a:t>Address generated by CPU is divided into:</a:t>
            </a:r>
          </a:p>
          <a:p>
            <a:pPr lvl="1">
              <a:defRPr/>
            </a:pPr>
            <a:r>
              <a:rPr lang="en-US" altLang="en-US" b="1" dirty="0">
                <a:solidFill>
                  <a:srgbClr val="006699"/>
                </a:solidFill>
                <a:latin typeface="+mj-lt"/>
              </a:rPr>
              <a:t>Page</a:t>
            </a:r>
            <a:r>
              <a:rPr lang="en-US" altLang="en-US" b="1" dirty="0">
                <a:solidFill>
                  <a:srgbClr val="3366FF"/>
                </a:solidFill>
              </a:rPr>
              <a:t> </a:t>
            </a:r>
            <a:r>
              <a:rPr lang="en-US" altLang="en-US" b="1" dirty="0">
                <a:solidFill>
                  <a:srgbClr val="006699"/>
                </a:solidFill>
                <a:latin typeface="+mj-lt"/>
              </a:rPr>
              <a:t>number</a:t>
            </a:r>
            <a:r>
              <a:rPr lang="en-US" altLang="en-US" b="1" dirty="0">
                <a:solidFill>
                  <a:srgbClr val="3366FF"/>
                </a:solidFill>
              </a:rPr>
              <a:t> </a:t>
            </a:r>
            <a:r>
              <a:rPr lang="en-US" altLang="en-US" dirty="0"/>
              <a:t>(</a:t>
            </a:r>
            <a:r>
              <a:rPr lang="en-US" altLang="en-US" b="1" i="1" dirty="0">
                <a:solidFill>
                  <a:srgbClr val="006699"/>
                </a:solidFill>
                <a:latin typeface="+mj-lt"/>
              </a:rPr>
              <a:t>p</a:t>
            </a:r>
            <a:r>
              <a:rPr lang="en-US" altLang="en-US" dirty="0"/>
              <a:t>)</a:t>
            </a:r>
            <a:r>
              <a:rPr lang="en-US" altLang="en-US" dirty="0">
                <a:solidFill>
                  <a:srgbClr val="3366FF"/>
                </a:solidFill>
              </a:rPr>
              <a:t> </a:t>
            </a:r>
            <a:r>
              <a:rPr lang="en-US" altLang="en-US" dirty="0"/>
              <a:t>– used as an index into a </a:t>
            </a:r>
            <a:r>
              <a:rPr lang="en-US" altLang="en-US" b="1" dirty="0">
                <a:solidFill>
                  <a:srgbClr val="006699"/>
                </a:solidFill>
                <a:latin typeface="+mj-lt"/>
              </a:rPr>
              <a:t>page</a:t>
            </a:r>
            <a:r>
              <a:rPr lang="en-US" altLang="en-US" b="1" dirty="0">
                <a:solidFill>
                  <a:srgbClr val="3366FF"/>
                </a:solidFill>
              </a:rPr>
              <a:t> </a:t>
            </a:r>
            <a:r>
              <a:rPr lang="en-US" altLang="en-US" b="1" dirty="0">
                <a:solidFill>
                  <a:srgbClr val="006699"/>
                </a:solidFill>
                <a:latin typeface="+mj-lt"/>
              </a:rPr>
              <a:t>table</a:t>
            </a:r>
            <a:r>
              <a:rPr lang="en-US" altLang="en-US" b="1" dirty="0">
                <a:solidFill>
                  <a:srgbClr val="3366FF"/>
                </a:solidFill>
              </a:rPr>
              <a:t> </a:t>
            </a:r>
            <a:r>
              <a:rPr lang="en-US" altLang="en-US" dirty="0"/>
              <a:t>which contains base address of each page in physical memory</a:t>
            </a:r>
          </a:p>
          <a:p>
            <a:pPr lvl="1">
              <a:defRPr/>
            </a:pPr>
            <a:r>
              <a:rPr lang="en-US" altLang="en-US" b="1" dirty="0">
                <a:solidFill>
                  <a:srgbClr val="006699"/>
                </a:solidFill>
                <a:latin typeface="+mj-lt"/>
              </a:rPr>
              <a:t>Page</a:t>
            </a:r>
            <a:r>
              <a:rPr lang="en-US" altLang="en-US" b="1" dirty="0">
                <a:solidFill>
                  <a:srgbClr val="3366FF"/>
                </a:solidFill>
              </a:rPr>
              <a:t> </a:t>
            </a:r>
            <a:r>
              <a:rPr lang="en-US" altLang="en-US" b="1" dirty="0">
                <a:solidFill>
                  <a:srgbClr val="006699"/>
                </a:solidFill>
                <a:latin typeface="+mj-lt"/>
              </a:rPr>
              <a:t>offset</a:t>
            </a:r>
            <a:r>
              <a:rPr lang="en-US" altLang="en-US" b="1" dirty="0">
                <a:solidFill>
                  <a:srgbClr val="3366FF"/>
                </a:solidFill>
              </a:rPr>
              <a:t> </a:t>
            </a:r>
            <a:r>
              <a:rPr lang="en-US" altLang="en-US" dirty="0"/>
              <a:t>(</a:t>
            </a:r>
            <a:r>
              <a:rPr lang="en-US" altLang="en-US" b="1" i="1" dirty="0">
                <a:solidFill>
                  <a:srgbClr val="006699"/>
                </a:solidFill>
                <a:latin typeface="+mj-lt"/>
              </a:rPr>
              <a:t>d</a:t>
            </a:r>
            <a:r>
              <a:rPr lang="en-US" altLang="en-US" dirty="0"/>
              <a:t>)</a:t>
            </a:r>
            <a:r>
              <a:rPr lang="en-US" altLang="en-US" dirty="0">
                <a:solidFill>
                  <a:srgbClr val="3366FF"/>
                </a:solidFill>
              </a:rPr>
              <a:t> </a:t>
            </a:r>
            <a:r>
              <a:rPr lang="en-US" altLang="en-US" dirty="0"/>
              <a:t>– combined with base address to define the physical memory address that is sent to the memory unit</a:t>
            </a:r>
          </a:p>
          <a:p>
            <a:pPr lvl="1">
              <a:defRPr/>
            </a:pPr>
            <a:endParaRPr lang="en-US" altLang="en-US" dirty="0"/>
          </a:p>
          <a:p>
            <a:pPr lvl="1">
              <a:defRPr/>
            </a:pPr>
            <a:endParaRPr lang="en-US" altLang="en-US" dirty="0"/>
          </a:p>
          <a:p>
            <a:pPr marL="457200" lvl="1" indent="0">
              <a:buFont typeface="Monotype Sorts" pitchFamily="-84" charset="2"/>
              <a:buNone/>
              <a:defRPr/>
            </a:pPr>
            <a:endParaRPr lang="en-US" altLang="en-US" dirty="0"/>
          </a:p>
          <a:p>
            <a:pPr lvl="1">
              <a:defRPr/>
            </a:pPr>
            <a:endParaRPr lang="en-US" altLang="en-US" dirty="0"/>
          </a:p>
          <a:p>
            <a:pPr lvl="1">
              <a:defRPr/>
            </a:pPr>
            <a:r>
              <a:rPr lang="en-US" altLang="en-US" dirty="0"/>
              <a:t>For given logical address space 2</a:t>
            </a:r>
            <a:r>
              <a:rPr lang="en-US" altLang="en-US" i="1" baseline="30000" dirty="0"/>
              <a:t>m </a:t>
            </a:r>
            <a:r>
              <a:rPr lang="en-US" altLang="en-US" dirty="0"/>
              <a:t>and page size</a:t>
            </a:r>
            <a:r>
              <a:rPr lang="en-US" altLang="en-US" baseline="30000" dirty="0"/>
              <a:t> </a:t>
            </a:r>
            <a:r>
              <a:rPr lang="en-US" altLang="en-US" i="1" dirty="0"/>
              <a:t>2</a:t>
            </a:r>
            <a:r>
              <a:rPr lang="en-US" altLang="en-US" baseline="30000" dirty="0"/>
              <a:t>n</a:t>
            </a:r>
          </a:p>
        </p:txBody>
      </p:sp>
      <p:pic>
        <p:nvPicPr>
          <p:cNvPr id="26628" name="Picture 3">
            <a:extLst>
              <a:ext uri="{FF2B5EF4-FFF2-40B4-BE49-F238E27FC236}">
                <a16:creationId xmlns:a16="http://schemas.microsoft.com/office/drawing/2014/main" id="{69904815-E7B7-455B-B35E-A1E6ACF08AD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900363" y="2882900"/>
            <a:ext cx="3343275" cy="12287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0" name="Rectangle 2">
            <a:extLst>
              <a:ext uri="{FF2B5EF4-FFF2-40B4-BE49-F238E27FC236}">
                <a16:creationId xmlns:a16="http://schemas.microsoft.com/office/drawing/2014/main" id="{1EF58487-042D-466C-B9C3-00E5052CDEC4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749300" y="223291"/>
            <a:ext cx="7937500" cy="576263"/>
          </a:xfrm>
        </p:spPr>
        <p:txBody>
          <a:bodyPr/>
          <a:lstStyle/>
          <a:p>
            <a:pPr eaLnBrk="1" hangingPunct="1"/>
            <a:r>
              <a:rPr lang="en-US" altLang="en-US" dirty="0"/>
              <a:t>Paging Hardware</a:t>
            </a:r>
          </a:p>
        </p:txBody>
      </p:sp>
      <p:pic>
        <p:nvPicPr>
          <p:cNvPr id="27651" name="Picture 7" descr="C:\Users\as668\Desktop\9_08.jpg">
            <a:extLst>
              <a:ext uri="{FF2B5EF4-FFF2-40B4-BE49-F238E27FC236}">
                <a16:creationId xmlns:a16="http://schemas.microsoft.com/office/drawing/2014/main" id="{D7F6073E-F3FF-45ED-A7D7-18DC33404FF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79575" y="1666875"/>
            <a:ext cx="6589713" cy="36623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4" name="Rectangle 1026">
            <a:extLst>
              <a:ext uri="{FF2B5EF4-FFF2-40B4-BE49-F238E27FC236}">
                <a16:creationId xmlns:a16="http://schemas.microsoft.com/office/drawing/2014/main" id="{449B79E3-F191-44B4-954F-BE958071C149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936819" y="167339"/>
            <a:ext cx="8229600" cy="644525"/>
          </a:xfrm>
        </p:spPr>
        <p:txBody>
          <a:bodyPr/>
          <a:lstStyle/>
          <a:p>
            <a:pPr eaLnBrk="1" hangingPunct="1"/>
            <a:r>
              <a:rPr lang="en-US" altLang="en-US" sz="2600" dirty="0"/>
              <a:t>Paging Model of Logical and  Physical Memory</a:t>
            </a:r>
          </a:p>
        </p:txBody>
      </p:sp>
      <p:pic>
        <p:nvPicPr>
          <p:cNvPr id="28675" name="Picture 1030">
            <a:extLst>
              <a:ext uri="{FF2B5EF4-FFF2-40B4-BE49-F238E27FC236}">
                <a16:creationId xmlns:a16="http://schemas.microsoft.com/office/drawing/2014/main" id="{A17EFDC3-16BC-41C6-9509-A548649291A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28813" y="1203325"/>
            <a:ext cx="4938712" cy="46132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8" name="Title 1">
            <a:extLst>
              <a:ext uri="{FF2B5EF4-FFF2-40B4-BE49-F238E27FC236}">
                <a16:creationId xmlns:a16="http://schemas.microsoft.com/office/drawing/2014/main" id="{A627C9DD-1BF9-4605-A223-3B7680AC886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8950" y="232622"/>
            <a:ext cx="8229600" cy="576263"/>
          </a:xfrm>
        </p:spPr>
        <p:txBody>
          <a:bodyPr/>
          <a:lstStyle/>
          <a:p>
            <a:r>
              <a:rPr lang="en-US" altLang="en-US" dirty="0"/>
              <a:t>Paging Example </a:t>
            </a:r>
          </a:p>
        </p:txBody>
      </p:sp>
      <p:sp>
        <p:nvSpPr>
          <p:cNvPr id="29699" name="Content Placeholder 2">
            <a:extLst>
              <a:ext uri="{FF2B5EF4-FFF2-40B4-BE49-F238E27FC236}">
                <a16:creationId xmlns:a16="http://schemas.microsoft.com/office/drawing/2014/main" id="{D53A6D79-A0D1-42C5-8E0A-4AF4B4E9552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0424" y="1138238"/>
            <a:ext cx="7604449" cy="4821237"/>
          </a:xfrm>
        </p:spPr>
        <p:txBody>
          <a:bodyPr/>
          <a:lstStyle/>
          <a:p>
            <a:r>
              <a:rPr lang="en-US" altLang="en-US" dirty="0"/>
              <a:t>Logical address:  n = 2 and  m = 4. Using a page size of 4 bytes and a physical memory of 32 bytes (8 pages)</a:t>
            </a:r>
          </a:p>
        </p:txBody>
      </p:sp>
      <p:pic>
        <p:nvPicPr>
          <p:cNvPr id="29700" name="Picture 6">
            <a:extLst>
              <a:ext uri="{FF2B5EF4-FFF2-40B4-BE49-F238E27FC236}">
                <a16:creationId xmlns:a16="http://schemas.microsoft.com/office/drawing/2014/main" id="{5AE8FE82-D7E1-4A71-B46E-996A46A93C0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55900" y="2014538"/>
            <a:ext cx="3384550" cy="42179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2" name="Title 1">
            <a:extLst>
              <a:ext uri="{FF2B5EF4-FFF2-40B4-BE49-F238E27FC236}">
                <a16:creationId xmlns:a16="http://schemas.microsoft.com/office/drawing/2014/main" id="{E1C42DCF-3AEE-42B0-9D55-FB1937751EB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66593" y="175468"/>
            <a:ext cx="7491607" cy="636588"/>
          </a:xfrm>
        </p:spPr>
        <p:txBody>
          <a:bodyPr/>
          <a:lstStyle/>
          <a:p>
            <a:r>
              <a:rPr lang="en-US" altLang="en-US" sz="2600" dirty="0"/>
              <a:t>Paging -- Calculating internal fragmentation</a:t>
            </a:r>
          </a:p>
        </p:txBody>
      </p:sp>
      <p:sp>
        <p:nvSpPr>
          <p:cNvPr id="30723" name="Content Placeholder 2">
            <a:extLst>
              <a:ext uri="{FF2B5EF4-FFF2-40B4-BE49-F238E27FC236}">
                <a16:creationId xmlns:a16="http://schemas.microsoft.com/office/drawing/2014/main" id="{1E5EBE8C-22E3-4150-941E-4711C5E7D5A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26196" y="1112044"/>
            <a:ext cx="7491607" cy="4633912"/>
          </a:xfrm>
        </p:spPr>
        <p:txBody>
          <a:bodyPr/>
          <a:lstStyle/>
          <a:p>
            <a:r>
              <a:rPr lang="en-US" altLang="en-US" dirty="0"/>
              <a:t>Page size = 2,048 bytes</a:t>
            </a:r>
          </a:p>
          <a:p>
            <a:r>
              <a:rPr lang="en-US" altLang="en-US" dirty="0"/>
              <a:t>Process size = 72,766 bytes</a:t>
            </a:r>
          </a:p>
          <a:p>
            <a:r>
              <a:rPr lang="en-US" altLang="en-US" dirty="0"/>
              <a:t>35 pages + 1,086 bytes</a:t>
            </a:r>
          </a:p>
          <a:p>
            <a:r>
              <a:rPr lang="en-US" altLang="en-US" dirty="0"/>
              <a:t>Internal fragmentation of 2,048 - 1,086 = </a:t>
            </a:r>
            <a:r>
              <a:rPr lang="en-US" altLang="en-US" dirty="0">
                <a:solidFill>
                  <a:srgbClr val="FF0000"/>
                </a:solidFill>
                <a:highlight>
                  <a:srgbClr val="FFFF00"/>
                </a:highlight>
              </a:rPr>
              <a:t>962</a:t>
            </a:r>
            <a:r>
              <a:rPr lang="en-US" altLang="en-US" dirty="0"/>
              <a:t> bytes</a:t>
            </a:r>
          </a:p>
          <a:p>
            <a:r>
              <a:rPr lang="en-US" altLang="en-US" dirty="0"/>
              <a:t>Worst case fragmentation = 1 frame – 1 byte</a:t>
            </a:r>
          </a:p>
          <a:p>
            <a:r>
              <a:rPr lang="en-US" altLang="en-US" dirty="0"/>
              <a:t>On average fragmentation = 1 / 2 frame size</a:t>
            </a:r>
          </a:p>
          <a:p>
            <a:r>
              <a:rPr lang="en-US" altLang="en-US" dirty="0"/>
              <a:t>So small frame sizes desirable?</a:t>
            </a:r>
          </a:p>
          <a:p>
            <a:r>
              <a:rPr lang="en-US" altLang="en-US" dirty="0"/>
              <a:t>But each page table entry takes memory to track</a:t>
            </a:r>
          </a:p>
          <a:p>
            <a:r>
              <a:rPr lang="en-US" altLang="en-US" dirty="0"/>
              <a:t>Page sizes growing over time</a:t>
            </a:r>
          </a:p>
          <a:p>
            <a:pPr lvl="1"/>
            <a:r>
              <a:rPr lang="en-US" altLang="en-US" dirty="0"/>
              <a:t>Solaris supports two page sizes – 8 KB and 4 MB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6" name="Rectangle 2">
            <a:extLst>
              <a:ext uri="{FF2B5EF4-FFF2-40B4-BE49-F238E27FC236}">
                <a16:creationId xmlns:a16="http://schemas.microsoft.com/office/drawing/2014/main" id="{B11DB5D7-2090-4EB1-A4E3-DD891DD5BBF3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57200" y="236379"/>
            <a:ext cx="8229600" cy="576263"/>
          </a:xfrm>
        </p:spPr>
        <p:txBody>
          <a:bodyPr/>
          <a:lstStyle/>
          <a:p>
            <a:pPr eaLnBrk="1" hangingPunct="1"/>
            <a:r>
              <a:rPr lang="en-US" altLang="en-US" dirty="0"/>
              <a:t>Free Frames</a:t>
            </a:r>
          </a:p>
        </p:txBody>
      </p:sp>
      <p:sp>
        <p:nvSpPr>
          <p:cNvPr id="31747" name="Text Box 4">
            <a:extLst>
              <a:ext uri="{FF2B5EF4-FFF2-40B4-BE49-F238E27FC236}">
                <a16:creationId xmlns:a16="http://schemas.microsoft.com/office/drawing/2014/main" id="{2B35E02C-51CA-48A4-B94E-7860BD0EEC7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300288" y="5721350"/>
            <a:ext cx="1901825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1435" tIns="45718" rIns="91435" bIns="45718" anchor="ctr">
            <a:spAutoFit/>
          </a:bodyPr>
          <a:lstStyle>
            <a:lvl1pPr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pPr algn="ctr">
              <a:spcBef>
                <a:spcPct val="50000"/>
              </a:spcBef>
            </a:pPr>
            <a:r>
              <a:rPr lang="en-US" altLang="en-US">
                <a:latin typeface="Helvetica" panose="020B0604020202020204" pitchFamily="34" charset="0"/>
              </a:rPr>
              <a:t>Before allocation</a:t>
            </a:r>
          </a:p>
        </p:txBody>
      </p:sp>
      <p:sp>
        <p:nvSpPr>
          <p:cNvPr id="31748" name="Text Box 5">
            <a:extLst>
              <a:ext uri="{FF2B5EF4-FFF2-40B4-BE49-F238E27FC236}">
                <a16:creationId xmlns:a16="http://schemas.microsoft.com/office/drawing/2014/main" id="{6981FAE5-4311-453C-B15C-45797AB0C7A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343525" y="5734050"/>
            <a:ext cx="1711325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1435" tIns="45718" rIns="91435" bIns="45718" anchor="ctr">
            <a:spAutoFit/>
          </a:bodyPr>
          <a:lstStyle>
            <a:lvl1pPr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pPr algn="ctr">
              <a:spcBef>
                <a:spcPct val="50000"/>
              </a:spcBef>
            </a:pPr>
            <a:r>
              <a:rPr lang="en-US" altLang="en-US">
                <a:latin typeface="Helvetica" panose="020B0604020202020204" pitchFamily="34" charset="0"/>
              </a:rPr>
              <a:t>After allocation</a:t>
            </a:r>
          </a:p>
        </p:txBody>
      </p:sp>
      <p:pic>
        <p:nvPicPr>
          <p:cNvPr id="31749" name="Picture 7">
            <a:extLst>
              <a:ext uri="{FF2B5EF4-FFF2-40B4-BE49-F238E27FC236}">
                <a16:creationId xmlns:a16="http://schemas.microsoft.com/office/drawing/2014/main" id="{9684D19C-89A5-46D5-A831-8E02C3B931C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25625" y="1244600"/>
            <a:ext cx="5903913" cy="42354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0" name="Rectangle 2">
            <a:extLst>
              <a:ext uri="{FF2B5EF4-FFF2-40B4-BE49-F238E27FC236}">
                <a16:creationId xmlns:a16="http://schemas.microsoft.com/office/drawing/2014/main" id="{30F89E33-0E54-4551-A82B-37622A289F14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646113" y="235762"/>
            <a:ext cx="8229600" cy="576262"/>
          </a:xfrm>
        </p:spPr>
        <p:txBody>
          <a:bodyPr/>
          <a:lstStyle/>
          <a:p>
            <a:pPr eaLnBrk="1" hangingPunct="1"/>
            <a:r>
              <a:rPr lang="en-US" altLang="en-US" dirty="0"/>
              <a:t>Implementation of Page Table</a:t>
            </a:r>
          </a:p>
        </p:txBody>
      </p:sp>
      <p:sp>
        <p:nvSpPr>
          <p:cNvPr id="32771" name="Rectangle 3">
            <a:extLst>
              <a:ext uri="{FF2B5EF4-FFF2-40B4-BE49-F238E27FC236}">
                <a16:creationId xmlns:a16="http://schemas.microsoft.com/office/drawing/2014/main" id="{FB578CE8-E6A7-4D4B-8099-B7E1B8DD66E8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802434" y="1146175"/>
            <a:ext cx="7725746" cy="4686300"/>
          </a:xfrm>
        </p:spPr>
        <p:txBody>
          <a:bodyPr/>
          <a:lstStyle/>
          <a:p>
            <a:r>
              <a:rPr lang="en-US" altLang="en-US" dirty="0"/>
              <a:t>Page table is kept in main memory</a:t>
            </a:r>
          </a:p>
          <a:p>
            <a:pPr lvl="1"/>
            <a:r>
              <a:rPr lang="en-US" altLang="en-US" b="1" dirty="0">
                <a:solidFill>
                  <a:srgbClr val="006699"/>
                </a:solidFill>
                <a:latin typeface="+mj-lt"/>
              </a:rPr>
              <a:t>Page-table</a:t>
            </a:r>
            <a:r>
              <a:rPr lang="en-US" altLang="en-US" b="1" dirty="0">
                <a:solidFill>
                  <a:srgbClr val="3366FF"/>
                </a:solidFill>
              </a:rPr>
              <a:t> </a:t>
            </a:r>
            <a:r>
              <a:rPr lang="en-US" altLang="en-US" b="1" dirty="0">
                <a:solidFill>
                  <a:srgbClr val="006699"/>
                </a:solidFill>
                <a:latin typeface="+mj-lt"/>
              </a:rPr>
              <a:t>base</a:t>
            </a:r>
            <a:r>
              <a:rPr lang="en-US" altLang="en-US" b="1" dirty="0">
                <a:solidFill>
                  <a:srgbClr val="3366FF"/>
                </a:solidFill>
              </a:rPr>
              <a:t> </a:t>
            </a:r>
            <a:r>
              <a:rPr lang="en-US" altLang="en-US" b="1" dirty="0">
                <a:solidFill>
                  <a:srgbClr val="006699"/>
                </a:solidFill>
                <a:latin typeface="+mj-lt"/>
              </a:rPr>
              <a:t>register</a:t>
            </a:r>
            <a:r>
              <a:rPr lang="en-US" altLang="en-US" b="1" dirty="0">
                <a:solidFill>
                  <a:srgbClr val="3366FF"/>
                </a:solidFill>
              </a:rPr>
              <a:t> </a:t>
            </a:r>
            <a:r>
              <a:rPr lang="en-US" altLang="en-US" dirty="0"/>
              <a:t>(</a:t>
            </a:r>
            <a:r>
              <a:rPr lang="en-US" altLang="en-US" b="1" dirty="0">
                <a:solidFill>
                  <a:srgbClr val="006699"/>
                </a:solidFill>
                <a:latin typeface="+mj-lt"/>
              </a:rPr>
              <a:t>PTBR</a:t>
            </a:r>
            <a:r>
              <a:rPr lang="en-US" altLang="en-US" dirty="0"/>
              <a:t>)</a:t>
            </a:r>
            <a:r>
              <a:rPr lang="en-US" altLang="en-US" dirty="0">
                <a:solidFill>
                  <a:srgbClr val="3366FF"/>
                </a:solidFill>
              </a:rPr>
              <a:t> </a:t>
            </a:r>
            <a:r>
              <a:rPr lang="en-US" altLang="en-US" dirty="0"/>
              <a:t>points to the page table</a:t>
            </a:r>
          </a:p>
          <a:p>
            <a:pPr lvl="1"/>
            <a:r>
              <a:rPr lang="en-US" altLang="en-US" b="1" dirty="0">
                <a:solidFill>
                  <a:srgbClr val="006699"/>
                </a:solidFill>
                <a:latin typeface="+mj-lt"/>
              </a:rPr>
              <a:t>Page-table</a:t>
            </a:r>
            <a:r>
              <a:rPr lang="en-US" altLang="en-US" b="1" dirty="0">
                <a:solidFill>
                  <a:srgbClr val="3366FF"/>
                </a:solidFill>
              </a:rPr>
              <a:t> </a:t>
            </a:r>
            <a:r>
              <a:rPr lang="en-US" altLang="en-US" b="1" dirty="0">
                <a:solidFill>
                  <a:srgbClr val="006699"/>
                </a:solidFill>
                <a:latin typeface="+mj-lt"/>
              </a:rPr>
              <a:t>length</a:t>
            </a:r>
            <a:r>
              <a:rPr lang="en-US" altLang="en-US" b="1" dirty="0">
                <a:solidFill>
                  <a:srgbClr val="3366FF"/>
                </a:solidFill>
              </a:rPr>
              <a:t> </a:t>
            </a:r>
            <a:r>
              <a:rPr lang="en-US" altLang="en-US" b="1" dirty="0">
                <a:solidFill>
                  <a:srgbClr val="006699"/>
                </a:solidFill>
                <a:latin typeface="+mj-lt"/>
              </a:rPr>
              <a:t>register</a:t>
            </a:r>
            <a:r>
              <a:rPr lang="en-US" altLang="en-US" b="1" dirty="0">
                <a:solidFill>
                  <a:srgbClr val="3366FF"/>
                </a:solidFill>
              </a:rPr>
              <a:t> </a:t>
            </a:r>
            <a:r>
              <a:rPr lang="en-US" altLang="en-US" dirty="0"/>
              <a:t>(</a:t>
            </a:r>
            <a:r>
              <a:rPr lang="en-US" altLang="en-US" b="1" dirty="0">
                <a:solidFill>
                  <a:srgbClr val="006699"/>
                </a:solidFill>
                <a:latin typeface="+mj-lt"/>
              </a:rPr>
              <a:t>PTLR</a:t>
            </a:r>
            <a:r>
              <a:rPr lang="en-US" altLang="en-US" dirty="0"/>
              <a:t>)</a:t>
            </a:r>
            <a:r>
              <a:rPr lang="en-US" altLang="en-US" dirty="0">
                <a:solidFill>
                  <a:srgbClr val="3366FF"/>
                </a:solidFill>
              </a:rPr>
              <a:t> </a:t>
            </a:r>
            <a:r>
              <a:rPr lang="en-US" altLang="en-US" dirty="0"/>
              <a:t>indicates size of the page table</a:t>
            </a:r>
          </a:p>
          <a:p>
            <a:r>
              <a:rPr lang="en-US" altLang="en-US" dirty="0"/>
              <a:t>In this scheme every data/instruction access requires two memory accesses</a:t>
            </a:r>
          </a:p>
          <a:p>
            <a:pPr lvl="1"/>
            <a:r>
              <a:rPr lang="en-US" altLang="en-US" dirty="0"/>
              <a:t>One for the page table and one for the data / instruction</a:t>
            </a:r>
          </a:p>
          <a:p>
            <a:r>
              <a:rPr lang="en-US" altLang="en-US" dirty="0"/>
              <a:t>The two-memory access problem can be solved by the use of a special fast-lookup hardware cache called  </a:t>
            </a:r>
            <a:r>
              <a:rPr lang="en-US" altLang="en-US" b="1" dirty="0">
                <a:solidFill>
                  <a:srgbClr val="006699"/>
                </a:solidFill>
                <a:latin typeface="+mj-lt"/>
              </a:rPr>
              <a:t>translation</a:t>
            </a:r>
            <a:r>
              <a:rPr lang="en-US" altLang="en-US" b="1" dirty="0">
                <a:solidFill>
                  <a:srgbClr val="3366FF"/>
                </a:solidFill>
              </a:rPr>
              <a:t> </a:t>
            </a:r>
            <a:r>
              <a:rPr lang="en-US" altLang="en-US" b="1" dirty="0">
                <a:solidFill>
                  <a:srgbClr val="006699"/>
                </a:solidFill>
                <a:latin typeface="+mj-lt"/>
              </a:rPr>
              <a:t>look-aside</a:t>
            </a:r>
            <a:r>
              <a:rPr lang="en-US" altLang="en-US" b="1" dirty="0">
                <a:solidFill>
                  <a:srgbClr val="3366FF"/>
                </a:solidFill>
              </a:rPr>
              <a:t> </a:t>
            </a:r>
            <a:r>
              <a:rPr lang="en-US" altLang="en-US" b="1" dirty="0">
                <a:solidFill>
                  <a:srgbClr val="006699"/>
                </a:solidFill>
                <a:latin typeface="+mj-lt"/>
              </a:rPr>
              <a:t>buffers</a:t>
            </a:r>
            <a:r>
              <a:rPr lang="en-US" altLang="en-US" b="1" dirty="0">
                <a:solidFill>
                  <a:srgbClr val="3366FF"/>
                </a:solidFill>
              </a:rPr>
              <a:t> </a:t>
            </a:r>
            <a:r>
              <a:rPr lang="en-US" altLang="en-US" dirty="0"/>
              <a:t>(</a:t>
            </a:r>
            <a:r>
              <a:rPr lang="en-US" altLang="en-US" b="1" dirty="0">
                <a:solidFill>
                  <a:srgbClr val="006699"/>
                </a:solidFill>
                <a:latin typeface="+mj-lt"/>
              </a:rPr>
              <a:t>TLBs</a:t>
            </a:r>
            <a:r>
              <a:rPr lang="en-US" altLang="en-US" dirty="0"/>
              <a:t>) (also called </a:t>
            </a:r>
            <a:r>
              <a:rPr lang="en-US" altLang="en-US" b="1" dirty="0">
                <a:solidFill>
                  <a:srgbClr val="006699"/>
                </a:solidFill>
                <a:latin typeface="+mj-lt"/>
              </a:rPr>
              <a:t>associative</a:t>
            </a:r>
            <a:r>
              <a:rPr lang="en-US" altLang="en-US" b="1" dirty="0">
                <a:solidFill>
                  <a:srgbClr val="3366FF"/>
                </a:solidFill>
              </a:rPr>
              <a:t> </a:t>
            </a:r>
            <a:r>
              <a:rPr lang="en-US" altLang="en-US" b="1" dirty="0">
                <a:solidFill>
                  <a:srgbClr val="006699"/>
                </a:solidFill>
                <a:latin typeface="+mj-lt"/>
              </a:rPr>
              <a:t>memory</a:t>
            </a:r>
            <a:r>
              <a:rPr lang="en-US" altLang="en-US" dirty="0"/>
              <a:t>).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4" name="Rectangle 2">
            <a:extLst>
              <a:ext uri="{FF2B5EF4-FFF2-40B4-BE49-F238E27FC236}">
                <a16:creationId xmlns:a16="http://schemas.microsoft.com/office/drawing/2014/main" id="{A230AB13-6435-4378-B830-FECCFE60546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531846" y="222674"/>
            <a:ext cx="8360228" cy="576262"/>
          </a:xfrm>
        </p:spPr>
        <p:txBody>
          <a:bodyPr/>
          <a:lstStyle/>
          <a:p>
            <a:pPr eaLnBrk="1" hangingPunct="1"/>
            <a:r>
              <a:rPr lang="en-US" altLang="en-US" dirty="0"/>
              <a:t>Translation Look-Aside Buffer </a:t>
            </a:r>
          </a:p>
        </p:txBody>
      </p:sp>
      <p:sp>
        <p:nvSpPr>
          <p:cNvPr id="33795" name="Rectangle 3">
            <a:extLst>
              <a:ext uri="{FF2B5EF4-FFF2-40B4-BE49-F238E27FC236}">
                <a16:creationId xmlns:a16="http://schemas.microsoft.com/office/drawing/2014/main" id="{EB8310ED-D6D5-4E0C-8BB0-4E773523DA81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793101" y="1146175"/>
            <a:ext cx="7144399" cy="4606925"/>
          </a:xfrm>
        </p:spPr>
        <p:txBody>
          <a:bodyPr/>
          <a:lstStyle/>
          <a:p>
            <a:r>
              <a:rPr lang="en-US" altLang="en-US" dirty="0"/>
              <a:t>Some TLBs store</a:t>
            </a:r>
            <a:r>
              <a:rPr lang="en-US" altLang="en-US" b="1" dirty="0"/>
              <a:t> </a:t>
            </a:r>
            <a:r>
              <a:rPr lang="en-US" altLang="en-US" b="1" dirty="0">
                <a:solidFill>
                  <a:srgbClr val="006699"/>
                </a:solidFill>
                <a:latin typeface="+mj-lt"/>
              </a:rPr>
              <a:t>address-space</a:t>
            </a:r>
            <a:r>
              <a:rPr lang="en-US" altLang="en-US" b="1" dirty="0">
                <a:solidFill>
                  <a:srgbClr val="3366FF"/>
                </a:solidFill>
              </a:rPr>
              <a:t> </a:t>
            </a:r>
            <a:r>
              <a:rPr lang="en-US" altLang="en-US" b="1" dirty="0">
                <a:solidFill>
                  <a:srgbClr val="006699"/>
                </a:solidFill>
                <a:latin typeface="+mj-lt"/>
              </a:rPr>
              <a:t>identifiers</a:t>
            </a:r>
            <a:r>
              <a:rPr lang="en-US" altLang="en-US" b="1" dirty="0">
                <a:solidFill>
                  <a:srgbClr val="3366FF"/>
                </a:solidFill>
              </a:rPr>
              <a:t> </a:t>
            </a:r>
            <a:r>
              <a:rPr lang="en-US" altLang="en-US" dirty="0"/>
              <a:t>(</a:t>
            </a:r>
            <a:r>
              <a:rPr lang="en-US" altLang="en-US" b="1" dirty="0">
                <a:solidFill>
                  <a:srgbClr val="006699"/>
                </a:solidFill>
                <a:latin typeface="+mj-lt"/>
              </a:rPr>
              <a:t>ASIDs</a:t>
            </a:r>
            <a:r>
              <a:rPr lang="en-US" altLang="en-US" dirty="0"/>
              <a:t>)</a:t>
            </a:r>
            <a:r>
              <a:rPr lang="en-US" altLang="en-US" b="1" dirty="0">
                <a:solidFill>
                  <a:srgbClr val="3366FF"/>
                </a:solidFill>
              </a:rPr>
              <a:t> </a:t>
            </a:r>
            <a:r>
              <a:rPr lang="en-US" altLang="en-US" dirty="0"/>
              <a:t>in each TLB entry – uniquely identifies each process to provide address-space protection for that process</a:t>
            </a:r>
          </a:p>
          <a:p>
            <a:pPr lvl="1"/>
            <a:r>
              <a:rPr lang="en-US" altLang="en-US" dirty="0"/>
              <a:t>Otherwise need to flush at every context switch</a:t>
            </a:r>
          </a:p>
          <a:p>
            <a:r>
              <a:rPr lang="en-US" altLang="en-US" dirty="0"/>
              <a:t>TLBs typically small (64 to 1,024 entries)</a:t>
            </a:r>
          </a:p>
          <a:p>
            <a:r>
              <a:rPr lang="en-US" altLang="en-US" dirty="0"/>
              <a:t>On a TLB miss, value is loaded into the TLB for faster access next time</a:t>
            </a:r>
          </a:p>
          <a:p>
            <a:pPr lvl="1"/>
            <a:r>
              <a:rPr lang="en-US" altLang="en-US" dirty="0"/>
              <a:t>Replacement policies must be considered</a:t>
            </a:r>
          </a:p>
          <a:p>
            <a:pPr lvl="1"/>
            <a:r>
              <a:rPr lang="en-US" altLang="en-US" dirty="0"/>
              <a:t>Some entries can be</a:t>
            </a:r>
            <a:r>
              <a:rPr lang="en-US" altLang="en-US" b="1" dirty="0">
                <a:solidFill>
                  <a:srgbClr val="3366FF"/>
                </a:solidFill>
              </a:rPr>
              <a:t> </a:t>
            </a:r>
            <a:r>
              <a:rPr lang="en-US" altLang="en-US" b="1" dirty="0">
                <a:solidFill>
                  <a:srgbClr val="006699"/>
                </a:solidFill>
                <a:latin typeface="+mj-lt"/>
              </a:rPr>
              <a:t>wired</a:t>
            </a:r>
            <a:r>
              <a:rPr lang="en-US" altLang="en-US" b="1" dirty="0">
                <a:solidFill>
                  <a:srgbClr val="3366FF"/>
                </a:solidFill>
              </a:rPr>
              <a:t> </a:t>
            </a:r>
            <a:r>
              <a:rPr lang="en-US" altLang="en-US" b="1" dirty="0">
                <a:solidFill>
                  <a:srgbClr val="006699"/>
                </a:solidFill>
                <a:latin typeface="+mj-lt"/>
              </a:rPr>
              <a:t>down</a:t>
            </a:r>
            <a:r>
              <a:rPr lang="en-US" altLang="en-US" b="1" dirty="0">
                <a:solidFill>
                  <a:srgbClr val="3366FF"/>
                </a:solidFill>
              </a:rPr>
              <a:t> </a:t>
            </a:r>
            <a:r>
              <a:rPr lang="en-US" altLang="en-US" dirty="0"/>
              <a:t>for permanent fast access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Rectangle 2050">
            <a:extLst>
              <a:ext uri="{FF2B5EF4-FFF2-40B4-BE49-F238E27FC236}">
                <a16:creationId xmlns:a16="http://schemas.microsoft.com/office/drawing/2014/main" id="{A7C684B0-80FB-46D4-B8E4-5BAFFE7E2C8E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57200" y="232005"/>
            <a:ext cx="8229600" cy="576262"/>
          </a:xfrm>
        </p:spPr>
        <p:txBody>
          <a:bodyPr/>
          <a:lstStyle/>
          <a:p>
            <a:pPr eaLnBrk="1" hangingPunct="1"/>
            <a:r>
              <a:rPr lang="en-US" altLang="en-US" dirty="0"/>
              <a:t>Hardware</a:t>
            </a:r>
          </a:p>
        </p:txBody>
      </p:sp>
      <p:sp>
        <p:nvSpPr>
          <p:cNvPr id="34819" name="Rectangle 2051">
            <a:extLst>
              <a:ext uri="{FF2B5EF4-FFF2-40B4-BE49-F238E27FC236}">
                <a16:creationId xmlns:a16="http://schemas.microsoft.com/office/drawing/2014/main" id="{E7B29C5B-AFCD-4031-B6DE-A755EE36ADBD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811763" y="1211263"/>
            <a:ext cx="7735078" cy="4483100"/>
          </a:xfrm>
        </p:spPr>
        <p:txBody>
          <a:bodyPr/>
          <a:lstStyle/>
          <a:p>
            <a:r>
              <a:rPr lang="en-US" altLang="en-US" dirty="0"/>
              <a:t>Associative memory – parallel search </a:t>
            </a:r>
          </a:p>
          <a:p>
            <a:endParaRPr lang="en-US" altLang="en-US" dirty="0"/>
          </a:p>
          <a:p>
            <a:endParaRPr lang="en-US" altLang="en-US" dirty="0"/>
          </a:p>
          <a:p>
            <a:endParaRPr lang="en-US" altLang="en-US" dirty="0"/>
          </a:p>
          <a:p>
            <a:endParaRPr lang="en-US" altLang="en-US" dirty="0"/>
          </a:p>
          <a:p>
            <a:pPr>
              <a:buFont typeface="Monotype Sorts" pitchFamily="-84" charset="2"/>
              <a:buNone/>
            </a:pPr>
            <a:endParaRPr lang="en-US" altLang="en-US" dirty="0"/>
          </a:p>
          <a:p>
            <a:r>
              <a:rPr lang="en-US" altLang="en-US" dirty="0"/>
              <a:t>Address translation (p, d)</a:t>
            </a:r>
          </a:p>
          <a:p>
            <a:pPr marL="627063" lvl="1"/>
            <a:r>
              <a:rPr lang="en-US" altLang="en-US" dirty="0"/>
              <a:t>If p is in associative register, get frame # out</a:t>
            </a:r>
          </a:p>
          <a:p>
            <a:pPr marL="627063" lvl="1"/>
            <a:r>
              <a:rPr lang="en-US" altLang="en-US" dirty="0"/>
              <a:t>Otherwise get frame # from page table in memory</a:t>
            </a:r>
          </a:p>
          <a:p>
            <a:pPr marL="627063" lvl="1"/>
            <a:endParaRPr lang="en-US" altLang="en-US" dirty="0"/>
          </a:p>
        </p:txBody>
      </p:sp>
      <p:pic>
        <p:nvPicPr>
          <p:cNvPr id="34820" name="Picture 1">
            <a:extLst>
              <a:ext uri="{FF2B5EF4-FFF2-40B4-BE49-F238E27FC236}">
                <a16:creationId xmlns:a16="http://schemas.microsoft.com/office/drawing/2014/main" id="{1BA7F075-72DD-4E05-B0C4-AC7DAF33AA3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52675" y="1693863"/>
            <a:ext cx="2943225" cy="15906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2" name="Rectangle 2">
            <a:extLst>
              <a:ext uri="{FF2B5EF4-FFF2-40B4-BE49-F238E27FC236}">
                <a16:creationId xmlns:a16="http://schemas.microsoft.com/office/drawing/2014/main" id="{B034F0B9-0ADC-441A-ABA1-37FF750921FD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88950" y="238549"/>
            <a:ext cx="8229600" cy="576262"/>
          </a:xfrm>
        </p:spPr>
        <p:txBody>
          <a:bodyPr/>
          <a:lstStyle/>
          <a:p>
            <a:pPr eaLnBrk="1" hangingPunct="1"/>
            <a:r>
              <a:rPr lang="en-US" altLang="en-US" dirty="0"/>
              <a:t>Paging Hardware With TLB</a:t>
            </a:r>
            <a:endParaRPr lang="en-US" altLang="en-US" sz="2400" dirty="0"/>
          </a:p>
        </p:txBody>
      </p:sp>
      <p:pic>
        <p:nvPicPr>
          <p:cNvPr id="35843" name="Picture 5">
            <a:extLst>
              <a:ext uri="{FF2B5EF4-FFF2-40B4-BE49-F238E27FC236}">
                <a16:creationId xmlns:a16="http://schemas.microsoft.com/office/drawing/2014/main" id="{0D2FCA98-0A3D-46E7-B9FC-5E2B1E86408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81175" y="1284288"/>
            <a:ext cx="5637213" cy="42608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6" name="Rectangle 2">
            <a:extLst>
              <a:ext uri="{FF2B5EF4-FFF2-40B4-BE49-F238E27FC236}">
                <a16:creationId xmlns:a16="http://schemas.microsoft.com/office/drawing/2014/main" id="{5A1C10ED-0838-45BF-9D06-E530E5EF268D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57200" y="236379"/>
            <a:ext cx="8229600" cy="576263"/>
          </a:xfrm>
        </p:spPr>
        <p:txBody>
          <a:bodyPr/>
          <a:lstStyle/>
          <a:p>
            <a:pPr eaLnBrk="1" hangingPunct="1"/>
            <a:r>
              <a:rPr lang="en-US" altLang="en-US" dirty="0"/>
              <a:t>Effective Access Time</a:t>
            </a:r>
          </a:p>
        </p:txBody>
      </p:sp>
      <p:sp>
        <p:nvSpPr>
          <p:cNvPr id="49155" name="Rectangle 3">
            <a:extLst>
              <a:ext uri="{FF2B5EF4-FFF2-40B4-BE49-F238E27FC236}">
                <a16:creationId xmlns:a16="http://schemas.microsoft.com/office/drawing/2014/main" id="{D1905E63-D1E4-48E6-BE3E-4EFB204C389B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821095" y="1231638"/>
            <a:ext cx="7772400" cy="4835558"/>
          </a:xfrm>
        </p:spPr>
        <p:txBody>
          <a:bodyPr/>
          <a:lstStyle/>
          <a:p>
            <a:pPr marL="342900" lvl="1" indent="-342900">
              <a:lnSpc>
                <a:spcPct val="90000"/>
              </a:lnSpc>
              <a:buClr>
                <a:srgbClr val="993300"/>
              </a:buClr>
              <a:buFont typeface="Wingdings" panose="05000000000000000000" pitchFamily="2" charset="2"/>
              <a:buChar char="§"/>
              <a:tabLst>
                <a:tab pos="2062163" algn="l"/>
                <a:tab pos="2566988" algn="l"/>
              </a:tabLst>
              <a:defRPr/>
            </a:pPr>
            <a:r>
              <a:rPr lang="en-US" altLang="en-US" dirty="0">
                <a:solidFill>
                  <a:srgbClr val="FF0000"/>
                </a:solidFill>
                <a:highlight>
                  <a:srgbClr val="FFFF00"/>
                </a:highlight>
                <a:sym typeface="Symbol" pitchFamily="18" charset="2"/>
              </a:rPr>
              <a:t>Hit ratio </a:t>
            </a:r>
            <a:r>
              <a:rPr lang="en-US" altLang="en-US" dirty="0">
                <a:sym typeface="Symbol" pitchFamily="18" charset="2"/>
              </a:rPr>
              <a:t>– percentage of times that a page number is found in the  TLB</a:t>
            </a:r>
          </a:p>
          <a:p>
            <a:pPr>
              <a:lnSpc>
                <a:spcPct val="90000"/>
              </a:lnSpc>
              <a:tabLst>
                <a:tab pos="2062163" algn="l"/>
                <a:tab pos="2566988" algn="l"/>
              </a:tabLst>
              <a:defRPr/>
            </a:pPr>
            <a:r>
              <a:rPr lang="en-US" altLang="en-US" dirty="0"/>
              <a:t>An </a:t>
            </a:r>
            <a:r>
              <a:rPr lang="en-US" altLang="en-US" dirty="0">
                <a:sym typeface="Symbol" pitchFamily="18" charset="2"/>
              </a:rPr>
              <a:t>80% hit ratio means that we find the desired  page number  in the TLB 80% of the time.</a:t>
            </a:r>
            <a:endParaRPr lang="en-US" altLang="en-US" dirty="0"/>
          </a:p>
          <a:p>
            <a:pPr>
              <a:lnSpc>
                <a:spcPct val="90000"/>
              </a:lnSpc>
              <a:tabLst>
                <a:tab pos="2062163" algn="l"/>
                <a:tab pos="2566988" algn="l"/>
              </a:tabLst>
              <a:defRPr/>
            </a:pPr>
            <a:r>
              <a:rPr lang="en-US" altLang="en-US" dirty="0"/>
              <a:t>Suppose that 10 nanoseconds to access memory.  </a:t>
            </a:r>
          </a:p>
          <a:p>
            <a:pPr lvl="1">
              <a:lnSpc>
                <a:spcPct val="90000"/>
              </a:lnSpc>
              <a:tabLst>
                <a:tab pos="2062163" algn="l"/>
                <a:tab pos="2566988" algn="l"/>
              </a:tabLst>
              <a:defRPr/>
            </a:pPr>
            <a:r>
              <a:rPr lang="en-US" altLang="en-US" dirty="0"/>
              <a:t>If we find the desired page in TLB then a mapped-memory access take 10 ns</a:t>
            </a:r>
          </a:p>
          <a:p>
            <a:pPr lvl="1">
              <a:lnSpc>
                <a:spcPct val="90000"/>
              </a:lnSpc>
              <a:tabLst>
                <a:tab pos="2062163" algn="l"/>
                <a:tab pos="2566988" algn="l"/>
              </a:tabLst>
              <a:defRPr/>
            </a:pPr>
            <a:r>
              <a:rPr lang="en-US" altLang="en-US" dirty="0"/>
              <a:t>Otherwise we need two memory access so it is 20 ns</a:t>
            </a:r>
          </a:p>
          <a:p>
            <a:pPr>
              <a:lnSpc>
                <a:spcPct val="90000"/>
              </a:lnSpc>
              <a:tabLst>
                <a:tab pos="2062163" algn="l"/>
                <a:tab pos="2566988" algn="l"/>
              </a:tabLst>
              <a:defRPr/>
            </a:pPr>
            <a:r>
              <a:rPr lang="en-US" altLang="en-US" b="1" dirty="0">
                <a:solidFill>
                  <a:srgbClr val="FF0000"/>
                </a:solidFill>
                <a:highlight>
                  <a:srgbClr val="FFFF00"/>
                </a:highlight>
                <a:latin typeface="+mj-lt"/>
                <a:sym typeface="Symbol" pitchFamily="18" charset="2"/>
              </a:rPr>
              <a:t>Effective</a:t>
            </a:r>
            <a:r>
              <a:rPr lang="en-US" altLang="en-US" b="1" dirty="0">
                <a:solidFill>
                  <a:srgbClr val="FF0000"/>
                </a:solidFill>
                <a:highlight>
                  <a:srgbClr val="FFFF00"/>
                </a:highlight>
                <a:sym typeface="Symbol" pitchFamily="18" charset="2"/>
              </a:rPr>
              <a:t> </a:t>
            </a:r>
            <a:r>
              <a:rPr lang="en-US" altLang="en-US" b="1" dirty="0">
                <a:solidFill>
                  <a:srgbClr val="FF0000"/>
                </a:solidFill>
                <a:highlight>
                  <a:srgbClr val="FFFF00"/>
                </a:highlight>
                <a:latin typeface="+mj-lt"/>
                <a:sym typeface="Symbol" pitchFamily="18" charset="2"/>
              </a:rPr>
              <a:t>Access</a:t>
            </a:r>
            <a:r>
              <a:rPr lang="en-US" altLang="en-US" b="1" dirty="0">
                <a:solidFill>
                  <a:srgbClr val="FF0000"/>
                </a:solidFill>
                <a:highlight>
                  <a:srgbClr val="FFFF00"/>
                </a:highlight>
                <a:sym typeface="Symbol" pitchFamily="18" charset="2"/>
              </a:rPr>
              <a:t> </a:t>
            </a:r>
            <a:r>
              <a:rPr lang="en-US" altLang="en-US" b="1" dirty="0">
                <a:solidFill>
                  <a:srgbClr val="FF0000"/>
                </a:solidFill>
                <a:highlight>
                  <a:srgbClr val="FFFF00"/>
                </a:highlight>
                <a:latin typeface="+mj-lt"/>
                <a:sym typeface="Symbol" pitchFamily="18" charset="2"/>
              </a:rPr>
              <a:t>Time</a:t>
            </a:r>
            <a:r>
              <a:rPr lang="en-US" altLang="en-US" dirty="0">
                <a:solidFill>
                  <a:srgbClr val="FF0000"/>
                </a:solidFill>
                <a:highlight>
                  <a:srgbClr val="FFFF00"/>
                </a:highlight>
                <a:sym typeface="Symbol" pitchFamily="18" charset="2"/>
              </a:rPr>
              <a:t> (</a:t>
            </a:r>
            <a:r>
              <a:rPr lang="en-US" altLang="en-US" b="1" dirty="0">
                <a:solidFill>
                  <a:srgbClr val="FF0000"/>
                </a:solidFill>
                <a:highlight>
                  <a:srgbClr val="FFFF00"/>
                </a:highlight>
                <a:latin typeface="+mj-lt"/>
                <a:sym typeface="Symbol" pitchFamily="18" charset="2"/>
              </a:rPr>
              <a:t>EAT</a:t>
            </a:r>
            <a:r>
              <a:rPr lang="en-US" altLang="en-US" dirty="0">
                <a:solidFill>
                  <a:srgbClr val="FF0000"/>
                </a:solidFill>
                <a:highlight>
                  <a:srgbClr val="FFFF00"/>
                </a:highlight>
                <a:sym typeface="Symbol" pitchFamily="18" charset="2"/>
              </a:rPr>
              <a:t>)</a:t>
            </a:r>
          </a:p>
          <a:p>
            <a:pPr>
              <a:lnSpc>
                <a:spcPct val="90000"/>
              </a:lnSpc>
              <a:buFont typeface="Monotype Sorts" pitchFamily="-84" charset="2"/>
              <a:buNone/>
              <a:tabLst>
                <a:tab pos="2062163" algn="l"/>
                <a:tab pos="2566988" algn="l"/>
              </a:tabLst>
              <a:defRPr/>
            </a:pPr>
            <a:r>
              <a:rPr lang="en-US" altLang="en-US" dirty="0"/>
              <a:t>	               EAT = </a:t>
            </a:r>
            <a:r>
              <a:rPr lang="en-US" altLang="en-US" dirty="0">
                <a:sym typeface="Symbol" pitchFamily="18" charset="2"/>
              </a:rPr>
              <a:t>0.80 x 10 + 0.20 x 20 = 12 </a:t>
            </a:r>
            <a:r>
              <a:rPr lang="en-US" altLang="en-US" dirty="0"/>
              <a:t> nanoseconds</a:t>
            </a:r>
          </a:p>
          <a:p>
            <a:pPr>
              <a:lnSpc>
                <a:spcPct val="90000"/>
              </a:lnSpc>
              <a:buFont typeface="Monotype Sorts" pitchFamily="-84" charset="2"/>
              <a:buNone/>
              <a:tabLst>
                <a:tab pos="2062163" algn="l"/>
                <a:tab pos="2566988" algn="l"/>
              </a:tabLst>
              <a:defRPr/>
            </a:pPr>
            <a:r>
              <a:rPr lang="en-US" altLang="en-US" dirty="0"/>
              <a:t>       implying 20% slowdown in access time</a:t>
            </a:r>
          </a:p>
          <a:p>
            <a:pPr>
              <a:lnSpc>
                <a:spcPct val="90000"/>
              </a:lnSpc>
              <a:tabLst>
                <a:tab pos="2062163" algn="l"/>
                <a:tab pos="2566988" algn="l"/>
              </a:tabLst>
              <a:defRPr/>
            </a:pPr>
            <a:r>
              <a:rPr lang="en-US" altLang="en-US" dirty="0">
                <a:sym typeface="Symbol" pitchFamily="18" charset="2"/>
              </a:rPr>
              <a:t>Consider  amore realistic hit ratio of 99%, </a:t>
            </a:r>
          </a:p>
          <a:p>
            <a:pPr lvl="1">
              <a:lnSpc>
                <a:spcPct val="90000"/>
              </a:lnSpc>
              <a:buFont typeface="Monotype Sorts" pitchFamily="-84" charset="2"/>
              <a:buNone/>
              <a:tabLst>
                <a:tab pos="2062163" algn="l"/>
                <a:tab pos="2566988" algn="l"/>
              </a:tabLst>
              <a:defRPr/>
            </a:pPr>
            <a:r>
              <a:rPr lang="en-US" altLang="en-US" dirty="0">
                <a:sym typeface="Symbol" pitchFamily="18" charset="2"/>
              </a:rPr>
              <a:t>     EAT = 0.99 x 10 + 0.01 x 20 = 10.1ns</a:t>
            </a:r>
          </a:p>
          <a:p>
            <a:pPr>
              <a:lnSpc>
                <a:spcPct val="90000"/>
              </a:lnSpc>
              <a:buFont typeface="Monotype Sorts" pitchFamily="-84" charset="2"/>
              <a:buNone/>
              <a:tabLst>
                <a:tab pos="2062163" algn="l"/>
                <a:tab pos="2566988" algn="l"/>
              </a:tabLst>
              <a:defRPr/>
            </a:pPr>
            <a:r>
              <a:rPr lang="en-US" altLang="en-US" dirty="0"/>
              <a:t>      implying  only 1% slowdown in access time.</a:t>
            </a:r>
          </a:p>
          <a:p>
            <a:pPr>
              <a:lnSpc>
                <a:spcPct val="90000"/>
              </a:lnSpc>
              <a:buFont typeface="Monotype Sorts" pitchFamily="-84" charset="2"/>
              <a:buNone/>
              <a:tabLst>
                <a:tab pos="2062163" algn="l"/>
                <a:tab pos="2566988" algn="l"/>
              </a:tabLst>
              <a:defRPr/>
            </a:pPr>
            <a:endParaRPr lang="en-US" altLang="en-US" dirty="0"/>
          </a:p>
          <a:p>
            <a:pPr lvl="1">
              <a:lnSpc>
                <a:spcPct val="90000"/>
              </a:lnSpc>
              <a:tabLst>
                <a:tab pos="2062163" algn="l"/>
                <a:tab pos="2566988" algn="l"/>
              </a:tabLst>
              <a:defRPr/>
            </a:pPr>
            <a:endParaRPr lang="en-US" altLang="en-US" dirty="0">
              <a:sym typeface="Symbol" pitchFamily="18" charset="2"/>
            </a:endParaRPr>
          </a:p>
          <a:p>
            <a:pPr>
              <a:lnSpc>
                <a:spcPct val="90000"/>
              </a:lnSpc>
              <a:buFont typeface="Monotype Sorts" pitchFamily="-84" charset="2"/>
              <a:buNone/>
              <a:tabLst>
                <a:tab pos="2062163" algn="l"/>
                <a:tab pos="2566988" algn="l"/>
              </a:tabLst>
              <a:defRPr/>
            </a:pPr>
            <a:endParaRPr lang="en-US" altLang="en-US" dirty="0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90" name="Rectangle 2050">
            <a:extLst>
              <a:ext uri="{FF2B5EF4-FFF2-40B4-BE49-F238E27FC236}">
                <a16:creationId xmlns:a16="http://schemas.microsoft.com/office/drawing/2014/main" id="{81EB7566-C4A8-46A0-8405-B237E98989F1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57200" y="247880"/>
            <a:ext cx="8229600" cy="576262"/>
          </a:xfrm>
        </p:spPr>
        <p:txBody>
          <a:bodyPr/>
          <a:lstStyle/>
          <a:p>
            <a:pPr eaLnBrk="1" hangingPunct="1"/>
            <a:r>
              <a:rPr lang="en-US" altLang="en-US" dirty="0"/>
              <a:t>Memory Protection</a:t>
            </a:r>
          </a:p>
        </p:txBody>
      </p:sp>
      <p:sp>
        <p:nvSpPr>
          <p:cNvPr id="37891" name="Rectangle 2051">
            <a:extLst>
              <a:ext uri="{FF2B5EF4-FFF2-40B4-BE49-F238E27FC236}">
                <a16:creationId xmlns:a16="http://schemas.microsoft.com/office/drawing/2014/main" id="{243E4155-B2C5-48A3-9386-D371D820EF99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830425" y="1157288"/>
            <a:ext cx="7651102" cy="4468812"/>
          </a:xfrm>
        </p:spPr>
        <p:txBody>
          <a:bodyPr/>
          <a:lstStyle/>
          <a:p>
            <a:r>
              <a:rPr lang="en-US" altLang="en-US" dirty="0">
                <a:solidFill>
                  <a:srgbClr val="FF0000"/>
                </a:solidFill>
                <a:highlight>
                  <a:srgbClr val="FFFF00"/>
                </a:highlight>
              </a:rPr>
              <a:t>Memory protection implemented by associating protection bit with each frame to indicate if read-only or read-write access is allowed</a:t>
            </a:r>
          </a:p>
          <a:p>
            <a:pPr lvl="1"/>
            <a:r>
              <a:rPr lang="en-US" altLang="en-US" dirty="0"/>
              <a:t>Can also add more bits to indicate page execute-only, and so on</a:t>
            </a:r>
          </a:p>
          <a:p>
            <a:r>
              <a:rPr lang="en-US" altLang="en-US" b="1" dirty="0">
                <a:solidFill>
                  <a:srgbClr val="006699"/>
                </a:solidFill>
                <a:latin typeface="+mj-lt"/>
              </a:rPr>
              <a:t>Valid-invalid</a:t>
            </a:r>
            <a:r>
              <a:rPr lang="en-US" altLang="en-US" dirty="0">
                <a:solidFill>
                  <a:srgbClr val="3366FF"/>
                </a:solidFill>
              </a:rPr>
              <a:t> </a:t>
            </a:r>
            <a:r>
              <a:rPr lang="en-US" altLang="en-US" dirty="0"/>
              <a:t>bit attached to each entry in the page table:</a:t>
            </a:r>
          </a:p>
          <a:p>
            <a:pPr lvl="1"/>
            <a:r>
              <a:rPr lang="ja-JP" altLang="en-US" dirty="0"/>
              <a:t>“</a:t>
            </a:r>
            <a:r>
              <a:rPr lang="en-US" altLang="ja-JP" dirty="0"/>
              <a:t>valid</a:t>
            </a:r>
            <a:r>
              <a:rPr lang="ja-JP" altLang="en-US" dirty="0"/>
              <a:t>”</a:t>
            </a:r>
            <a:r>
              <a:rPr lang="en-US" altLang="ja-JP" dirty="0"/>
              <a:t> indicates that the associated page is in the process</a:t>
            </a:r>
            <a:r>
              <a:rPr lang="ja-JP" altLang="en-US" dirty="0"/>
              <a:t>’</a:t>
            </a:r>
            <a:r>
              <a:rPr lang="en-US" altLang="ja-JP" dirty="0"/>
              <a:t> logical address space, and is thus a legal page</a:t>
            </a:r>
          </a:p>
          <a:p>
            <a:pPr lvl="1"/>
            <a:r>
              <a:rPr lang="ja-JP" altLang="en-US" dirty="0"/>
              <a:t>“</a:t>
            </a:r>
            <a:r>
              <a:rPr lang="en-US" altLang="ja-JP" dirty="0"/>
              <a:t>invalid</a:t>
            </a:r>
            <a:r>
              <a:rPr lang="ja-JP" altLang="en-US" dirty="0"/>
              <a:t>”</a:t>
            </a:r>
            <a:r>
              <a:rPr lang="en-US" altLang="ja-JP" dirty="0"/>
              <a:t> indicates that the page is not in the process</a:t>
            </a:r>
            <a:r>
              <a:rPr lang="ja-JP" altLang="en-US" dirty="0"/>
              <a:t>’</a:t>
            </a:r>
            <a:r>
              <a:rPr lang="en-US" altLang="ja-JP" dirty="0"/>
              <a:t> logical address space</a:t>
            </a:r>
          </a:p>
          <a:p>
            <a:pPr lvl="1"/>
            <a:r>
              <a:rPr lang="en-US" altLang="en-US" dirty="0"/>
              <a:t>Or use </a:t>
            </a:r>
            <a:r>
              <a:rPr lang="en-US" altLang="en-US" b="1" dirty="0">
                <a:solidFill>
                  <a:srgbClr val="006699"/>
                </a:solidFill>
                <a:latin typeface="+mj-lt"/>
              </a:rPr>
              <a:t>page-table</a:t>
            </a:r>
            <a:r>
              <a:rPr lang="en-US" altLang="en-US" b="1" dirty="0">
                <a:solidFill>
                  <a:srgbClr val="3366FF"/>
                </a:solidFill>
              </a:rPr>
              <a:t> </a:t>
            </a:r>
            <a:r>
              <a:rPr lang="en-US" altLang="en-US" b="1" dirty="0">
                <a:solidFill>
                  <a:srgbClr val="006699"/>
                </a:solidFill>
                <a:latin typeface="+mj-lt"/>
              </a:rPr>
              <a:t>length</a:t>
            </a:r>
            <a:r>
              <a:rPr lang="en-US" altLang="en-US" b="1" dirty="0">
                <a:solidFill>
                  <a:srgbClr val="3366FF"/>
                </a:solidFill>
              </a:rPr>
              <a:t> </a:t>
            </a:r>
            <a:r>
              <a:rPr lang="en-US" altLang="en-US" b="1" dirty="0">
                <a:solidFill>
                  <a:srgbClr val="006699"/>
                </a:solidFill>
                <a:latin typeface="+mj-lt"/>
              </a:rPr>
              <a:t>register</a:t>
            </a:r>
            <a:r>
              <a:rPr lang="en-US" altLang="en-US" b="1" dirty="0">
                <a:solidFill>
                  <a:srgbClr val="3366FF"/>
                </a:solidFill>
              </a:rPr>
              <a:t> </a:t>
            </a:r>
            <a:r>
              <a:rPr lang="en-US" altLang="en-US" dirty="0"/>
              <a:t>(</a:t>
            </a:r>
            <a:r>
              <a:rPr lang="en-US" altLang="en-US" b="1" dirty="0">
                <a:solidFill>
                  <a:srgbClr val="006699"/>
                </a:solidFill>
                <a:latin typeface="+mj-lt"/>
              </a:rPr>
              <a:t>PTLR</a:t>
            </a:r>
            <a:r>
              <a:rPr lang="en-US" altLang="en-US" dirty="0"/>
              <a:t>)</a:t>
            </a:r>
          </a:p>
          <a:p>
            <a:r>
              <a:rPr lang="en-US" altLang="en-US" dirty="0"/>
              <a:t>Any violations result in a trap to the kernel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4" name="Rectangle 2">
            <a:extLst>
              <a:ext uri="{FF2B5EF4-FFF2-40B4-BE49-F238E27FC236}">
                <a16:creationId xmlns:a16="http://schemas.microsoft.com/office/drawing/2014/main" id="{6145B4E6-5DED-4B37-B9F1-D64E18F15EDD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709127" y="-95603"/>
            <a:ext cx="8112611" cy="903288"/>
          </a:xfrm>
        </p:spPr>
        <p:txBody>
          <a:bodyPr/>
          <a:lstStyle/>
          <a:p>
            <a:pPr eaLnBrk="1" hangingPunct="1"/>
            <a:r>
              <a:rPr lang="en-US" altLang="en-US" sz="2800" dirty="0"/>
              <a:t>Valid (v) or Invalid (i) Bit In A Page Table</a:t>
            </a:r>
          </a:p>
        </p:txBody>
      </p:sp>
      <p:pic>
        <p:nvPicPr>
          <p:cNvPr id="38915" name="Picture 5">
            <a:extLst>
              <a:ext uri="{FF2B5EF4-FFF2-40B4-BE49-F238E27FC236}">
                <a16:creationId xmlns:a16="http://schemas.microsoft.com/office/drawing/2014/main" id="{51286D0E-48B1-4A77-B77D-2A6859C8840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22500" y="1252538"/>
            <a:ext cx="5099050" cy="44259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38" name="Rectangle 2">
            <a:extLst>
              <a:ext uri="{FF2B5EF4-FFF2-40B4-BE49-F238E27FC236}">
                <a16:creationId xmlns:a16="http://schemas.microsoft.com/office/drawing/2014/main" id="{B921CA97-CF77-4743-9E98-4A047BEE336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57200" y="247880"/>
            <a:ext cx="8229600" cy="576262"/>
          </a:xfrm>
        </p:spPr>
        <p:txBody>
          <a:bodyPr/>
          <a:lstStyle/>
          <a:p>
            <a:pPr eaLnBrk="1" hangingPunct="1"/>
            <a:r>
              <a:rPr lang="en-US" altLang="en-US" dirty="0"/>
              <a:t>Shared Pages</a:t>
            </a:r>
          </a:p>
        </p:txBody>
      </p:sp>
      <p:sp>
        <p:nvSpPr>
          <p:cNvPr id="39939" name="Rectangle 3">
            <a:extLst>
              <a:ext uri="{FF2B5EF4-FFF2-40B4-BE49-F238E27FC236}">
                <a16:creationId xmlns:a16="http://schemas.microsoft.com/office/drawing/2014/main" id="{D36A1277-493F-4EAE-9460-2793BEE19806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802433" y="1113421"/>
            <a:ext cx="7734788" cy="4483100"/>
          </a:xfrm>
        </p:spPr>
        <p:txBody>
          <a:bodyPr/>
          <a:lstStyle/>
          <a:p>
            <a:r>
              <a:rPr lang="en-US" altLang="en-US" b="1" dirty="0">
                <a:solidFill>
                  <a:srgbClr val="006699"/>
                </a:solidFill>
                <a:latin typeface="+mj-lt"/>
              </a:rPr>
              <a:t>Shared</a:t>
            </a:r>
            <a:r>
              <a:rPr lang="en-US" altLang="en-US" b="1" dirty="0">
                <a:solidFill>
                  <a:srgbClr val="3366FF"/>
                </a:solidFill>
              </a:rPr>
              <a:t> </a:t>
            </a:r>
            <a:r>
              <a:rPr lang="en-US" altLang="en-US" b="1" dirty="0">
                <a:solidFill>
                  <a:srgbClr val="006699"/>
                </a:solidFill>
                <a:latin typeface="+mj-lt"/>
              </a:rPr>
              <a:t>code</a:t>
            </a:r>
          </a:p>
          <a:p>
            <a:pPr lvl="1"/>
            <a:r>
              <a:rPr lang="en-US" altLang="en-US" dirty="0"/>
              <a:t>One copy of read-only (</a:t>
            </a:r>
            <a:r>
              <a:rPr lang="en-US" altLang="en-US" b="1" dirty="0">
                <a:solidFill>
                  <a:srgbClr val="006699"/>
                </a:solidFill>
                <a:latin typeface="+mj-lt"/>
              </a:rPr>
              <a:t>reentrant</a:t>
            </a:r>
            <a:r>
              <a:rPr lang="en-US" altLang="en-US" dirty="0"/>
              <a:t>) code shared among processes (i.e., text editors, compilers, window systems)</a:t>
            </a:r>
          </a:p>
          <a:p>
            <a:pPr lvl="1"/>
            <a:r>
              <a:rPr lang="en-US" altLang="en-US" dirty="0"/>
              <a:t>Similar to multiple threads sharing the same process space</a:t>
            </a:r>
          </a:p>
          <a:p>
            <a:pPr lvl="1"/>
            <a:r>
              <a:rPr lang="en-US" altLang="en-US" dirty="0"/>
              <a:t>Also useful for interprocess communication if sharing of read-write pages is allowed</a:t>
            </a:r>
          </a:p>
          <a:p>
            <a:r>
              <a:rPr lang="en-US" altLang="en-US" b="1" dirty="0">
                <a:solidFill>
                  <a:srgbClr val="006699"/>
                </a:solidFill>
                <a:latin typeface="+mj-lt"/>
              </a:rPr>
              <a:t>Private</a:t>
            </a:r>
            <a:r>
              <a:rPr lang="en-US" altLang="en-US" b="1" dirty="0">
                <a:solidFill>
                  <a:srgbClr val="3366FF"/>
                </a:solidFill>
              </a:rPr>
              <a:t> </a:t>
            </a:r>
            <a:r>
              <a:rPr lang="en-US" altLang="en-US" b="1" dirty="0">
                <a:solidFill>
                  <a:srgbClr val="006699"/>
                </a:solidFill>
                <a:latin typeface="+mj-lt"/>
              </a:rPr>
              <a:t>code</a:t>
            </a:r>
            <a:r>
              <a:rPr lang="en-US" altLang="en-US" b="1" dirty="0">
                <a:solidFill>
                  <a:srgbClr val="3366FF"/>
                </a:solidFill>
              </a:rPr>
              <a:t> </a:t>
            </a:r>
            <a:r>
              <a:rPr lang="en-US" altLang="en-US" b="1" dirty="0">
                <a:solidFill>
                  <a:srgbClr val="006699"/>
                </a:solidFill>
                <a:latin typeface="+mj-lt"/>
              </a:rPr>
              <a:t>and</a:t>
            </a:r>
            <a:r>
              <a:rPr lang="en-US" altLang="en-US" b="1" dirty="0">
                <a:solidFill>
                  <a:srgbClr val="3366FF"/>
                </a:solidFill>
              </a:rPr>
              <a:t> </a:t>
            </a:r>
            <a:r>
              <a:rPr lang="en-US" altLang="en-US" b="1" dirty="0">
                <a:solidFill>
                  <a:srgbClr val="006699"/>
                </a:solidFill>
                <a:latin typeface="+mj-lt"/>
              </a:rPr>
              <a:t>data</a:t>
            </a:r>
            <a:r>
              <a:rPr lang="en-US" altLang="en-US" dirty="0">
                <a:solidFill>
                  <a:srgbClr val="3366FF"/>
                </a:solidFill>
              </a:rPr>
              <a:t> </a:t>
            </a:r>
          </a:p>
          <a:p>
            <a:pPr lvl="1"/>
            <a:r>
              <a:rPr lang="en-US" altLang="en-US" dirty="0"/>
              <a:t>Each process keeps a separate copy of the code and data</a:t>
            </a:r>
          </a:p>
          <a:p>
            <a:pPr lvl="1"/>
            <a:r>
              <a:rPr lang="en-US" altLang="en-US" dirty="0"/>
              <a:t>The pages for the private code and data can appear anywhere in the logical address space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62" name="Rectangle 2">
            <a:extLst>
              <a:ext uri="{FF2B5EF4-FFF2-40B4-BE49-F238E27FC236}">
                <a16:creationId xmlns:a16="http://schemas.microsoft.com/office/drawing/2014/main" id="{5518330E-1EFB-4794-938C-DE2C8EE9418F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982663" y="245093"/>
            <a:ext cx="7704137" cy="576262"/>
          </a:xfrm>
        </p:spPr>
        <p:txBody>
          <a:bodyPr/>
          <a:lstStyle/>
          <a:p>
            <a:pPr eaLnBrk="1" hangingPunct="1"/>
            <a:r>
              <a:rPr lang="en-US" altLang="en-US" dirty="0"/>
              <a:t>Shared Pages Example</a:t>
            </a:r>
            <a:endParaRPr lang="en-US" altLang="en-US" sz="2400" dirty="0"/>
          </a:p>
        </p:txBody>
      </p:sp>
      <p:pic>
        <p:nvPicPr>
          <p:cNvPr id="40963" name="Picture 5" descr="W:\os-book\OS10\slide-dir\os-figures\9_14.jpg">
            <a:extLst>
              <a:ext uri="{FF2B5EF4-FFF2-40B4-BE49-F238E27FC236}">
                <a16:creationId xmlns:a16="http://schemas.microsoft.com/office/drawing/2014/main" id="{8CF5A6BC-36FF-41D3-9A9A-0B6C47B0714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00313" y="1212850"/>
            <a:ext cx="3973512" cy="43307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86" name="Rectangle 2">
            <a:extLst>
              <a:ext uri="{FF2B5EF4-FFF2-40B4-BE49-F238E27FC236}">
                <a16:creationId xmlns:a16="http://schemas.microsoft.com/office/drawing/2014/main" id="{E1523499-02A6-403C-B92E-2686134FCA8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520700" y="247880"/>
            <a:ext cx="8229600" cy="576262"/>
          </a:xfrm>
        </p:spPr>
        <p:txBody>
          <a:bodyPr/>
          <a:lstStyle/>
          <a:p>
            <a:pPr eaLnBrk="1" hangingPunct="1"/>
            <a:r>
              <a:rPr lang="en-US" altLang="en-US" dirty="0"/>
              <a:t>Structure of the Page Table</a:t>
            </a:r>
          </a:p>
        </p:txBody>
      </p:sp>
      <p:sp>
        <p:nvSpPr>
          <p:cNvPr id="41987" name="Rectangle 3">
            <a:extLst>
              <a:ext uri="{FF2B5EF4-FFF2-40B4-BE49-F238E27FC236}">
                <a16:creationId xmlns:a16="http://schemas.microsoft.com/office/drawing/2014/main" id="{861A38E1-D15D-4FD3-BA70-E6E5B690F313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811763" y="1227138"/>
            <a:ext cx="7697755" cy="4483100"/>
          </a:xfrm>
        </p:spPr>
        <p:txBody>
          <a:bodyPr/>
          <a:lstStyle/>
          <a:p>
            <a:r>
              <a:rPr lang="en-US" altLang="en-US" dirty="0"/>
              <a:t>Memory structures for paging can get huge using straight-forward methods</a:t>
            </a:r>
          </a:p>
          <a:p>
            <a:pPr lvl="1"/>
            <a:r>
              <a:rPr lang="en-US" altLang="en-US" dirty="0"/>
              <a:t>Consider a 32-bit logical address space as on modern computers</a:t>
            </a:r>
          </a:p>
          <a:p>
            <a:pPr lvl="1"/>
            <a:r>
              <a:rPr lang="en-US" altLang="en-US" dirty="0"/>
              <a:t>Page size of 4 KB (2</a:t>
            </a:r>
            <a:r>
              <a:rPr lang="en-US" altLang="en-US" baseline="30000" dirty="0"/>
              <a:t>12</a:t>
            </a:r>
            <a:r>
              <a:rPr lang="en-US" altLang="en-US" dirty="0"/>
              <a:t>)</a:t>
            </a:r>
          </a:p>
          <a:p>
            <a:pPr lvl="1"/>
            <a:r>
              <a:rPr lang="en-US" altLang="en-US" dirty="0"/>
              <a:t>Page table would have 1 million entries (2</a:t>
            </a:r>
            <a:r>
              <a:rPr lang="en-US" altLang="en-US" baseline="30000" dirty="0"/>
              <a:t>32</a:t>
            </a:r>
            <a:r>
              <a:rPr lang="en-US" altLang="en-US" dirty="0"/>
              <a:t> / 2</a:t>
            </a:r>
            <a:r>
              <a:rPr lang="en-US" altLang="en-US" baseline="30000" dirty="0"/>
              <a:t>12</a:t>
            </a:r>
            <a:r>
              <a:rPr lang="en-US" altLang="en-US" dirty="0"/>
              <a:t>) =2</a:t>
            </a:r>
            <a:r>
              <a:rPr lang="en-US" altLang="en-US" baseline="30000" dirty="0"/>
              <a:t>20</a:t>
            </a:r>
            <a:r>
              <a:rPr lang="en-US" altLang="en-US" dirty="0">
                <a:solidFill>
                  <a:srgbClr val="FF0000"/>
                </a:solidFill>
                <a:highlight>
                  <a:srgbClr val="FFFF00"/>
                </a:highlight>
              </a:rPr>
              <a:t>=١,٠٤٨,٥٧٦=MB</a:t>
            </a:r>
            <a:endParaRPr lang="en-US" altLang="en-US" baseline="30000" dirty="0">
              <a:solidFill>
                <a:srgbClr val="FF0000"/>
              </a:solidFill>
              <a:highlight>
                <a:srgbClr val="FFFF00"/>
              </a:highlight>
            </a:endParaRPr>
          </a:p>
          <a:p>
            <a:pPr lvl="1"/>
            <a:r>
              <a:rPr lang="en-US" altLang="en-US" dirty="0"/>
              <a:t>If each entry is 4 bytes </a:t>
            </a:r>
            <a:r>
              <a:rPr lang="en-US" altLang="en-US" dirty="0">
                <a:sym typeface="Wingdings" panose="05000000000000000000" pitchFamily="2" charset="2"/>
              </a:rPr>
              <a:t></a:t>
            </a:r>
            <a:r>
              <a:rPr lang="en-US" altLang="en-US" dirty="0"/>
              <a:t> each process 4 MB of physical address space for the  page table alone</a:t>
            </a:r>
          </a:p>
          <a:p>
            <a:pPr lvl="2"/>
            <a:r>
              <a:rPr lang="en-US" altLang="en-US" dirty="0">
                <a:solidFill>
                  <a:srgbClr val="FF0000"/>
                </a:solidFill>
                <a:highlight>
                  <a:srgbClr val="FFFF00"/>
                </a:highlight>
              </a:rPr>
              <a:t>Don</a:t>
            </a:r>
            <a:r>
              <a:rPr lang="ja-JP" altLang="en-US" dirty="0">
                <a:solidFill>
                  <a:srgbClr val="FF0000"/>
                </a:solidFill>
                <a:highlight>
                  <a:srgbClr val="FFFF00"/>
                </a:highlight>
              </a:rPr>
              <a:t>’</a:t>
            </a:r>
            <a:r>
              <a:rPr lang="en-US" altLang="ja-JP" dirty="0">
                <a:solidFill>
                  <a:srgbClr val="FF0000"/>
                </a:solidFill>
                <a:highlight>
                  <a:srgbClr val="FFFF00"/>
                </a:highlight>
              </a:rPr>
              <a:t>t want to allocate that contiguously in main memory</a:t>
            </a:r>
          </a:p>
          <a:p>
            <a:pPr lvl="1"/>
            <a:r>
              <a:rPr lang="en-US" altLang="en-US" dirty="0"/>
              <a:t>One simple solution is to divide the page table into smaller units</a:t>
            </a:r>
          </a:p>
          <a:p>
            <a:pPr lvl="2"/>
            <a:r>
              <a:rPr lang="en-US" altLang="en-US" dirty="0"/>
              <a:t>Hierarchical Paging</a:t>
            </a:r>
          </a:p>
          <a:p>
            <a:pPr lvl="2"/>
            <a:r>
              <a:rPr lang="en-US" altLang="en-US" dirty="0"/>
              <a:t>Hashed Page Tables</a:t>
            </a:r>
          </a:p>
          <a:p>
            <a:pPr lvl="2"/>
            <a:r>
              <a:rPr lang="en-US" altLang="en-US" dirty="0"/>
              <a:t>Inverted Page Tables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10" name="Rectangle 2">
            <a:extLst>
              <a:ext uri="{FF2B5EF4-FFF2-40B4-BE49-F238E27FC236}">
                <a16:creationId xmlns:a16="http://schemas.microsoft.com/office/drawing/2014/main" id="{E5ECC631-B67D-4C84-91B9-1CB22DA15EDE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73075" y="232005"/>
            <a:ext cx="8229600" cy="576262"/>
          </a:xfrm>
        </p:spPr>
        <p:txBody>
          <a:bodyPr/>
          <a:lstStyle/>
          <a:p>
            <a:pPr eaLnBrk="1" hangingPunct="1"/>
            <a:r>
              <a:rPr lang="en-US" altLang="en-US" dirty="0"/>
              <a:t>Hierarchical Page Tables</a:t>
            </a:r>
          </a:p>
        </p:txBody>
      </p:sp>
      <p:sp>
        <p:nvSpPr>
          <p:cNvPr id="43011" name="Rectangle 3">
            <a:extLst>
              <a:ext uri="{FF2B5EF4-FFF2-40B4-BE49-F238E27FC236}">
                <a16:creationId xmlns:a16="http://schemas.microsoft.com/office/drawing/2014/main" id="{9C6AC61F-C673-44E2-9D0D-2FBC263F8271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839755" y="1131888"/>
            <a:ext cx="7489858" cy="1096962"/>
          </a:xfrm>
        </p:spPr>
        <p:txBody>
          <a:bodyPr/>
          <a:lstStyle/>
          <a:p>
            <a:r>
              <a:rPr lang="en-US" altLang="en-US" dirty="0"/>
              <a:t>Break up the logical address space into multiple page tables</a:t>
            </a:r>
          </a:p>
          <a:p>
            <a:r>
              <a:rPr lang="en-US" altLang="en-US" dirty="0"/>
              <a:t>A simple technique is a two-level page table</a:t>
            </a:r>
          </a:p>
          <a:p>
            <a:r>
              <a:rPr lang="en-US" altLang="en-US" dirty="0"/>
              <a:t>We then page the page table</a:t>
            </a:r>
          </a:p>
        </p:txBody>
      </p:sp>
      <p:pic>
        <p:nvPicPr>
          <p:cNvPr id="43012" name="Picture 4" descr="8">
            <a:extLst>
              <a:ext uri="{FF2B5EF4-FFF2-40B4-BE49-F238E27FC236}">
                <a16:creationId xmlns:a16="http://schemas.microsoft.com/office/drawing/2014/main" id="{68A9E96F-FF85-481A-9476-DF391FB2B7D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971800" y="2376488"/>
            <a:ext cx="3578225" cy="3784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34" name="Rectangle 2">
            <a:extLst>
              <a:ext uri="{FF2B5EF4-FFF2-40B4-BE49-F238E27FC236}">
                <a16:creationId xmlns:a16="http://schemas.microsoft.com/office/drawing/2014/main" id="{1319ECB7-9550-4722-A785-B672C25C6916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955675" y="236379"/>
            <a:ext cx="7762875" cy="576263"/>
          </a:xfrm>
        </p:spPr>
        <p:txBody>
          <a:bodyPr/>
          <a:lstStyle/>
          <a:p>
            <a:pPr eaLnBrk="1" hangingPunct="1"/>
            <a:r>
              <a:rPr lang="en-US" altLang="en-US" dirty="0"/>
              <a:t>Two-Level Paging Example</a:t>
            </a:r>
          </a:p>
        </p:txBody>
      </p:sp>
      <p:sp>
        <p:nvSpPr>
          <p:cNvPr id="44035" name="Rectangle 3">
            <a:extLst>
              <a:ext uri="{FF2B5EF4-FFF2-40B4-BE49-F238E27FC236}">
                <a16:creationId xmlns:a16="http://schemas.microsoft.com/office/drawing/2014/main" id="{1EEF2C6C-3F02-4E7D-8B00-6261CF45E7FD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849087" y="1085850"/>
            <a:ext cx="7679093" cy="5146675"/>
          </a:xfrm>
        </p:spPr>
        <p:txBody>
          <a:bodyPr/>
          <a:lstStyle/>
          <a:p>
            <a:pPr>
              <a:lnSpc>
                <a:spcPct val="90000"/>
              </a:lnSpc>
            </a:pPr>
            <a:r>
              <a:rPr lang="en-US" altLang="en-US" dirty="0"/>
              <a:t>A logical address (on 32-bit machine with 1K page size) is divided into:</a:t>
            </a:r>
          </a:p>
          <a:p>
            <a:pPr marL="627063" lvl="1">
              <a:lnSpc>
                <a:spcPct val="90000"/>
              </a:lnSpc>
            </a:pPr>
            <a:r>
              <a:rPr lang="en-US" altLang="en-US" dirty="0"/>
              <a:t>a page number consisting of 22 bits</a:t>
            </a:r>
          </a:p>
          <a:p>
            <a:pPr marL="627063" lvl="1">
              <a:lnSpc>
                <a:spcPct val="90000"/>
              </a:lnSpc>
            </a:pPr>
            <a:r>
              <a:rPr lang="en-US" altLang="en-US" dirty="0"/>
              <a:t>a page offset consisting of 10 bits</a:t>
            </a:r>
          </a:p>
          <a:p>
            <a:pPr marL="627063" lvl="1">
              <a:lnSpc>
                <a:spcPct val="90000"/>
              </a:lnSpc>
            </a:pPr>
            <a:endParaRPr lang="en-US" altLang="en-US" sz="800" dirty="0"/>
          </a:p>
          <a:p>
            <a:pPr>
              <a:lnSpc>
                <a:spcPct val="90000"/>
              </a:lnSpc>
            </a:pPr>
            <a:r>
              <a:rPr lang="en-US" altLang="en-US" dirty="0"/>
              <a:t>Since the page table is paged, the page number is further divided into:</a:t>
            </a:r>
          </a:p>
          <a:p>
            <a:pPr marL="627063" lvl="1">
              <a:lnSpc>
                <a:spcPct val="90000"/>
              </a:lnSpc>
            </a:pPr>
            <a:r>
              <a:rPr lang="en-US" altLang="en-US" dirty="0"/>
              <a:t>a 10-bit page number </a:t>
            </a:r>
          </a:p>
          <a:p>
            <a:pPr marL="627063" lvl="1">
              <a:lnSpc>
                <a:spcPct val="90000"/>
              </a:lnSpc>
            </a:pPr>
            <a:r>
              <a:rPr lang="en-US" altLang="en-US" dirty="0"/>
              <a:t>a 12-bit page offset</a:t>
            </a:r>
          </a:p>
          <a:p>
            <a:pPr marL="627063" lvl="1">
              <a:lnSpc>
                <a:spcPct val="90000"/>
              </a:lnSpc>
            </a:pPr>
            <a:endParaRPr lang="en-US" altLang="en-US" sz="800" dirty="0"/>
          </a:p>
          <a:p>
            <a:pPr>
              <a:lnSpc>
                <a:spcPct val="90000"/>
              </a:lnSpc>
            </a:pPr>
            <a:r>
              <a:rPr lang="en-US" altLang="en-US" dirty="0"/>
              <a:t>Thus, a logical address is as follows:</a:t>
            </a:r>
            <a:br>
              <a:rPr lang="en-US" altLang="en-US" dirty="0"/>
            </a:br>
            <a:r>
              <a:rPr lang="en-US" altLang="en-US" sz="1600" dirty="0"/>
              <a:t/>
            </a:r>
            <a:br>
              <a:rPr lang="en-US" altLang="en-US" sz="1600" dirty="0"/>
            </a:br>
            <a:r>
              <a:rPr lang="en-US" altLang="en-US" sz="1600" dirty="0"/>
              <a:t/>
            </a:r>
            <a:br>
              <a:rPr lang="en-US" altLang="en-US" sz="1600" dirty="0"/>
            </a:br>
            <a:r>
              <a:rPr lang="en-US" altLang="en-US" sz="1600" dirty="0"/>
              <a:t/>
            </a:r>
            <a:br>
              <a:rPr lang="en-US" altLang="en-US" sz="1600" dirty="0"/>
            </a:br>
            <a:r>
              <a:rPr lang="en-US" altLang="en-US" sz="1600" dirty="0"/>
              <a:t/>
            </a:r>
            <a:br>
              <a:rPr lang="en-US" altLang="en-US" sz="1600" dirty="0"/>
            </a:br>
            <a:r>
              <a:rPr lang="en-US" altLang="en-US" sz="1600" dirty="0"/>
              <a:t/>
            </a:r>
            <a:br>
              <a:rPr lang="en-US" altLang="en-US" sz="1600" dirty="0"/>
            </a:br>
            <a:endParaRPr lang="en-US" altLang="en-US" sz="1600" dirty="0"/>
          </a:p>
          <a:p>
            <a:pPr>
              <a:lnSpc>
                <a:spcPct val="90000"/>
              </a:lnSpc>
            </a:pPr>
            <a:r>
              <a:rPr lang="en-US" altLang="en-US" dirty="0"/>
              <a:t>where</a:t>
            </a:r>
            <a:r>
              <a:rPr lang="en-US" altLang="en-US" i="1" dirty="0"/>
              <a:t> p</a:t>
            </a:r>
            <a:r>
              <a:rPr lang="en-US" altLang="en-US" i="1" baseline="-25000" dirty="0"/>
              <a:t>1</a:t>
            </a:r>
            <a:r>
              <a:rPr lang="en-US" altLang="en-US" dirty="0"/>
              <a:t> is an index into the outer page table, and </a:t>
            </a:r>
            <a:r>
              <a:rPr lang="en-US" altLang="en-US" i="1" dirty="0"/>
              <a:t>p</a:t>
            </a:r>
            <a:r>
              <a:rPr lang="en-US" altLang="en-US" i="1" baseline="-25000" dirty="0"/>
              <a:t>2</a:t>
            </a:r>
            <a:r>
              <a:rPr lang="en-US" altLang="en-US" dirty="0"/>
              <a:t> is the displacement within the page of the inner page table</a:t>
            </a:r>
          </a:p>
          <a:p>
            <a:pPr>
              <a:lnSpc>
                <a:spcPct val="90000"/>
              </a:lnSpc>
            </a:pPr>
            <a:r>
              <a:rPr lang="en-US" altLang="en-US" dirty="0"/>
              <a:t>Known as </a:t>
            </a:r>
            <a:r>
              <a:rPr lang="en-US" altLang="en-US" b="1" dirty="0">
                <a:solidFill>
                  <a:srgbClr val="006699"/>
                </a:solidFill>
                <a:latin typeface="+mj-lt"/>
              </a:rPr>
              <a:t>forward-mapped</a:t>
            </a:r>
            <a:r>
              <a:rPr lang="en-US" altLang="en-US" b="1" dirty="0">
                <a:solidFill>
                  <a:srgbClr val="3366FF"/>
                </a:solidFill>
              </a:rPr>
              <a:t> </a:t>
            </a:r>
            <a:r>
              <a:rPr lang="en-US" altLang="en-US" b="1" dirty="0">
                <a:solidFill>
                  <a:srgbClr val="006699"/>
                </a:solidFill>
                <a:latin typeface="+mj-lt"/>
              </a:rPr>
              <a:t>page</a:t>
            </a:r>
            <a:r>
              <a:rPr lang="en-US" altLang="en-US" b="1" dirty="0">
                <a:solidFill>
                  <a:srgbClr val="3366FF"/>
                </a:solidFill>
              </a:rPr>
              <a:t> </a:t>
            </a:r>
            <a:r>
              <a:rPr lang="en-US" altLang="en-US" b="1" dirty="0">
                <a:solidFill>
                  <a:srgbClr val="006699"/>
                </a:solidFill>
                <a:latin typeface="+mj-lt"/>
              </a:rPr>
              <a:t>table</a:t>
            </a:r>
          </a:p>
        </p:txBody>
      </p:sp>
      <p:pic>
        <p:nvPicPr>
          <p:cNvPr id="44036" name="Picture 5" descr="W:\os-book\OS10\slide-dir\os-figures\in-9_3.jpg">
            <a:extLst>
              <a:ext uri="{FF2B5EF4-FFF2-40B4-BE49-F238E27FC236}">
                <a16:creationId xmlns:a16="http://schemas.microsoft.com/office/drawing/2014/main" id="{E5597039-CFAE-4A07-A550-C966E8BFE79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43125" y="4032250"/>
            <a:ext cx="4090988" cy="889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58" name="Rectangle 1026">
            <a:extLst>
              <a:ext uri="{FF2B5EF4-FFF2-40B4-BE49-F238E27FC236}">
                <a16:creationId xmlns:a16="http://schemas.microsoft.com/office/drawing/2014/main" id="{C333A82E-F8D0-4475-A297-B096B84CAA45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128713" y="236379"/>
            <a:ext cx="7558087" cy="576263"/>
          </a:xfrm>
        </p:spPr>
        <p:txBody>
          <a:bodyPr/>
          <a:lstStyle/>
          <a:p>
            <a:pPr eaLnBrk="1" hangingPunct="1"/>
            <a:r>
              <a:rPr lang="en-US" altLang="en-US" dirty="0"/>
              <a:t>Address-Translation Scheme</a:t>
            </a:r>
            <a:endParaRPr lang="en-US" altLang="en-US" sz="2400" dirty="0"/>
          </a:p>
        </p:txBody>
      </p:sp>
      <p:pic>
        <p:nvPicPr>
          <p:cNvPr id="45059" name="Picture 1035">
            <a:extLst>
              <a:ext uri="{FF2B5EF4-FFF2-40B4-BE49-F238E27FC236}">
                <a16:creationId xmlns:a16="http://schemas.microsoft.com/office/drawing/2014/main" id="{13CF1B26-59FC-4992-8FE3-5FA6738A092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97013" y="1258888"/>
            <a:ext cx="6389687" cy="26939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82" name="Title 1">
            <a:extLst>
              <a:ext uri="{FF2B5EF4-FFF2-40B4-BE49-F238E27FC236}">
                <a16:creationId xmlns:a16="http://schemas.microsoft.com/office/drawing/2014/main" id="{8A0137AD-9BFB-4AF6-88F4-0341356C95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6575" y="155805"/>
            <a:ext cx="8229600" cy="576262"/>
          </a:xfrm>
        </p:spPr>
        <p:txBody>
          <a:bodyPr/>
          <a:lstStyle/>
          <a:p>
            <a:r>
              <a:rPr lang="en-US" altLang="en-US" dirty="0"/>
              <a:t>64-bit Logical Address Space</a:t>
            </a:r>
          </a:p>
        </p:txBody>
      </p:sp>
      <p:sp>
        <p:nvSpPr>
          <p:cNvPr id="53251" name="Content Placeholder 2">
            <a:extLst>
              <a:ext uri="{FF2B5EF4-FFF2-40B4-BE49-F238E27FC236}">
                <a16:creationId xmlns:a16="http://schemas.microsoft.com/office/drawing/2014/main" id="{6995B49D-2FA5-4651-BAD7-7BD98CB71E8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75685" y="1130300"/>
            <a:ext cx="7596512" cy="5087938"/>
          </a:xfrm>
        </p:spPr>
        <p:txBody>
          <a:bodyPr/>
          <a:lstStyle/>
          <a:p>
            <a:pPr>
              <a:defRPr/>
            </a:pPr>
            <a:r>
              <a:rPr lang="en-US" altLang="en-US" dirty="0"/>
              <a:t>Even two-level paging scheme not sufficient</a:t>
            </a:r>
          </a:p>
          <a:p>
            <a:pPr>
              <a:defRPr/>
            </a:pPr>
            <a:r>
              <a:rPr lang="en-US" altLang="en-US" dirty="0"/>
              <a:t>If page size is 4 KB (2</a:t>
            </a:r>
            <a:r>
              <a:rPr lang="en-US" altLang="en-US" baseline="30000" dirty="0"/>
              <a:t>12</a:t>
            </a:r>
            <a:r>
              <a:rPr lang="en-US" altLang="en-US" dirty="0"/>
              <a:t>)</a:t>
            </a:r>
          </a:p>
          <a:p>
            <a:pPr lvl="1">
              <a:defRPr/>
            </a:pPr>
            <a:r>
              <a:rPr lang="en-US" altLang="en-US" dirty="0"/>
              <a:t>Then page table has 2</a:t>
            </a:r>
            <a:r>
              <a:rPr lang="en-US" altLang="en-US" baseline="30000" dirty="0"/>
              <a:t>52</a:t>
            </a:r>
            <a:r>
              <a:rPr lang="en-US" altLang="en-US" dirty="0"/>
              <a:t> entries</a:t>
            </a:r>
          </a:p>
          <a:p>
            <a:pPr lvl="1">
              <a:defRPr/>
            </a:pPr>
            <a:r>
              <a:rPr lang="en-US" altLang="en-US" dirty="0"/>
              <a:t>If two level scheme, inner page tables could be 2</a:t>
            </a:r>
            <a:r>
              <a:rPr lang="en-US" altLang="en-US" baseline="30000" dirty="0"/>
              <a:t>10</a:t>
            </a:r>
            <a:r>
              <a:rPr lang="en-US" altLang="en-US" dirty="0"/>
              <a:t> 4-byte entries</a:t>
            </a:r>
          </a:p>
          <a:p>
            <a:pPr lvl="1">
              <a:defRPr/>
            </a:pPr>
            <a:r>
              <a:rPr lang="en-US" altLang="en-US" dirty="0"/>
              <a:t>Address would look like</a:t>
            </a:r>
          </a:p>
          <a:p>
            <a:pPr lvl="1">
              <a:defRPr/>
            </a:pPr>
            <a:endParaRPr lang="en-US" altLang="en-US" dirty="0"/>
          </a:p>
          <a:p>
            <a:pPr lvl="1">
              <a:defRPr/>
            </a:pPr>
            <a:endParaRPr lang="en-US" altLang="en-US" dirty="0"/>
          </a:p>
          <a:p>
            <a:pPr marL="457200" lvl="1" indent="0">
              <a:buFont typeface="Monotype Sorts" pitchFamily="-84" charset="2"/>
              <a:buNone/>
              <a:defRPr/>
            </a:pPr>
            <a:endParaRPr lang="en-US" altLang="en-US" dirty="0"/>
          </a:p>
          <a:p>
            <a:pPr lvl="1">
              <a:defRPr/>
            </a:pPr>
            <a:r>
              <a:rPr lang="en-US" altLang="en-US" dirty="0"/>
              <a:t>Outer page table has 2</a:t>
            </a:r>
            <a:r>
              <a:rPr lang="en-US" altLang="en-US" baseline="30000" dirty="0"/>
              <a:t>42</a:t>
            </a:r>
            <a:r>
              <a:rPr lang="en-US" altLang="en-US" dirty="0"/>
              <a:t> entries or 2</a:t>
            </a:r>
            <a:r>
              <a:rPr lang="en-US" altLang="en-US" baseline="30000" dirty="0"/>
              <a:t>44</a:t>
            </a:r>
            <a:r>
              <a:rPr lang="en-US" altLang="en-US" dirty="0"/>
              <a:t> bytes</a:t>
            </a:r>
          </a:p>
          <a:p>
            <a:pPr lvl="1">
              <a:defRPr/>
            </a:pPr>
            <a:r>
              <a:rPr lang="en-US" altLang="en-US" dirty="0"/>
              <a:t>One solution is to add a 2</a:t>
            </a:r>
            <a:r>
              <a:rPr lang="en-US" altLang="en-US" baseline="30000" dirty="0"/>
              <a:t>nd</a:t>
            </a:r>
            <a:r>
              <a:rPr lang="en-US" altLang="en-US" dirty="0"/>
              <a:t> outer page table</a:t>
            </a:r>
          </a:p>
          <a:p>
            <a:pPr lvl="1">
              <a:defRPr/>
            </a:pPr>
            <a:r>
              <a:rPr lang="en-US" altLang="en-US" dirty="0"/>
              <a:t>But in the following example the 2</a:t>
            </a:r>
            <a:r>
              <a:rPr lang="en-US" altLang="en-US" baseline="30000" dirty="0"/>
              <a:t>nd</a:t>
            </a:r>
            <a:r>
              <a:rPr lang="en-US" altLang="en-US" dirty="0"/>
              <a:t> outer page table is still 2</a:t>
            </a:r>
            <a:r>
              <a:rPr lang="en-US" altLang="en-US" baseline="30000" dirty="0"/>
              <a:t>34</a:t>
            </a:r>
            <a:r>
              <a:rPr lang="en-US" altLang="en-US" dirty="0"/>
              <a:t> bytes in size</a:t>
            </a:r>
          </a:p>
          <a:p>
            <a:pPr lvl="2">
              <a:defRPr/>
            </a:pPr>
            <a:r>
              <a:rPr lang="en-US" altLang="en-US" dirty="0"/>
              <a:t>And possibly 4 memory access to get to one physical memory location</a:t>
            </a:r>
          </a:p>
          <a:p>
            <a:pPr lvl="1">
              <a:defRPr/>
            </a:pPr>
            <a:endParaRPr lang="en-US" altLang="en-US" dirty="0"/>
          </a:p>
        </p:txBody>
      </p:sp>
      <p:pic>
        <p:nvPicPr>
          <p:cNvPr id="46084" name="Picture 5" descr="W:\os-book\OS10\slide-dir\os-figures\in-9_5.jpg">
            <a:extLst>
              <a:ext uri="{FF2B5EF4-FFF2-40B4-BE49-F238E27FC236}">
                <a16:creationId xmlns:a16="http://schemas.microsoft.com/office/drawing/2014/main" id="{F2F6A35A-E5D7-44DA-A8DD-7A4A4C04083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43188" y="3176588"/>
            <a:ext cx="3719512" cy="8096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06" name="Rectangle 2">
            <a:extLst>
              <a:ext uri="{FF2B5EF4-FFF2-40B4-BE49-F238E27FC236}">
                <a16:creationId xmlns:a16="http://schemas.microsoft.com/office/drawing/2014/main" id="{7E72B140-73C1-45D7-A700-AF2CED785759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865188" y="144075"/>
            <a:ext cx="7821612" cy="576262"/>
          </a:xfrm>
        </p:spPr>
        <p:txBody>
          <a:bodyPr/>
          <a:lstStyle/>
          <a:p>
            <a:pPr eaLnBrk="1" hangingPunct="1"/>
            <a:r>
              <a:rPr lang="en-US" altLang="en-US" dirty="0"/>
              <a:t>Three-level Paging Scheme</a:t>
            </a:r>
          </a:p>
        </p:txBody>
      </p:sp>
      <p:pic>
        <p:nvPicPr>
          <p:cNvPr id="47107" name="Picture 6">
            <a:extLst>
              <a:ext uri="{FF2B5EF4-FFF2-40B4-BE49-F238E27FC236}">
                <a16:creationId xmlns:a16="http://schemas.microsoft.com/office/drawing/2014/main" id="{7E3EC9BD-BFCB-4762-8CAD-CDA7B88568E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24100" y="1293813"/>
            <a:ext cx="5241925" cy="1168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47108" name="Picture 7">
            <a:extLst>
              <a:ext uri="{FF2B5EF4-FFF2-40B4-BE49-F238E27FC236}">
                <a16:creationId xmlns:a16="http://schemas.microsoft.com/office/drawing/2014/main" id="{0A0D3728-9A51-44F1-B179-28CC3F55230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11400" y="3130550"/>
            <a:ext cx="5486400" cy="10620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30" name="Rectangle 2">
            <a:extLst>
              <a:ext uri="{FF2B5EF4-FFF2-40B4-BE49-F238E27FC236}">
                <a16:creationId xmlns:a16="http://schemas.microsoft.com/office/drawing/2014/main" id="{5861803E-D597-4AFE-86BA-0284614A63EB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846138" y="222674"/>
            <a:ext cx="7840662" cy="576262"/>
          </a:xfrm>
        </p:spPr>
        <p:txBody>
          <a:bodyPr/>
          <a:lstStyle/>
          <a:p>
            <a:pPr eaLnBrk="1" hangingPunct="1"/>
            <a:r>
              <a:rPr lang="en-US" altLang="en-US" dirty="0"/>
              <a:t>Hashed Page Tables</a:t>
            </a:r>
          </a:p>
        </p:txBody>
      </p:sp>
      <p:sp>
        <p:nvSpPr>
          <p:cNvPr id="48131" name="Rectangle 3">
            <a:extLst>
              <a:ext uri="{FF2B5EF4-FFF2-40B4-BE49-F238E27FC236}">
                <a16:creationId xmlns:a16="http://schemas.microsoft.com/office/drawing/2014/main" id="{48CD62E4-797E-49CD-97C9-0D732152E634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903288" y="1141413"/>
            <a:ext cx="7626350" cy="4722812"/>
          </a:xfrm>
        </p:spPr>
        <p:txBody>
          <a:bodyPr/>
          <a:lstStyle/>
          <a:p>
            <a:r>
              <a:rPr lang="en-US" altLang="en-US" dirty="0"/>
              <a:t>Common in address </a:t>
            </a:r>
            <a:r>
              <a:rPr lang="en-US" altLang="en-US" dirty="0">
                <a:solidFill>
                  <a:srgbClr val="FF0000"/>
                </a:solidFill>
                <a:highlight>
                  <a:srgbClr val="FFFF00"/>
                </a:highlight>
              </a:rPr>
              <a:t>spaces &gt; 32 bits</a:t>
            </a:r>
          </a:p>
          <a:p>
            <a:r>
              <a:rPr lang="en-US" altLang="en-US" dirty="0"/>
              <a:t>The virtual page number is hashed into a page table</a:t>
            </a:r>
          </a:p>
          <a:p>
            <a:pPr lvl="1"/>
            <a:r>
              <a:rPr lang="en-US" altLang="en-US" dirty="0"/>
              <a:t>This page table contains a chain of elements hashing to the same location</a:t>
            </a:r>
          </a:p>
          <a:p>
            <a:r>
              <a:rPr lang="en-US" altLang="en-US" dirty="0"/>
              <a:t>Each element contains (1</a:t>
            </a:r>
            <a:r>
              <a:rPr lang="en-US" altLang="en-US" dirty="0">
                <a:solidFill>
                  <a:srgbClr val="FF0000"/>
                </a:solidFill>
                <a:highlight>
                  <a:srgbClr val="FFFF00"/>
                </a:highlight>
              </a:rPr>
              <a:t>) the virtual page number </a:t>
            </a:r>
            <a:r>
              <a:rPr lang="en-US" altLang="en-US" dirty="0"/>
              <a:t>(2</a:t>
            </a:r>
            <a:r>
              <a:rPr lang="en-US" altLang="en-US" dirty="0">
                <a:solidFill>
                  <a:srgbClr val="FF0000"/>
                </a:solidFill>
                <a:highlight>
                  <a:srgbClr val="FFFF00"/>
                </a:highlight>
              </a:rPr>
              <a:t>) the value of the mapped page frame </a:t>
            </a:r>
            <a:r>
              <a:rPr lang="en-US" altLang="en-US" dirty="0"/>
              <a:t>(3) </a:t>
            </a:r>
            <a:r>
              <a:rPr lang="en-US" altLang="en-US" dirty="0">
                <a:solidFill>
                  <a:srgbClr val="FF0000"/>
                </a:solidFill>
                <a:highlight>
                  <a:srgbClr val="FFFF00"/>
                </a:highlight>
              </a:rPr>
              <a:t>a pointer to the next element</a:t>
            </a:r>
          </a:p>
          <a:p>
            <a:r>
              <a:rPr lang="en-US" altLang="en-US" dirty="0">
                <a:solidFill>
                  <a:srgbClr val="FF0000"/>
                </a:solidFill>
                <a:highlight>
                  <a:srgbClr val="FFFF00"/>
                </a:highlight>
              </a:rPr>
              <a:t>Virtual page numbers </a:t>
            </a:r>
            <a:r>
              <a:rPr lang="en-US" altLang="en-US" dirty="0"/>
              <a:t>are compared in this chain searching for a match</a:t>
            </a:r>
          </a:p>
          <a:p>
            <a:pPr lvl="1"/>
            <a:r>
              <a:rPr lang="en-US" altLang="en-US" dirty="0"/>
              <a:t>If a match is found, the corresponding physical frame is extracted</a:t>
            </a:r>
          </a:p>
          <a:p>
            <a:r>
              <a:rPr lang="en-US" altLang="en-US" dirty="0"/>
              <a:t>Variation for 64-bit addresses is </a:t>
            </a:r>
            <a:r>
              <a:rPr lang="en-US" altLang="en-US" b="1" dirty="0">
                <a:solidFill>
                  <a:srgbClr val="006699"/>
                </a:solidFill>
                <a:latin typeface="+mj-lt"/>
              </a:rPr>
              <a:t>clustered</a:t>
            </a:r>
            <a:r>
              <a:rPr lang="en-US" altLang="en-US" b="1" dirty="0">
                <a:solidFill>
                  <a:srgbClr val="3366FF"/>
                </a:solidFill>
              </a:rPr>
              <a:t> </a:t>
            </a:r>
            <a:r>
              <a:rPr lang="en-US" altLang="en-US" b="1" dirty="0">
                <a:solidFill>
                  <a:srgbClr val="006699"/>
                </a:solidFill>
                <a:latin typeface="+mj-lt"/>
              </a:rPr>
              <a:t>page</a:t>
            </a:r>
            <a:r>
              <a:rPr lang="en-US" altLang="en-US" b="1" dirty="0">
                <a:solidFill>
                  <a:srgbClr val="3366FF"/>
                </a:solidFill>
              </a:rPr>
              <a:t> </a:t>
            </a:r>
            <a:r>
              <a:rPr lang="en-US" altLang="en-US" b="1" dirty="0">
                <a:solidFill>
                  <a:srgbClr val="006699"/>
                </a:solidFill>
                <a:latin typeface="+mj-lt"/>
              </a:rPr>
              <a:t>tables</a:t>
            </a:r>
          </a:p>
          <a:p>
            <a:pPr lvl="1"/>
            <a:r>
              <a:rPr lang="en-US" altLang="en-US" dirty="0"/>
              <a:t>Similar to hashed but each entry refers to several pages (such as 16) rather than 1</a:t>
            </a:r>
          </a:p>
          <a:p>
            <a:pPr lvl="1"/>
            <a:r>
              <a:rPr lang="en-US" altLang="en-US" dirty="0"/>
              <a:t>Especially useful for </a:t>
            </a:r>
            <a:r>
              <a:rPr lang="en-US" altLang="en-US" b="1" dirty="0">
                <a:solidFill>
                  <a:srgbClr val="006699"/>
                </a:solidFill>
                <a:latin typeface="+mj-lt"/>
              </a:rPr>
              <a:t>sparse</a:t>
            </a:r>
            <a:r>
              <a:rPr lang="en-US" altLang="en-US" dirty="0"/>
              <a:t> address spaces (where memory references are non-contiguous and scattered) </a:t>
            </a: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54" name="Rectangle 2">
            <a:extLst>
              <a:ext uri="{FF2B5EF4-FFF2-40B4-BE49-F238E27FC236}">
                <a16:creationId xmlns:a16="http://schemas.microsoft.com/office/drawing/2014/main" id="{4A6FA55B-1C89-4FAF-8777-9EF53CBB92B5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57200" y="236379"/>
            <a:ext cx="8229600" cy="576263"/>
          </a:xfrm>
        </p:spPr>
        <p:txBody>
          <a:bodyPr/>
          <a:lstStyle/>
          <a:p>
            <a:pPr eaLnBrk="1" hangingPunct="1"/>
            <a:r>
              <a:rPr lang="en-US" altLang="en-US" dirty="0"/>
              <a:t>Hashed Page Table</a:t>
            </a:r>
            <a:endParaRPr lang="en-US" altLang="en-US" sz="2400" dirty="0"/>
          </a:p>
        </p:txBody>
      </p:sp>
      <p:pic>
        <p:nvPicPr>
          <p:cNvPr id="49155" name="Picture 6">
            <a:extLst>
              <a:ext uri="{FF2B5EF4-FFF2-40B4-BE49-F238E27FC236}">
                <a16:creationId xmlns:a16="http://schemas.microsoft.com/office/drawing/2014/main" id="{D2F7DD6F-2A50-4270-B701-86EE15BF799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12888" y="1274763"/>
            <a:ext cx="6616700" cy="38195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78" name="Rectangle 2">
            <a:extLst>
              <a:ext uri="{FF2B5EF4-FFF2-40B4-BE49-F238E27FC236}">
                <a16:creationId xmlns:a16="http://schemas.microsoft.com/office/drawing/2014/main" id="{CC2EE1F7-80AE-4AE9-B1C5-B0DAB9FC622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57200" y="227048"/>
            <a:ext cx="8229600" cy="576263"/>
          </a:xfrm>
        </p:spPr>
        <p:txBody>
          <a:bodyPr/>
          <a:lstStyle/>
          <a:p>
            <a:pPr eaLnBrk="1" hangingPunct="1"/>
            <a:r>
              <a:rPr lang="en-US" altLang="en-US" dirty="0"/>
              <a:t>Inverted Page Table</a:t>
            </a:r>
          </a:p>
        </p:txBody>
      </p:sp>
      <p:sp>
        <p:nvSpPr>
          <p:cNvPr id="50179" name="Rectangle 3">
            <a:extLst>
              <a:ext uri="{FF2B5EF4-FFF2-40B4-BE49-F238E27FC236}">
                <a16:creationId xmlns:a16="http://schemas.microsoft.com/office/drawing/2014/main" id="{A433C570-E431-49CB-92BC-66AFF909B51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839755" y="1152525"/>
            <a:ext cx="7697755" cy="4792663"/>
          </a:xfrm>
        </p:spPr>
        <p:txBody>
          <a:bodyPr/>
          <a:lstStyle/>
          <a:p>
            <a:r>
              <a:rPr lang="en-US" altLang="en-US" dirty="0"/>
              <a:t>Rather than each process having a page table and keeping track of all possible logical pages, </a:t>
            </a:r>
            <a:r>
              <a:rPr lang="en-US" altLang="en-US" dirty="0">
                <a:solidFill>
                  <a:srgbClr val="FF0000"/>
                </a:solidFill>
                <a:highlight>
                  <a:srgbClr val="FFFF00"/>
                </a:highlight>
              </a:rPr>
              <a:t>track all physical pages</a:t>
            </a:r>
          </a:p>
          <a:p>
            <a:r>
              <a:rPr lang="en-US" altLang="en-US" dirty="0"/>
              <a:t>One entry for each real page of memory</a:t>
            </a:r>
          </a:p>
          <a:p>
            <a:r>
              <a:rPr lang="en-US" altLang="en-US" dirty="0">
                <a:solidFill>
                  <a:srgbClr val="FF0000"/>
                </a:solidFill>
                <a:highlight>
                  <a:srgbClr val="FFFF00"/>
                </a:highlight>
              </a:rPr>
              <a:t>Entry</a:t>
            </a:r>
            <a:r>
              <a:rPr lang="en-US" altLang="en-US" dirty="0"/>
              <a:t> consists of the </a:t>
            </a:r>
            <a:r>
              <a:rPr lang="en-US" altLang="en-US" dirty="0">
                <a:solidFill>
                  <a:srgbClr val="FF0000"/>
                </a:solidFill>
                <a:highlight>
                  <a:srgbClr val="FFFF00"/>
                </a:highlight>
              </a:rPr>
              <a:t>virtual address of the page </a:t>
            </a:r>
            <a:r>
              <a:rPr lang="en-US" altLang="en-US" dirty="0"/>
              <a:t>stored in that real memory location, with information about the </a:t>
            </a:r>
            <a:r>
              <a:rPr lang="en-US" altLang="en-US" dirty="0">
                <a:solidFill>
                  <a:srgbClr val="FF0000"/>
                </a:solidFill>
                <a:highlight>
                  <a:srgbClr val="FFFF00"/>
                </a:highlight>
              </a:rPr>
              <a:t>process</a:t>
            </a:r>
            <a:r>
              <a:rPr lang="en-US" altLang="en-US" dirty="0"/>
              <a:t> that owns that page</a:t>
            </a:r>
          </a:p>
          <a:p>
            <a:r>
              <a:rPr lang="en-US" altLang="en-US" dirty="0"/>
              <a:t>Decreases memory needed to store each page table, but </a:t>
            </a:r>
            <a:r>
              <a:rPr lang="en-US" altLang="en-US" dirty="0">
                <a:solidFill>
                  <a:srgbClr val="FF0000"/>
                </a:solidFill>
                <a:highlight>
                  <a:srgbClr val="FFFF00"/>
                </a:highlight>
              </a:rPr>
              <a:t>increases time needed to search the table when a page reference occurs</a:t>
            </a:r>
          </a:p>
          <a:p>
            <a:r>
              <a:rPr lang="en-US" altLang="en-US" dirty="0"/>
              <a:t>Use hash table to limit the search to one — or at most a few — page-table entries</a:t>
            </a:r>
          </a:p>
          <a:p>
            <a:pPr lvl="1"/>
            <a:r>
              <a:rPr lang="en-US" altLang="en-US" dirty="0"/>
              <a:t>TLB can accelerate access</a:t>
            </a:r>
          </a:p>
          <a:p>
            <a:r>
              <a:rPr lang="en-US" altLang="en-US" dirty="0"/>
              <a:t>But how to implement shared memory?</a:t>
            </a:r>
          </a:p>
          <a:p>
            <a:pPr lvl="1"/>
            <a:r>
              <a:rPr lang="en-US" altLang="en-US" dirty="0">
                <a:solidFill>
                  <a:srgbClr val="FF0000"/>
                </a:solidFill>
                <a:highlight>
                  <a:srgbClr val="FFFF00"/>
                </a:highlight>
              </a:rPr>
              <a:t>One mapping of a virtual address to the shared physical address</a:t>
            </a: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02" name="Rectangle 2">
            <a:extLst>
              <a:ext uri="{FF2B5EF4-FFF2-40B4-BE49-F238E27FC236}">
                <a16:creationId xmlns:a16="http://schemas.microsoft.com/office/drawing/2014/main" id="{A9CA5047-53DC-42C0-8BA2-9A66CB1D12EB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958850" y="238549"/>
            <a:ext cx="7791450" cy="576262"/>
          </a:xfrm>
        </p:spPr>
        <p:txBody>
          <a:bodyPr/>
          <a:lstStyle/>
          <a:p>
            <a:pPr eaLnBrk="1" hangingPunct="1"/>
            <a:r>
              <a:rPr lang="en-US" altLang="en-US" dirty="0"/>
              <a:t>Inverted Page Table Architecture</a:t>
            </a:r>
            <a:endParaRPr lang="en-US" altLang="en-US" sz="2400" dirty="0"/>
          </a:p>
        </p:txBody>
      </p:sp>
      <p:pic>
        <p:nvPicPr>
          <p:cNvPr id="51203" name="Picture 6">
            <a:extLst>
              <a:ext uri="{FF2B5EF4-FFF2-40B4-BE49-F238E27FC236}">
                <a16:creationId xmlns:a16="http://schemas.microsoft.com/office/drawing/2014/main" id="{CD658555-7800-4FD5-8FAB-B83171CC6E9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17675" y="1274763"/>
            <a:ext cx="6057900" cy="41894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282" name="Rectangle 2">
            <a:extLst>
              <a:ext uri="{FF2B5EF4-FFF2-40B4-BE49-F238E27FC236}">
                <a16:creationId xmlns:a16="http://schemas.microsoft.com/office/drawing/2014/main" id="{1D1E43B9-2364-32A5-45DC-D9E6C1064E6F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TW"/>
              <a:t>8.6 Segmentation</a:t>
            </a:r>
          </a:p>
        </p:txBody>
      </p:sp>
      <p:sp>
        <p:nvSpPr>
          <p:cNvPr id="97283" name="Rectangle 3">
            <a:extLst>
              <a:ext uri="{FF2B5EF4-FFF2-40B4-BE49-F238E27FC236}">
                <a16:creationId xmlns:a16="http://schemas.microsoft.com/office/drawing/2014/main" id="{80CFA913-709E-B1DF-563C-1A3C6479E9F4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762000" y="1377950"/>
            <a:ext cx="8382000" cy="5053013"/>
          </a:xfrm>
        </p:spPr>
        <p:txBody>
          <a:bodyPr/>
          <a:lstStyle/>
          <a:p>
            <a:pPr>
              <a:lnSpc>
                <a:spcPct val="90000"/>
              </a:lnSpc>
              <a:tabLst>
                <a:tab pos="1833563" algn="l"/>
              </a:tabLst>
            </a:pPr>
            <a:r>
              <a:rPr lang="en-US" altLang="zh-TW" sz="2000"/>
              <a:t>Memory-management scheme that supports </a:t>
            </a:r>
            <a:r>
              <a:rPr lang="en-US" altLang="zh-TW" sz="2000">
                <a:solidFill>
                  <a:srgbClr val="0000FF"/>
                </a:solidFill>
              </a:rPr>
              <a:t>user view</a:t>
            </a:r>
            <a:r>
              <a:rPr lang="en-US" altLang="zh-TW" sz="2000"/>
              <a:t> of memory </a:t>
            </a:r>
          </a:p>
          <a:p>
            <a:pPr>
              <a:lnSpc>
                <a:spcPct val="90000"/>
              </a:lnSpc>
              <a:tabLst>
                <a:tab pos="1833563" algn="l"/>
              </a:tabLst>
            </a:pPr>
            <a:r>
              <a:rPr lang="en-US" altLang="zh-TW" sz="2000"/>
              <a:t>A program is a collection of segments</a:t>
            </a:r>
          </a:p>
          <a:p>
            <a:pPr lvl="1">
              <a:lnSpc>
                <a:spcPct val="90000"/>
              </a:lnSpc>
              <a:tabLst>
                <a:tab pos="1833563" algn="l"/>
              </a:tabLst>
            </a:pPr>
            <a:r>
              <a:rPr lang="en-US" altLang="zh-TW" sz="1800"/>
              <a:t>A segment is a logical unit such as:</a:t>
            </a:r>
          </a:p>
          <a:p>
            <a:pPr>
              <a:lnSpc>
                <a:spcPct val="90000"/>
              </a:lnSpc>
              <a:buFont typeface="Monotype Sorts" charset="2"/>
              <a:buNone/>
              <a:tabLst>
                <a:tab pos="1833563" algn="l"/>
              </a:tabLst>
            </a:pPr>
            <a:r>
              <a:rPr lang="en-US" altLang="zh-TW" sz="2000"/>
              <a:t>		main program</a:t>
            </a:r>
          </a:p>
          <a:p>
            <a:pPr>
              <a:lnSpc>
                <a:spcPct val="90000"/>
              </a:lnSpc>
              <a:buFont typeface="Monotype Sorts" charset="2"/>
              <a:buNone/>
              <a:tabLst>
                <a:tab pos="1833563" algn="l"/>
              </a:tabLst>
            </a:pPr>
            <a:r>
              <a:rPr lang="en-US" altLang="zh-TW" sz="2000"/>
              <a:t>		procedure </a:t>
            </a:r>
          </a:p>
          <a:p>
            <a:pPr>
              <a:lnSpc>
                <a:spcPct val="90000"/>
              </a:lnSpc>
              <a:buFont typeface="Monotype Sorts" charset="2"/>
              <a:buNone/>
              <a:tabLst>
                <a:tab pos="1833563" algn="l"/>
              </a:tabLst>
            </a:pPr>
            <a:r>
              <a:rPr lang="en-US" altLang="zh-TW" sz="2000"/>
              <a:t>		function</a:t>
            </a:r>
          </a:p>
          <a:p>
            <a:pPr>
              <a:lnSpc>
                <a:spcPct val="90000"/>
              </a:lnSpc>
              <a:buFont typeface="Monotype Sorts" charset="2"/>
              <a:buNone/>
              <a:tabLst>
                <a:tab pos="1833563" algn="l"/>
              </a:tabLst>
            </a:pPr>
            <a:r>
              <a:rPr lang="en-US" altLang="zh-TW" sz="2000"/>
              <a:t>		method</a:t>
            </a:r>
          </a:p>
          <a:p>
            <a:pPr>
              <a:lnSpc>
                <a:spcPct val="90000"/>
              </a:lnSpc>
              <a:buFont typeface="Monotype Sorts" charset="2"/>
              <a:buNone/>
              <a:tabLst>
                <a:tab pos="1833563" algn="l"/>
              </a:tabLst>
            </a:pPr>
            <a:r>
              <a:rPr lang="en-US" altLang="zh-TW" sz="2000"/>
              <a:t>		object</a:t>
            </a:r>
          </a:p>
          <a:p>
            <a:pPr>
              <a:lnSpc>
                <a:spcPct val="90000"/>
              </a:lnSpc>
              <a:buFont typeface="Monotype Sorts" charset="2"/>
              <a:buNone/>
              <a:tabLst>
                <a:tab pos="1833563" algn="l"/>
              </a:tabLst>
            </a:pPr>
            <a:r>
              <a:rPr lang="en-US" altLang="zh-TW" sz="2000"/>
              <a:t>		local variables, global variables</a:t>
            </a:r>
          </a:p>
          <a:p>
            <a:pPr>
              <a:lnSpc>
                <a:spcPct val="90000"/>
              </a:lnSpc>
              <a:buFont typeface="Monotype Sorts" charset="2"/>
              <a:buNone/>
              <a:tabLst>
                <a:tab pos="1833563" algn="l"/>
              </a:tabLst>
            </a:pPr>
            <a:r>
              <a:rPr lang="en-US" altLang="zh-TW" sz="2000"/>
              <a:t>		common block</a:t>
            </a:r>
          </a:p>
          <a:p>
            <a:pPr>
              <a:lnSpc>
                <a:spcPct val="90000"/>
              </a:lnSpc>
              <a:buFont typeface="Monotype Sorts" charset="2"/>
              <a:buNone/>
              <a:tabLst>
                <a:tab pos="1833563" algn="l"/>
              </a:tabLst>
            </a:pPr>
            <a:r>
              <a:rPr lang="en-US" altLang="zh-TW" sz="2000"/>
              <a:t>		stack</a:t>
            </a:r>
          </a:p>
          <a:p>
            <a:pPr>
              <a:lnSpc>
                <a:spcPct val="90000"/>
              </a:lnSpc>
              <a:buFont typeface="Monotype Sorts" charset="2"/>
              <a:buNone/>
              <a:tabLst>
                <a:tab pos="1833563" algn="l"/>
              </a:tabLst>
            </a:pPr>
            <a:r>
              <a:rPr lang="en-US" altLang="zh-TW" sz="2000"/>
              <a:t>		symbol table</a:t>
            </a:r>
          </a:p>
          <a:p>
            <a:pPr>
              <a:lnSpc>
                <a:spcPct val="90000"/>
              </a:lnSpc>
              <a:buFont typeface="Monotype Sorts" charset="2"/>
              <a:buNone/>
              <a:tabLst>
                <a:tab pos="1833563" algn="l"/>
              </a:tabLst>
            </a:pPr>
            <a:r>
              <a:rPr lang="en-US" altLang="zh-TW" sz="2000"/>
              <a:t>		arrays</a:t>
            </a: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330" name="Rectangle 2">
            <a:extLst>
              <a:ext uri="{FF2B5EF4-FFF2-40B4-BE49-F238E27FC236}">
                <a16:creationId xmlns:a16="http://schemas.microsoft.com/office/drawing/2014/main" id="{0BF08152-30ED-DA8E-4943-7050C3C18F55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TW"/>
              <a:t>User’s View of a Program</a:t>
            </a:r>
            <a:endParaRPr lang="en-US" altLang="zh-TW" sz="2400"/>
          </a:p>
        </p:txBody>
      </p:sp>
      <p:pic>
        <p:nvPicPr>
          <p:cNvPr id="99331" name="Picture 6">
            <a:extLst>
              <a:ext uri="{FF2B5EF4-FFF2-40B4-BE49-F238E27FC236}">
                <a16:creationId xmlns:a16="http://schemas.microsoft.com/office/drawing/2014/main" id="{DB0D3A51-05C8-D0CD-A61A-CEB0FCAC75E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66975" y="1233488"/>
            <a:ext cx="3695700" cy="48387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378" name="Rectangle 2">
            <a:extLst>
              <a:ext uri="{FF2B5EF4-FFF2-40B4-BE49-F238E27FC236}">
                <a16:creationId xmlns:a16="http://schemas.microsoft.com/office/drawing/2014/main" id="{C96117D7-DD16-427C-F308-DBEFD56D8433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TW"/>
              <a:t>Logical View of Segmentation</a:t>
            </a:r>
          </a:p>
        </p:txBody>
      </p:sp>
      <p:sp>
        <p:nvSpPr>
          <p:cNvPr id="101379" name="Oval 3">
            <a:extLst>
              <a:ext uri="{FF2B5EF4-FFF2-40B4-BE49-F238E27FC236}">
                <a16:creationId xmlns:a16="http://schemas.microsoft.com/office/drawing/2014/main" id="{0817A06D-98D5-1B28-598C-FB7D3EE07A4F}"/>
              </a:ext>
            </a:extLst>
          </p:cNvPr>
          <p:cNvSpPr>
            <a:spLocks noChangeArrowheads="1"/>
          </p:cNvSpPr>
          <p:nvPr/>
        </p:nvSpPr>
        <p:spPr bwMode="auto">
          <a:xfrm>
            <a:off x="1371600" y="1171575"/>
            <a:ext cx="2895600" cy="3962400"/>
          </a:xfrm>
          <a:prstGeom prst="ellipse">
            <a:avLst/>
          </a:prstGeom>
          <a:solidFill>
            <a:schemeClr val="bg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37931725" indent="-3747452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endParaRPr lang="zh-TW" altLang="en-US"/>
          </a:p>
        </p:txBody>
      </p:sp>
      <p:sp>
        <p:nvSpPr>
          <p:cNvPr id="101380" name="Rectangle 4">
            <a:extLst>
              <a:ext uri="{FF2B5EF4-FFF2-40B4-BE49-F238E27FC236}">
                <a16:creationId xmlns:a16="http://schemas.microsoft.com/office/drawing/2014/main" id="{79294A53-7535-BBE2-D571-D3C146DBA594}"/>
              </a:ext>
            </a:extLst>
          </p:cNvPr>
          <p:cNvSpPr>
            <a:spLocks noChangeArrowheads="1"/>
          </p:cNvSpPr>
          <p:nvPr/>
        </p:nvSpPr>
        <p:spPr bwMode="auto">
          <a:xfrm>
            <a:off x="1905000" y="1857375"/>
            <a:ext cx="990600" cy="533400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37931725" indent="-3747452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pPr algn="ctr"/>
            <a:r>
              <a:rPr lang="en-US" altLang="zh-TW">
                <a:latin typeface="Helvetica" panose="020B0604020202020204" pitchFamily="34" charset="0"/>
              </a:rPr>
              <a:t>1</a:t>
            </a:r>
          </a:p>
        </p:txBody>
      </p:sp>
      <p:sp>
        <p:nvSpPr>
          <p:cNvPr id="101381" name="Rectangle 5">
            <a:extLst>
              <a:ext uri="{FF2B5EF4-FFF2-40B4-BE49-F238E27FC236}">
                <a16:creationId xmlns:a16="http://schemas.microsoft.com/office/drawing/2014/main" id="{77B63329-8482-7CF7-0CA2-94A3AD2DA031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52600" y="3000375"/>
            <a:ext cx="914400" cy="914400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37931725" indent="-3747452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pPr algn="ctr"/>
            <a:r>
              <a:rPr lang="en-US" altLang="zh-TW">
                <a:latin typeface="Helvetica" panose="020B0604020202020204" pitchFamily="34" charset="0"/>
              </a:rPr>
              <a:t>3</a:t>
            </a:r>
          </a:p>
        </p:txBody>
      </p:sp>
      <p:sp>
        <p:nvSpPr>
          <p:cNvPr id="101382" name="Rectangle 6">
            <a:extLst>
              <a:ext uri="{FF2B5EF4-FFF2-40B4-BE49-F238E27FC236}">
                <a16:creationId xmlns:a16="http://schemas.microsoft.com/office/drawing/2014/main" id="{03C6465F-0BDB-631E-90A8-91F8E3AB579C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00400" y="2466975"/>
            <a:ext cx="914400" cy="381000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37931725" indent="-3747452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pPr algn="ctr"/>
            <a:r>
              <a:rPr lang="en-US" altLang="zh-TW">
                <a:latin typeface="Helvetica" panose="020B0604020202020204" pitchFamily="34" charset="0"/>
              </a:rPr>
              <a:t>2</a:t>
            </a:r>
          </a:p>
        </p:txBody>
      </p:sp>
      <p:sp>
        <p:nvSpPr>
          <p:cNvPr id="101383" name="Rectangle 7">
            <a:extLst>
              <a:ext uri="{FF2B5EF4-FFF2-40B4-BE49-F238E27FC236}">
                <a16:creationId xmlns:a16="http://schemas.microsoft.com/office/drawing/2014/main" id="{5038A702-7F03-FB35-DBA4-A8614858147E}"/>
              </a:ext>
            </a:extLst>
          </p:cNvPr>
          <p:cNvSpPr>
            <a:spLocks noChangeArrowheads="1"/>
          </p:cNvSpPr>
          <p:nvPr/>
        </p:nvSpPr>
        <p:spPr bwMode="auto">
          <a:xfrm>
            <a:off x="3124200" y="3457575"/>
            <a:ext cx="914400" cy="533400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37931725" indent="-3747452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pPr algn="ctr"/>
            <a:r>
              <a:rPr lang="en-US" altLang="zh-TW">
                <a:latin typeface="Helvetica" panose="020B0604020202020204" pitchFamily="34" charset="0"/>
              </a:rPr>
              <a:t>4</a:t>
            </a:r>
          </a:p>
        </p:txBody>
      </p:sp>
      <p:grpSp>
        <p:nvGrpSpPr>
          <p:cNvPr id="101384" name="Group 24">
            <a:extLst>
              <a:ext uri="{FF2B5EF4-FFF2-40B4-BE49-F238E27FC236}">
                <a16:creationId xmlns:a16="http://schemas.microsoft.com/office/drawing/2014/main" id="{EACEFDFF-A7EA-3969-2A94-F01270EDE413}"/>
              </a:ext>
            </a:extLst>
          </p:cNvPr>
          <p:cNvGrpSpPr>
            <a:grpSpLocks/>
          </p:cNvGrpSpPr>
          <p:nvPr/>
        </p:nvGrpSpPr>
        <p:grpSpPr bwMode="auto">
          <a:xfrm>
            <a:off x="5638800" y="1171575"/>
            <a:ext cx="1143000" cy="3962400"/>
            <a:chOff x="3888" y="1056"/>
            <a:chExt cx="720" cy="2496"/>
          </a:xfrm>
        </p:grpSpPr>
        <p:grpSp>
          <p:nvGrpSpPr>
            <p:cNvPr id="101387" name="Group 11">
              <a:extLst>
                <a:ext uri="{FF2B5EF4-FFF2-40B4-BE49-F238E27FC236}">
                  <a16:creationId xmlns:a16="http://schemas.microsoft.com/office/drawing/2014/main" id="{47E8D949-AAB5-4E58-1523-68668DF537C8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888" y="1056"/>
              <a:ext cx="720" cy="672"/>
              <a:chOff x="3888" y="1056"/>
              <a:chExt cx="720" cy="672"/>
            </a:xfrm>
          </p:grpSpPr>
          <p:sp>
            <p:nvSpPr>
              <p:cNvPr id="101398" name="Rectangle 8">
                <a:extLst>
                  <a:ext uri="{FF2B5EF4-FFF2-40B4-BE49-F238E27FC236}">
                    <a16:creationId xmlns:a16="http://schemas.microsoft.com/office/drawing/2014/main" id="{909C6FEF-ECA0-3202-65DF-493706059A4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888" y="1056"/>
                <a:ext cx="720" cy="672"/>
              </a:xfrm>
              <a:prstGeom prst="rect">
                <a:avLst/>
              </a:prstGeom>
              <a:solidFill>
                <a:schemeClr val="bg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defRPr>
                    <a:solidFill>
                      <a:schemeClr val="tx1"/>
                    </a:solidFill>
                    <a:latin typeface="Verdana" panose="020B0604030504040204" pitchFamily="34" charset="0"/>
                    <a:ea typeface="MS PGothic" panose="020B0600070205080204" pitchFamily="34" charset="-128"/>
                  </a:defRPr>
                </a:lvl1pPr>
                <a:lvl2pPr marL="37931725" indent="-37474525">
                  <a:defRPr>
                    <a:solidFill>
                      <a:schemeClr val="tx1"/>
                    </a:solidFill>
                    <a:latin typeface="Verdana" panose="020B0604030504040204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Verdana" panose="020B0604030504040204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Verdana" panose="020B0604030504040204" pitchFamily="34" charset="0"/>
                    <a:ea typeface="MS PGothic" panose="020B0600070205080204" pitchFamily="34" charset="-128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Verdana" panose="020B0604030504040204" pitchFamily="34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Verdana" panose="020B0604030504040204" pitchFamily="34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Verdana" panose="020B0604030504040204" pitchFamily="34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Verdana" panose="020B0604030504040204" pitchFamily="34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Verdana" panose="020B0604030504040204" pitchFamily="34" charset="0"/>
                    <a:ea typeface="MS PGothic" panose="020B0600070205080204" pitchFamily="34" charset="-128"/>
                  </a:defRPr>
                </a:lvl9pPr>
              </a:lstStyle>
              <a:p>
                <a:endParaRPr lang="zh-TW" altLang="en-US"/>
              </a:p>
            </p:txBody>
          </p:sp>
          <p:sp>
            <p:nvSpPr>
              <p:cNvPr id="101399" name="Line 9">
                <a:extLst>
                  <a:ext uri="{FF2B5EF4-FFF2-40B4-BE49-F238E27FC236}">
                    <a16:creationId xmlns:a16="http://schemas.microsoft.com/office/drawing/2014/main" id="{F0C36E9D-1DCF-B13E-7188-89FA645E8F0C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888" y="1392"/>
                <a:ext cx="720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</p:grpSp>
        <p:grpSp>
          <p:nvGrpSpPr>
            <p:cNvPr id="101388" name="Group 12">
              <a:extLst>
                <a:ext uri="{FF2B5EF4-FFF2-40B4-BE49-F238E27FC236}">
                  <a16:creationId xmlns:a16="http://schemas.microsoft.com/office/drawing/2014/main" id="{F9CCB78D-3778-FBED-7B3E-FFB07662E708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888" y="1728"/>
              <a:ext cx="720" cy="672"/>
              <a:chOff x="3888" y="1056"/>
              <a:chExt cx="720" cy="672"/>
            </a:xfrm>
          </p:grpSpPr>
          <p:sp>
            <p:nvSpPr>
              <p:cNvPr id="101396" name="Rectangle 13">
                <a:extLst>
                  <a:ext uri="{FF2B5EF4-FFF2-40B4-BE49-F238E27FC236}">
                    <a16:creationId xmlns:a16="http://schemas.microsoft.com/office/drawing/2014/main" id="{7DC2844F-9363-C3BA-3608-91C994B207D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888" y="1056"/>
                <a:ext cx="720" cy="672"/>
              </a:xfrm>
              <a:prstGeom prst="rect">
                <a:avLst/>
              </a:prstGeom>
              <a:solidFill>
                <a:srgbClr val="DDDDDD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defRPr>
                    <a:solidFill>
                      <a:schemeClr val="tx1"/>
                    </a:solidFill>
                    <a:latin typeface="Verdana" panose="020B0604030504040204" pitchFamily="34" charset="0"/>
                    <a:ea typeface="MS PGothic" panose="020B0600070205080204" pitchFamily="34" charset="-128"/>
                  </a:defRPr>
                </a:lvl1pPr>
                <a:lvl2pPr marL="37931725" indent="-37474525">
                  <a:defRPr>
                    <a:solidFill>
                      <a:schemeClr val="tx1"/>
                    </a:solidFill>
                    <a:latin typeface="Verdana" panose="020B0604030504040204" pitchFamily="34" charset="0"/>
                    <a:ea typeface="MS PGothic" panose="020B0600070205080204" pitchFamily="34" charset="-128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Verdana" panose="020B0604030504040204" pitchFamily="34" charset="0"/>
                    <a:ea typeface="MS PGothic" panose="020B0600070205080204" pitchFamily="34" charset="-128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Verdana" panose="020B0604030504040204" pitchFamily="34" charset="0"/>
                    <a:ea typeface="MS PGothic" panose="020B0600070205080204" pitchFamily="34" charset="-128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Verdana" panose="020B0604030504040204" pitchFamily="34" charset="0"/>
                    <a:ea typeface="MS PGothic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Verdana" panose="020B0604030504040204" pitchFamily="34" charset="0"/>
                    <a:ea typeface="MS PGothic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Verdana" panose="020B0604030504040204" pitchFamily="34" charset="0"/>
                    <a:ea typeface="MS PGothic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Verdana" panose="020B0604030504040204" pitchFamily="34" charset="0"/>
                    <a:ea typeface="MS PGothic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Verdana" panose="020B0604030504040204" pitchFamily="34" charset="0"/>
                    <a:ea typeface="MS PGothic" panose="020B0600070205080204" pitchFamily="34" charset="-128"/>
                  </a:defRPr>
                </a:lvl9pPr>
              </a:lstStyle>
              <a:p>
                <a:endParaRPr lang="zh-TW" altLang="en-US"/>
              </a:p>
            </p:txBody>
          </p:sp>
          <p:sp>
            <p:nvSpPr>
              <p:cNvPr id="101397" name="Line 14">
                <a:extLst>
                  <a:ext uri="{FF2B5EF4-FFF2-40B4-BE49-F238E27FC236}">
                    <a16:creationId xmlns:a16="http://schemas.microsoft.com/office/drawing/2014/main" id="{0B36F7F2-A68E-1E97-09E0-B65D66E2CC5B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888" y="1392"/>
                <a:ext cx="720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</p:grpSp>
        <p:sp>
          <p:nvSpPr>
            <p:cNvPr id="101389" name="Text Box 15">
              <a:extLst>
                <a:ext uri="{FF2B5EF4-FFF2-40B4-BE49-F238E27FC236}">
                  <a16:creationId xmlns:a16="http://schemas.microsoft.com/office/drawing/2014/main" id="{9B8E224E-BCAE-3C05-2F72-651A9C284FD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126" y="1133"/>
              <a:ext cx="196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1pPr>
              <a:lvl2pPr marL="37931725" indent="-37474525"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9pPr>
            </a:lstStyle>
            <a:p>
              <a:pPr algn="ctr">
                <a:spcBef>
                  <a:spcPct val="50000"/>
                </a:spcBef>
              </a:pPr>
              <a:r>
                <a:rPr lang="en-US" altLang="zh-TW">
                  <a:latin typeface="Helvetica" panose="020B0604020202020204" pitchFamily="34" charset="0"/>
                </a:rPr>
                <a:t>1</a:t>
              </a:r>
            </a:p>
          </p:txBody>
        </p:sp>
        <p:sp>
          <p:nvSpPr>
            <p:cNvPr id="101390" name="Text Box 16">
              <a:extLst>
                <a:ext uri="{FF2B5EF4-FFF2-40B4-BE49-F238E27FC236}">
                  <a16:creationId xmlns:a16="http://schemas.microsoft.com/office/drawing/2014/main" id="{BF5B0744-5FA0-84A0-39B7-5CBF7BDE740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128" y="1440"/>
              <a:ext cx="196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1pPr>
              <a:lvl2pPr marL="37931725" indent="-37474525"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9pPr>
            </a:lstStyle>
            <a:p>
              <a:pPr algn="ctr">
                <a:spcBef>
                  <a:spcPct val="50000"/>
                </a:spcBef>
              </a:pPr>
              <a:r>
                <a:rPr lang="en-US" altLang="zh-TW">
                  <a:latin typeface="Helvetica" panose="020B0604020202020204" pitchFamily="34" charset="0"/>
                </a:rPr>
                <a:t>4</a:t>
              </a:r>
            </a:p>
          </p:txBody>
        </p:sp>
        <p:sp>
          <p:nvSpPr>
            <p:cNvPr id="101391" name="Rectangle 17">
              <a:extLst>
                <a:ext uri="{FF2B5EF4-FFF2-40B4-BE49-F238E27FC236}">
                  <a16:creationId xmlns:a16="http://schemas.microsoft.com/office/drawing/2014/main" id="{CC49B1D2-62D9-846E-A389-5D31A1419FE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888" y="2400"/>
              <a:ext cx="720" cy="912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1pPr>
              <a:lvl2pPr marL="37931725" indent="-37474525"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9pPr>
            </a:lstStyle>
            <a:p>
              <a:endParaRPr lang="zh-TW" altLang="en-US"/>
            </a:p>
          </p:txBody>
        </p:sp>
        <p:sp>
          <p:nvSpPr>
            <p:cNvPr id="101392" name="Rectangle 18">
              <a:extLst>
                <a:ext uri="{FF2B5EF4-FFF2-40B4-BE49-F238E27FC236}">
                  <a16:creationId xmlns:a16="http://schemas.microsoft.com/office/drawing/2014/main" id="{B9248939-F326-58DB-68FB-6C7AA68B526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888" y="3312"/>
              <a:ext cx="720" cy="240"/>
            </a:xfrm>
            <a:prstGeom prst="rect">
              <a:avLst/>
            </a:prstGeom>
            <a:solidFill>
              <a:srgbClr val="DDDDDD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1pPr>
              <a:lvl2pPr marL="37931725" indent="-37474525"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9pPr>
            </a:lstStyle>
            <a:p>
              <a:endParaRPr lang="zh-TW" altLang="en-US"/>
            </a:p>
          </p:txBody>
        </p:sp>
        <p:sp>
          <p:nvSpPr>
            <p:cNvPr id="101393" name="Line 19">
              <a:extLst>
                <a:ext uri="{FF2B5EF4-FFF2-40B4-BE49-F238E27FC236}">
                  <a16:creationId xmlns:a16="http://schemas.microsoft.com/office/drawing/2014/main" id="{A62BE973-5D95-38F3-0E46-FA5F3F692ED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888" y="2640"/>
              <a:ext cx="72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01394" name="Text Box 20">
              <a:extLst>
                <a:ext uri="{FF2B5EF4-FFF2-40B4-BE49-F238E27FC236}">
                  <a16:creationId xmlns:a16="http://schemas.microsoft.com/office/drawing/2014/main" id="{F07BC407-2190-F3E5-2A71-D00052735AB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128" y="2429"/>
              <a:ext cx="196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1pPr>
              <a:lvl2pPr marL="37931725" indent="-37474525"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9pPr>
            </a:lstStyle>
            <a:p>
              <a:pPr algn="ctr">
                <a:spcBef>
                  <a:spcPct val="50000"/>
                </a:spcBef>
              </a:pPr>
              <a:r>
                <a:rPr lang="en-US" altLang="zh-TW">
                  <a:latin typeface="Helvetica" panose="020B0604020202020204" pitchFamily="34" charset="0"/>
                </a:rPr>
                <a:t>2</a:t>
              </a:r>
            </a:p>
          </p:txBody>
        </p:sp>
        <p:sp>
          <p:nvSpPr>
            <p:cNvPr id="101395" name="Text Box 21">
              <a:extLst>
                <a:ext uri="{FF2B5EF4-FFF2-40B4-BE49-F238E27FC236}">
                  <a16:creationId xmlns:a16="http://schemas.microsoft.com/office/drawing/2014/main" id="{E3BCBCE8-35B5-8A9D-89C3-BB7996C9DA6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128" y="2889"/>
              <a:ext cx="196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1pPr>
              <a:lvl2pPr marL="37931725" indent="-37474525"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  <a:ea typeface="MS PGothic" panose="020B0600070205080204" pitchFamily="34" charset="-128"/>
                </a:defRPr>
              </a:lvl9pPr>
            </a:lstStyle>
            <a:p>
              <a:pPr algn="ctr">
                <a:spcBef>
                  <a:spcPct val="50000"/>
                </a:spcBef>
              </a:pPr>
              <a:r>
                <a:rPr lang="en-US" altLang="zh-TW">
                  <a:latin typeface="Helvetica" panose="020B0604020202020204" pitchFamily="34" charset="0"/>
                </a:rPr>
                <a:t>3</a:t>
              </a:r>
            </a:p>
          </p:txBody>
        </p:sp>
      </p:grpSp>
      <p:sp>
        <p:nvSpPr>
          <p:cNvPr id="101385" name="Text Box 22">
            <a:extLst>
              <a:ext uri="{FF2B5EF4-FFF2-40B4-BE49-F238E27FC236}">
                <a16:creationId xmlns:a16="http://schemas.microsoft.com/office/drawing/2014/main" id="{0AFC047F-BE7E-AE78-E957-5B531FE0058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022475" y="5256213"/>
            <a:ext cx="1365250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37931725" indent="-3747452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pPr algn="ctr">
              <a:spcBef>
                <a:spcPct val="50000"/>
              </a:spcBef>
            </a:pPr>
            <a:r>
              <a:rPr lang="en-US" altLang="zh-TW">
                <a:latin typeface="Helvetica" panose="020B0604020202020204" pitchFamily="34" charset="0"/>
              </a:rPr>
              <a:t>user space </a:t>
            </a:r>
          </a:p>
        </p:txBody>
      </p:sp>
      <p:sp>
        <p:nvSpPr>
          <p:cNvPr id="101386" name="Text Box 23">
            <a:extLst>
              <a:ext uri="{FF2B5EF4-FFF2-40B4-BE49-F238E27FC236}">
                <a16:creationId xmlns:a16="http://schemas.microsoft.com/office/drawing/2014/main" id="{E8D24B1C-3A23-E222-5B71-DC85F209C76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883150" y="5256213"/>
            <a:ext cx="2571750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1pPr>
            <a:lvl2pPr marL="37931725" indent="-37474525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  <a:ea typeface="MS PGothic" panose="020B0600070205080204" pitchFamily="34" charset="-128"/>
              </a:defRPr>
            </a:lvl9pPr>
          </a:lstStyle>
          <a:p>
            <a:pPr algn="ctr">
              <a:spcBef>
                <a:spcPct val="50000"/>
              </a:spcBef>
            </a:pPr>
            <a:r>
              <a:rPr lang="en-US" altLang="zh-TW">
                <a:latin typeface="Helvetica" panose="020B0604020202020204" pitchFamily="34" charset="0"/>
              </a:rPr>
              <a:t>physical memory space</a:t>
            </a:r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426" name="Rectangle 2">
            <a:extLst>
              <a:ext uri="{FF2B5EF4-FFF2-40B4-BE49-F238E27FC236}">
                <a16:creationId xmlns:a16="http://schemas.microsoft.com/office/drawing/2014/main" id="{8CAB10FE-0F71-E89D-9C19-F3460611E51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TW"/>
              <a:t>Segmentation Architecture </a:t>
            </a:r>
          </a:p>
        </p:txBody>
      </p:sp>
      <p:sp>
        <p:nvSpPr>
          <p:cNvPr id="103427" name="Rectangle 3">
            <a:extLst>
              <a:ext uri="{FF2B5EF4-FFF2-40B4-BE49-F238E27FC236}">
                <a16:creationId xmlns:a16="http://schemas.microsoft.com/office/drawing/2014/main" id="{76A17B32-6767-6B58-12CE-19318B0A353A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762000" y="1477963"/>
            <a:ext cx="7653338" cy="5018087"/>
          </a:xfrm>
        </p:spPr>
        <p:txBody>
          <a:bodyPr/>
          <a:lstStyle/>
          <a:p>
            <a:pPr>
              <a:tabLst>
                <a:tab pos="1830388" algn="l"/>
                <a:tab pos="2857500" algn="ctr"/>
              </a:tabLst>
            </a:pPr>
            <a:r>
              <a:rPr lang="en-US" altLang="zh-TW"/>
              <a:t>Logical address consists of a two tuple:</a:t>
            </a:r>
          </a:p>
          <a:p>
            <a:pPr>
              <a:buFont typeface="Monotype Sorts" charset="2"/>
              <a:buNone/>
              <a:tabLst>
                <a:tab pos="1830388" algn="l"/>
                <a:tab pos="2857500" algn="ctr"/>
              </a:tabLst>
            </a:pPr>
            <a:r>
              <a:rPr lang="en-US" altLang="zh-TW"/>
              <a:t>		&lt;segment-number, offset&gt;</a:t>
            </a:r>
          </a:p>
          <a:p>
            <a:pPr>
              <a:tabLst>
                <a:tab pos="1830388" algn="l"/>
                <a:tab pos="2857500" algn="ctr"/>
              </a:tabLst>
            </a:pPr>
            <a:r>
              <a:rPr lang="en-US" altLang="zh-TW" b="1">
                <a:solidFill>
                  <a:srgbClr val="3366FF"/>
                </a:solidFill>
              </a:rPr>
              <a:t>Segment table</a:t>
            </a:r>
            <a:r>
              <a:rPr lang="en-US" altLang="zh-TW">
                <a:solidFill>
                  <a:srgbClr val="3366FF"/>
                </a:solidFill>
              </a:rPr>
              <a:t> </a:t>
            </a:r>
            <a:r>
              <a:rPr lang="en-US" altLang="zh-TW"/>
              <a:t>– maps two-dimensional physical addresses; each table entry has:</a:t>
            </a:r>
          </a:p>
          <a:p>
            <a:pPr lvl="1">
              <a:tabLst>
                <a:tab pos="1830388" algn="l"/>
                <a:tab pos="2857500" algn="ctr"/>
              </a:tabLst>
            </a:pPr>
            <a:r>
              <a:rPr lang="en-US" altLang="zh-TW" b="1">
                <a:solidFill>
                  <a:srgbClr val="3366FF"/>
                </a:solidFill>
              </a:rPr>
              <a:t>base</a:t>
            </a:r>
            <a:r>
              <a:rPr lang="en-US" altLang="zh-TW">
                <a:solidFill>
                  <a:srgbClr val="3366FF"/>
                </a:solidFill>
              </a:rPr>
              <a:t> </a:t>
            </a:r>
            <a:r>
              <a:rPr lang="en-US" altLang="zh-TW"/>
              <a:t>– contains the starting physical address where the segments reside in memory</a:t>
            </a:r>
          </a:p>
          <a:p>
            <a:pPr lvl="1">
              <a:tabLst>
                <a:tab pos="1830388" algn="l"/>
                <a:tab pos="2857500" algn="ctr"/>
              </a:tabLst>
            </a:pPr>
            <a:r>
              <a:rPr lang="en-US" altLang="zh-TW" b="1">
                <a:solidFill>
                  <a:srgbClr val="3366FF"/>
                </a:solidFill>
              </a:rPr>
              <a:t>limit</a:t>
            </a:r>
            <a:r>
              <a:rPr lang="en-US" altLang="zh-TW">
                <a:solidFill>
                  <a:srgbClr val="3366FF"/>
                </a:solidFill>
              </a:rPr>
              <a:t> </a:t>
            </a:r>
            <a:r>
              <a:rPr lang="en-US" altLang="zh-TW"/>
              <a:t>– specifies the length of the segment</a:t>
            </a:r>
          </a:p>
          <a:p>
            <a:pPr lvl="1">
              <a:tabLst>
                <a:tab pos="1830388" algn="l"/>
                <a:tab pos="2857500" algn="ctr"/>
              </a:tabLst>
            </a:pPr>
            <a:r>
              <a:rPr lang="en-US" altLang="zh-TW" b="1">
                <a:solidFill>
                  <a:srgbClr val="3366FF"/>
                </a:solidFill>
              </a:rPr>
              <a:t>Segment-table base register (STBR)</a:t>
            </a:r>
            <a:r>
              <a:rPr lang="en-US" altLang="zh-TW">
                <a:solidFill>
                  <a:srgbClr val="3366FF"/>
                </a:solidFill>
              </a:rPr>
              <a:t> </a:t>
            </a:r>
            <a:r>
              <a:rPr lang="en-US" altLang="zh-TW"/>
              <a:t>points to the segment table’s location in memory</a:t>
            </a:r>
          </a:p>
          <a:p>
            <a:pPr lvl="1">
              <a:tabLst>
                <a:tab pos="1830388" algn="l"/>
                <a:tab pos="2857500" algn="ctr"/>
              </a:tabLst>
            </a:pPr>
            <a:r>
              <a:rPr lang="en-US" altLang="zh-TW" b="1">
                <a:solidFill>
                  <a:srgbClr val="3366FF"/>
                </a:solidFill>
              </a:rPr>
              <a:t>Segment-table length register (STLR)</a:t>
            </a:r>
            <a:r>
              <a:rPr lang="en-US" altLang="zh-TW">
                <a:solidFill>
                  <a:srgbClr val="3366FF"/>
                </a:solidFill>
              </a:rPr>
              <a:t> </a:t>
            </a:r>
            <a:r>
              <a:rPr lang="en-US" altLang="zh-TW"/>
              <a:t>indicates number of segments used by a program</a:t>
            </a:r>
          </a:p>
          <a:p>
            <a:pPr>
              <a:buFont typeface="Monotype Sorts" charset="2"/>
              <a:buNone/>
              <a:tabLst>
                <a:tab pos="1830388" algn="l"/>
                <a:tab pos="2857500" algn="ctr"/>
              </a:tabLst>
            </a:pPr>
            <a:r>
              <a:rPr lang="en-US" altLang="zh-TW"/>
              <a:t>                  segment number </a:t>
            </a:r>
            <a:r>
              <a:rPr lang="en-US" altLang="zh-TW" b="1" i="1">
                <a:solidFill>
                  <a:srgbClr val="FF0000"/>
                </a:solidFill>
              </a:rPr>
              <a:t>s</a:t>
            </a:r>
            <a:r>
              <a:rPr lang="en-US" altLang="zh-TW"/>
              <a:t> is legal if </a:t>
            </a:r>
            <a:r>
              <a:rPr lang="en-US" altLang="zh-TW" b="1" i="1">
                <a:solidFill>
                  <a:srgbClr val="FF0000"/>
                </a:solidFill>
              </a:rPr>
              <a:t>s</a:t>
            </a:r>
            <a:r>
              <a:rPr lang="en-US" altLang="zh-TW"/>
              <a:t> &lt; </a:t>
            </a:r>
            <a:r>
              <a:rPr lang="en-US" altLang="zh-TW" b="1">
                <a:solidFill>
                  <a:srgbClr val="FF0000"/>
                </a:solidFill>
              </a:rPr>
              <a:t>STLR</a:t>
            </a:r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474" name="Rectangle 2">
            <a:extLst>
              <a:ext uri="{FF2B5EF4-FFF2-40B4-BE49-F238E27FC236}">
                <a16:creationId xmlns:a16="http://schemas.microsoft.com/office/drawing/2014/main" id="{140D4100-EDEB-5633-F7A3-49E7E84C0F80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TW"/>
              <a:t>Segmentation Architecture (Cont.)</a:t>
            </a:r>
          </a:p>
        </p:txBody>
      </p:sp>
      <p:sp>
        <p:nvSpPr>
          <p:cNvPr id="105475" name="Rectangle 3">
            <a:extLst>
              <a:ext uri="{FF2B5EF4-FFF2-40B4-BE49-F238E27FC236}">
                <a16:creationId xmlns:a16="http://schemas.microsoft.com/office/drawing/2014/main" id="{7E18153C-A658-2225-6583-3E341B583B34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819150" y="1477963"/>
            <a:ext cx="7346950" cy="4468812"/>
          </a:xfrm>
        </p:spPr>
        <p:txBody>
          <a:bodyPr/>
          <a:lstStyle/>
          <a:p>
            <a:r>
              <a:rPr lang="en-US" altLang="zh-TW"/>
              <a:t>Protection</a:t>
            </a:r>
          </a:p>
          <a:p>
            <a:pPr lvl="1"/>
            <a:r>
              <a:rPr lang="en-US" altLang="zh-TW"/>
              <a:t>With each entry in segment table associate:</a:t>
            </a:r>
          </a:p>
          <a:p>
            <a:pPr lvl="2"/>
            <a:r>
              <a:rPr lang="en-US" altLang="zh-TW"/>
              <a:t>validation bit = 0 </a:t>
            </a:r>
            <a:r>
              <a:rPr lang="en-US" altLang="zh-TW">
                <a:sym typeface="Symbol" panose="05050102010706020507" pitchFamily="18" charset="2"/>
              </a:rPr>
              <a:t> illegal segment</a:t>
            </a:r>
          </a:p>
          <a:p>
            <a:pPr lvl="2"/>
            <a:r>
              <a:rPr lang="en-US" altLang="zh-TW">
                <a:sym typeface="Symbol" panose="05050102010706020507" pitchFamily="18" charset="2"/>
              </a:rPr>
              <a:t>read/write/execute privileges</a:t>
            </a:r>
          </a:p>
          <a:p>
            <a:r>
              <a:rPr lang="en-US" altLang="zh-TW"/>
              <a:t>Protection bits associated with segments</a:t>
            </a:r>
          </a:p>
          <a:p>
            <a:pPr lvl="1"/>
            <a:r>
              <a:rPr lang="en-US" altLang="zh-TW"/>
              <a:t>code sharing occurs at segment level</a:t>
            </a:r>
          </a:p>
          <a:p>
            <a:r>
              <a:rPr lang="en-US" altLang="zh-TW"/>
              <a:t>Since segments vary in length, memory allocation is a dynamic storage-allocation problem</a:t>
            </a:r>
          </a:p>
          <a:p>
            <a:r>
              <a:rPr lang="en-US" altLang="zh-TW"/>
              <a:t>A segmentation example is shown in the following diagram</a:t>
            </a:r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522" name="Rectangle 2">
            <a:extLst>
              <a:ext uri="{FF2B5EF4-FFF2-40B4-BE49-F238E27FC236}">
                <a16:creationId xmlns:a16="http://schemas.microsoft.com/office/drawing/2014/main" id="{387B3A82-3BEA-178F-DAE0-83C04FC6AA86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TW"/>
              <a:t>Segmentation Hardware</a:t>
            </a:r>
            <a:endParaRPr lang="en-US" altLang="zh-TW" sz="2400"/>
          </a:p>
        </p:txBody>
      </p:sp>
      <p:pic>
        <p:nvPicPr>
          <p:cNvPr id="107523" name="Picture 4">
            <a:extLst>
              <a:ext uri="{FF2B5EF4-FFF2-40B4-BE49-F238E27FC236}">
                <a16:creationId xmlns:a16="http://schemas.microsoft.com/office/drawing/2014/main" id="{382A52A7-B28D-452C-115B-B77D877A78C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36675" y="1419225"/>
            <a:ext cx="6357938" cy="4445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570" name="Rectangle 2">
            <a:extLst>
              <a:ext uri="{FF2B5EF4-FFF2-40B4-BE49-F238E27FC236}">
                <a16:creationId xmlns:a16="http://schemas.microsoft.com/office/drawing/2014/main" id="{39F828FD-6D82-B4AF-E17D-05DD71339BD1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TW"/>
              <a:t>Example of Segmentation</a:t>
            </a:r>
            <a:endParaRPr lang="en-US" altLang="zh-TW" sz="2400"/>
          </a:p>
        </p:txBody>
      </p:sp>
      <p:pic>
        <p:nvPicPr>
          <p:cNvPr id="109571" name="Picture 6">
            <a:extLst>
              <a:ext uri="{FF2B5EF4-FFF2-40B4-BE49-F238E27FC236}">
                <a16:creationId xmlns:a16="http://schemas.microsoft.com/office/drawing/2014/main" id="{6FCB3DCF-5DEA-BD0C-4BCD-029E79BCD87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41500" y="1214438"/>
            <a:ext cx="5549900" cy="4810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618" name="Rectangle 2">
            <a:extLst>
              <a:ext uri="{FF2B5EF4-FFF2-40B4-BE49-F238E27FC236}">
                <a16:creationId xmlns:a16="http://schemas.microsoft.com/office/drawing/2014/main" id="{68AA1101-FA5C-2354-F79D-914DCF44C42E}"/>
              </a:ext>
            </a:extLst>
          </p:cNvPr>
          <p:cNvSpPr>
            <a:spLocks noGrp="1" noChangeArrowheads="1"/>
          </p:cNvSpPr>
          <p:nvPr>
            <p:ph type="ctrTitle" idx="4294967295"/>
          </p:nvPr>
        </p:nvSpPr>
        <p:spPr>
          <a:xfrm>
            <a:off x="685800" y="685800"/>
            <a:ext cx="7772400" cy="2127250"/>
          </a:xfrm>
        </p:spPr>
        <p:txBody>
          <a:bodyPr/>
          <a:lstStyle/>
          <a:p>
            <a:pPr algn="r" eaLnBrk="1" hangingPunct="1"/>
            <a:r>
              <a:rPr lang="en-US" altLang="zh-TW" sz="6500" dirty="0">
                <a:ea typeface="新細明體" panose="02020500000000000000" pitchFamily="18" charset="-120"/>
              </a:rPr>
              <a:t>End of Chapter 9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s-8">
  <a:themeElements>
    <a:clrScheme name="os-8 8">
      <a:dk1>
        <a:srgbClr val="000000"/>
      </a:dk1>
      <a:lt1>
        <a:srgbClr val="FFFFFF"/>
      </a:lt1>
      <a:dk2>
        <a:srgbClr val="999900"/>
      </a:dk2>
      <a:lt2>
        <a:srgbClr val="666600"/>
      </a:lt2>
      <a:accent1>
        <a:srgbClr val="99CC00"/>
      </a:accent1>
      <a:accent2>
        <a:srgbClr val="CCCC66"/>
      </a:accent2>
      <a:accent3>
        <a:srgbClr val="FFFFFF"/>
      </a:accent3>
      <a:accent4>
        <a:srgbClr val="000000"/>
      </a:accent4>
      <a:accent5>
        <a:srgbClr val="CAE2AA"/>
      </a:accent5>
      <a:accent6>
        <a:srgbClr val="B9B95C"/>
      </a:accent6>
      <a:hlink>
        <a:srgbClr val="FFCC00"/>
      </a:hlink>
      <a:folHlink>
        <a:srgbClr val="CC9900"/>
      </a:folHlink>
    </a:clrScheme>
    <a:fontScheme name="os-8">
      <a:majorFont>
        <a:latin typeface="Arial"/>
        <a:ea typeface=""/>
        <a:cs typeface=""/>
      </a:majorFont>
      <a:minorFont>
        <a:latin typeface="Helvetic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non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1800" b="0" i="0" u="none" strike="noStrike" cap="none" normalizeH="0" baseline="0">
            <a:ln>
              <a:noFill/>
            </a:ln>
            <a:solidFill>
              <a:schemeClr val="tx1"/>
            </a:solidFill>
            <a:effectLst/>
            <a:latin typeface="Verdana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non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1800" b="0" i="0" u="none" strike="noStrike" cap="none" normalizeH="0" baseline="0">
            <a:ln>
              <a:noFill/>
            </a:ln>
            <a:solidFill>
              <a:schemeClr val="tx1"/>
            </a:solidFill>
            <a:effectLst/>
            <a:latin typeface="Verdana" charset="0"/>
          </a:defRPr>
        </a:defPPr>
      </a:lstStyle>
    </a:lnDef>
  </a:objectDefaults>
  <a:extraClrSchemeLst>
    <a:extraClrScheme>
      <a:clrScheme name="os-8 1">
        <a:dk1>
          <a:srgbClr val="006699"/>
        </a:dk1>
        <a:lt1>
          <a:srgbClr val="FFFFFF"/>
        </a:lt1>
        <a:dk2>
          <a:srgbClr val="000000"/>
        </a:dk2>
        <a:lt2>
          <a:srgbClr val="99FF99"/>
        </a:lt2>
        <a:accent1>
          <a:srgbClr val="00CC99"/>
        </a:accent1>
        <a:accent2>
          <a:srgbClr val="009999"/>
        </a:accent2>
        <a:accent3>
          <a:srgbClr val="AAAAAA"/>
        </a:accent3>
        <a:accent4>
          <a:srgbClr val="DADADA"/>
        </a:accent4>
        <a:accent5>
          <a:srgbClr val="AAE2CA"/>
        </a:accent5>
        <a:accent6>
          <a:srgbClr val="008A8A"/>
        </a:accent6>
        <a:hlink>
          <a:srgbClr val="0066FF"/>
        </a:hlink>
        <a:folHlink>
          <a:srgbClr val="989CBA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os-8 2">
        <a:dk1>
          <a:srgbClr val="808000"/>
        </a:dk1>
        <a:lt1>
          <a:srgbClr val="FFFFFF"/>
        </a:lt1>
        <a:dk2>
          <a:srgbClr val="5C271E"/>
        </a:dk2>
        <a:lt2>
          <a:srgbClr val="FFDD89"/>
        </a:lt2>
        <a:accent1>
          <a:srgbClr val="CC6600"/>
        </a:accent1>
        <a:accent2>
          <a:srgbClr val="CC9900"/>
        </a:accent2>
        <a:accent3>
          <a:srgbClr val="B5ACAB"/>
        </a:accent3>
        <a:accent4>
          <a:srgbClr val="DADADA"/>
        </a:accent4>
        <a:accent5>
          <a:srgbClr val="E2B8AA"/>
        </a:accent5>
        <a:accent6>
          <a:srgbClr val="B98A00"/>
        </a:accent6>
        <a:hlink>
          <a:srgbClr val="669900"/>
        </a:hlink>
        <a:folHlink>
          <a:srgbClr val="A3A274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os-8 3">
        <a:dk1>
          <a:srgbClr val="763B00"/>
        </a:dk1>
        <a:lt1>
          <a:srgbClr val="FFFFFF"/>
        </a:lt1>
        <a:dk2>
          <a:srgbClr val="330000"/>
        </a:dk2>
        <a:lt2>
          <a:srgbClr val="CC9900"/>
        </a:lt2>
        <a:accent1>
          <a:srgbClr val="FFCC00"/>
        </a:accent1>
        <a:accent2>
          <a:srgbClr val="CC3300"/>
        </a:accent2>
        <a:accent3>
          <a:srgbClr val="ADAAAA"/>
        </a:accent3>
        <a:accent4>
          <a:srgbClr val="DADADA"/>
        </a:accent4>
        <a:accent5>
          <a:srgbClr val="FFE2AA"/>
        </a:accent5>
        <a:accent6>
          <a:srgbClr val="B92D00"/>
        </a:accent6>
        <a:hlink>
          <a:srgbClr val="666699"/>
        </a:hlink>
        <a:folHlink>
          <a:srgbClr val="99996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os-8 4">
        <a:dk1>
          <a:srgbClr val="6D3696"/>
        </a:dk1>
        <a:lt1>
          <a:srgbClr val="FFFFFF"/>
        </a:lt1>
        <a:dk2>
          <a:srgbClr val="51255D"/>
        </a:dk2>
        <a:lt2>
          <a:srgbClr val="FFFFCC"/>
        </a:lt2>
        <a:accent1>
          <a:srgbClr val="666699"/>
        </a:accent1>
        <a:accent2>
          <a:srgbClr val="800080"/>
        </a:accent2>
        <a:accent3>
          <a:srgbClr val="B3ACB6"/>
        </a:accent3>
        <a:accent4>
          <a:srgbClr val="DADADA"/>
        </a:accent4>
        <a:accent5>
          <a:srgbClr val="B8B8CA"/>
        </a:accent5>
        <a:accent6>
          <a:srgbClr val="730073"/>
        </a:accent6>
        <a:hlink>
          <a:srgbClr val="CCCC00"/>
        </a:hlink>
        <a:folHlink>
          <a:srgbClr val="A3A274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os-8 5">
        <a:dk1>
          <a:srgbClr val="CC6600"/>
        </a:dk1>
        <a:lt1>
          <a:srgbClr val="FFFFFF"/>
        </a:lt1>
        <a:dk2>
          <a:srgbClr val="4A553B"/>
        </a:dk2>
        <a:lt2>
          <a:srgbClr val="FFBF1F"/>
        </a:lt2>
        <a:accent1>
          <a:srgbClr val="FFCC00"/>
        </a:accent1>
        <a:accent2>
          <a:srgbClr val="CC9900"/>
        </a:accent2>
        <a:accent3>
          <a:srgbClr val="B1B4AF"/>
        </a:accent3>
        <a:accent4>
          <a:srgbClr val="DADADA"/>
        </a:accent4>
        <a:accent5>
          <a:srgbClr val="FFE2AA"/>
        </a:accent5>
        <a:accent6>
          <a:srgbClr val="B98A00"/>
        </a:accent6>
        <a:hlink>
          <a:srgbClr val="669900"/>
        </a:hlink>
        <a:folHlink>
          <a:srgbClr val="A3A274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os-8 6">
        <a:dk1>
          <a:srgbClr val="000000"/>
        </a:dk1>
        <a:lt1>
          <a:srgbClr val="FFFFFF"/>
        </a:lt1>
        <a:dk2>
          <a:srgbClr val="666699"/>
        </a:dk2>
        <a:lt2>
          <a:srgbClr val="FFCC00"/>
        </a:lt2>
        <a:accent1>
          <a:srgbClr val="FF9900"/>
        </a:accent1>
        <a:accent2>
          <a:srgbClr val="FF0000"/>
        </a:accent2>
        <a:accent3>
          <a:srgbClr val="FFFFFF"/>
        </a:accent3>
        <a:accent4>
          <a:srgbClr val="000000"/>
        </a:accent4>
        <a:accent5>
          <a:srgbClr val="FFCAAA"/>
        </a:accent5>
        <a:accent6>
          <a:srgbClr val="E70000"/>
        </a:accent6>
        <a:hlink>
          <a:srgbClr val="666699"/>
        </a:hlink>
        <a:folHlink>
          <a:srgbClr val="9999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os-8 7">
        <a:dk1>
          <a:srgbClr val="000000"/>
        </a:dk1>
        <a:lt1>
          <a:srgbClr val="FFFFFF"/>
        </a:lt1>
        <a:dk2>
          <a:srgbClr val="CC3300"/>
        </a:dk2>
        <a:lt2>
          <a:srgbClr val="663300"/>
        </a:lt2>
        <a:accent1>
          <a:srgbClr val="FFCC00"/>
        </a:accent1>
        <a:accent2>
          <a:srgbClr val="CC6600"/>
        </a:accent2>
        <a:accent3>
          <a:srgbClr val="FFFFFF"/>
        </a:accent3>
        <a:accent4>
          <a:srgbClr val="000000"/>
        </a:accent4>
        <a:accent5>
          <a:srgbClr val="FFE2AA"/>
        </a:accent5>
        <a:accent6>
          <a:srgbClr val="B95C00"/>
        </a:accent6>
        <a:hlink>
          <a:srgbClr val="CC9900"/>
        </a:hlink>
        <a:folHlink>
          <a:srgbClr val="996633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os-8 8">
        <a:dk1>
          <a:srgbClr val="000000"/>
        </a:dk1>
        <a:lt1>
          <a:srgbClr val="FFFFFF"/>
        </a:lt1>
        <a:dk2>
          <a:srgbClr val="999900"/>
        </a:dk2>
        <a:lt2>
          <a:srgbClr val="666600"/>
        </a:lt2>
        <a:accent1>
          <a:srgbClr val="99CC00"/>
        </a:accent1>
        <a:accent2>
          <a:srgbClr val="CCCC66"/>
        </a:accent2>
        <a:accent3>
          <a:srgbClr val="FFFFFF"/>
        </a:accent3>
        <a:accent4>
          <a:srgbClr val="000000"/>
        </a:accent4>
        <a:accent5>
          <a:srgbClr val="CAE2AA"/>
        </a:accent5>
        <a:accent6>
          <a:srgbClr val="B9B95C"/>
        </a:accent6>
        <a:hlink>
          <a:srgbClr val="FFCC00"/>
        </a:hlink>
        <a:folHlink>
          <a:srgbClr val="CC9900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3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PHDthesis xmlns="35ac72bb-6e66-44cc-83f8-5100c656d1f7" xsi:nil="true"/>
    <lcf76f155ced4ddcb4097134ff3c332f xmlns="35ac72bb-6e66-44cc-83f8-5100c656d1f7">
      <Terms xmlns="http://schemas.microsoft.com/office/infopath/2007/PartnerControls"/>
    </lcf76f155ced4ddcb4097134ff3c332f>
    <TaxCatchAll xmlns="e5b6be36-7386-47fb-8a9a-07470a3e7672" xsi:nil="true"/>
  </documentManagement>
</p:properti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3CE4E62705B277449303F33AD34ED88C" ma:contentTypeVersion="16" ma:contentTypeDescription="Create a new document." ma:contentTypeScope="" ma:versionID="3c2012f786f1d93e3678565f3542f24e">
  <xsd:schema xmlns:xsd="http://www.w3.org/2001/XMLSchema" xmlns:xs="http://www.w3.org/2001/XMLSchema" xmlns:p="http://schemas.microsoft.com/office/2006/metadata/properties" xmlns:ns2="e5b6be36-7386-47fb-8a9a-07470a3e7672" xmlns:ns3="35ac72bb-6e66-44cc-83f8-5100c656d1f7" targetNamespace="http://schemas.microsoft.com/office/2006/metadata/properties" ma:root="true" ma:fieldsID="f06070bce95cccc7b874a44b73b53cce" ns2:_="" ns3:_="">
    <xsd:import namespace="e5b6be36-7386-47fb-8a9a-07470a3e7672"/>
    <xsd:import namespace="35ac72bb-6e66-44cc-83f8-5100c656d1f7"/>
    <xsd:element name="properties">
      <xsd:complexType>
        <xsd:sequence>
          <xsd:element name="documentManagement">
            <xsd:complexType>
              <xsd:all>
                <xsd:element ref="ns2:SharedWithUsers" minOccurs="0"/>
                <xsd:element ref="ns2:SharedWithDetails" minOccurs="0"/>
                <xsd:element ref="ns3:MediaServiceMetadata" minOccurs="0"/>
                <xsd:element ref="ns3:MediaServiceFastMetadata" minOccurs="0"/>
                <xsd:element ref="ns3:MediaServiceDateTaken" minOccurs="0"/>
                <xsd:element ref="ns3:MediaServiceOCR" minOccurs="0"/>
                <xsd:element ref="ns3:MediaServiceLocation" minOccurs="0"/>
                <xsd:element ref="ns3:MediaServiceGenerationTime" minOccurs="0"/>
                <xsd:element ref="ns3:MediaServiceEventHashCode" minOccurs="0"/>
                <xsd:element ref="ns3:MediaServiceAutoKeyPoints" minOccurs="0"/>
                <xsd:element ref="ns3:MediaServiceKeyPoints" minOccurs="0"/>
                <xsd:element ref="ns3:PHDthesis" minOccurs="0"/>
                <xsd:element ref="ns3:lcf76f155ced4ddcb4097134ff3c332f" minOccurs="0"/>
                <xsd:element ref="ns2:TaxCatchAll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e5b6be36-7386-47fb-8a9a-07470a3e7672" elementFormDefault="qualified">
    <xsd:import namespace="http://schemas.microsoft.com/office/2006/documentManagement/types"/>
    <xsd:import namespace="http://schemas.microsoft.com/office/infopath/2007/PartnerControls"/>
    <xsd:element name="SharedWithUsers" ma:index="8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9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TaxCatchAll" ma:index="22" nillable="true" ma:displayName="Taxonomy Catch All Column" ma:hidden="true" ma:list="{25bf474d-fc0a-43b6-8bbf-f621969dd635}" ma:internalName="TaxCatchAll" ma:showField="CatchAllData" ma:web="e5b6be36-7386-47fb-8a9a-07470a3e7672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35ac72bb-6e66-44cc-83f8-5100c656d1f7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10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1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DateTaken" ma:index="12" nillable="true" ma:displayName="MediaServiceDateTaken" ma:hidden="true" ma:internalName="MediaServiceDateTaken" ma:readOnly="true">
      <xsd:simpleType>
        <xsd:restriction base="dms:Text"/>
      </xsd:simpleType>
    </xsd:element>
    <xsd:element name="MediaServiceOCR" ma:index="13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Location" ma:index="14" nillable="true" ma:displayName="Location" ma:internalName="MediaServiceLocation" ma:readOnly="true">
      <xsd:simpleType>
        <xsd:restriction base="dms:Text"/>
      </xsd:simpleType>
    </xsd:element>
    <xsd:element name="MediaServiceGenerationTime" ma:index="15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6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AutoKeyPoints" ma:index="17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8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PHDthesis" ma:index="19" nillable="true" ma:displayName="PHD thesis" ma:format="Dropdown" ma:internalName="PHDthesis">
      <xsd:simpleType>
        <xsd:restriction base="dms:Text">
          <xsd:maxLength value="255"/>
        </xsd:restriction>
      </xsd:simpleType>
    </xsd:element>
    <xsd:element name="lcf76f155ced4ddcb4097134ff3c332f" ma:index="21" nillable="true" ma:taxonomy="true" ma:internalName="lcf76f155ced4ddcb4097134ff3c332f" ma:taxonomyFieldName="MediaServiceImageTags" ma:displayName="Image Tags" ma:readOnly="false" ma:fieldId="{5cf76f15-5ced-4ddc-b409-7134ff3c332f}" ma:taxonomyMulti="true" ma:sspId="41946a75-722c-4855-9c1b-5ba14d757444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E1EA02C3-847B-480B-91E9-14353CB2EEE9}">
  <ds:schemaRefs>
    <ds:schemaRef ds:uri="http://schemas.microsoft.com/office/2006/metadata/properties"/>
    <ds:schemaRef ds:uri="http://schemas.microsoft.com/office/infopath/2007/PartnerControls"/>
    <ds:schemaRef ds:uri="35ac72bb-6e66-44cc-83f8-5100c656d1f7"/>
    <ds:schemaRef ds:uri="e5b6be36-7386-47fb-8a9a-07470a3e7672"/>
  </ds:schemaRefs>
</ds:datastoreItem>
</file>

<file path=customXml/itemProps2.xml><?xml version="1.0" encoding="utf-8"?>
<ds:datastoreItem xmlns:ds="http://schemas.openxmlformats.org/officeDocument/2006/customXml" ds:itemID="{B1DCA68C-6E8E-4132-9C4B-F1C7948468C2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e5b6be36-7386-47fb-8a9a-07470a3e7672"/>
    <ds:schemaRef ds:uri="35ac72bb-6e66-44cc-83f8-5100c656d1f7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B49CB983-05EB-4825-A4E4-0AF3AAA7A54A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OS8</Template>
  <TotalTime>13003</TotalTime>
  <Words>2998</Words>
  <Application>Microsoft Office PowerPoint</Application>
  <PresentationFormat>On-screen Show (4:3)</PresentationFormat>
  <Paragraphs>412</Paragraphs>
  <Slides>56</Slides>
  <Notes>50</Notes>
  <HiddenSlides>0</HiddenSlides>
  <MMClips>0</MMClips>
  <ScaleCrop>false</ScaleCrop>
  <HeadingPairs>
    <vt:vector size="6" baseType="variant">
      <vt:variant>
        <vt:lpstr>Fonts Used</vt:lpstr>
      </vt:variant>
      <vt:variant>
        <vt:i4>11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56</vt:i4>
      </vt:variant>
    </vt:vector>
  </HeadingPairs>
  <TitlesOfParts>
    <vt:vector size="68" baseType="lpstr">
      <vt:lpstr>MS PGothic</vt:lpstr>
      <vt:lpstr>MS PGothic</vt:lpstr>
      <vt:lpstr>Arial</vt:lpstr>
      <vt:lpstr>Helvetica</vt:lpstr>
      <vt:lpstr>Monotype Sorts</vt:lpstr>
      <vt:lpstr>新細明體</vt:lpstr>
      <vt:lpstr>Symbol</vt:lpstr>
      <vt:lpstr>Times New Roman</vt:lpstr>
      <vt:lpstr>Verdana</vt:lpstr>
      <vt:lpstr>Webdings</vt:lpstr>
      <vt:lpstr>Wingdings</vt:lpstr>
      <vt:lpstr>os-8</vt:lpstr>
      <vt:lpstr>Chapter 9:  Main Memory</vt:lpstr>
      <vt:lpstr>Chapter 9:  Memory Management</vt:lpstr>
      <vt:lpstr>Objectives</vt:lpstr>
      <vt:lpstr>Background</vt:lpstr>
      <vt:lpstr>Protection</vt:lpstr>
      <vt:lpstr>Hardware Address Protection</vt:lpstr>
      <vt:lpstr>Address Binding</vt:lpstr>
      <vt:lpstr>Binding of Instructions and Data to Memory</vt:lpstr>
      <vt:lpstr>Multistep Processing of a User Program </vt:lpstr>
      <vt:lpstr>Logical vs. Physical Address Space</vt:lpstr>
      <vt:lpstr>Memory-Management Unit (MMU)</vt:lpstr>
      <vt:lpstr>Memory-Management Unit (Cont.)</vt:lpstr>
      <vt:lpstr>Memory-Management Unit (Cont.)</vt:lpstr>
      <vt:lpstr>Dynamic Loading</vt:lpstr>
      <vt:lpstr>Dynamic Linking</vt:lpstr>
      <vt:lpstr>Contiguous Allocation</vt:lpstr>
      <vt:lpstr>Contiguous Allocation (Cont.)</vt:lpstr>
      <vt:lpstr>Hardware Support for Relocation and Limit Registers</vt:lpstr>
      <vt:lpstr> Variable Partition</vt:lpstr>
      <vt:lpstr>Dynamic Storage-Allocation Problem</vt:lpstr>
      <vt:lpstr>Fragmentation</vt:lpstr>
      <vt:lpstr>Fragmentation (Cont.)</vt:lpstr>
      <vt:lpstr>Paging</vt:lpstr>
      <vt:lpstr>Address Translation Scheme</vt:lpstr>
      <vt:lpstr>Paging Hardware</vt:lpstr>
      <vt:lpstr>Paging Model of Logical and  Physical Memory</vt:lpstr>
      <vt:lpstr>Paging Example </vt:lpstr>
      <vt:lpstr>Paging -- Calculating internal fragmentation</vt:lpstr>
      <vt:lpstr>Free Frames</vt:lpstr>
      <vt:lpstr>Implementation of Page Table</vt:lpstr>
      <vt:lpstr>Translation Look-Aside Buffer </vt:lpstr>
      <vt:lpstr>Hardware</vt:lpstr>
      <vt:lpstr>Paging Hardware With TLB</vt:lpstr>
      <vt:lpstr>Effective Access Time</vt:lpstr>
      <vt:lpstr>Memory Protection</vt:lpstr>
      <vt:lpstr>Valid (v) or Invalid (i) Bit In A Page Table</vt:lpstr>
      <vt:lpstr>Shared Pages</vt:lpstr>
      <vt:lpstr>Shared Pages Example</vt:lpstr>
      <vt:lpstr>Structure of the Page Table</vt:lpstr>
      <vt:lpstr>Hierarchical Page Tables</vt:lpstr>
      <vt:lpstr>Two-Level Paging Example</vt:lpstr>
      <vt:lpstr>Address-Translation Scheme</vt:lpstr>
      <vt:lpstr>64-bit Logical Address Space</vt:lpstr>
      <vt:lpstr>Three-level Paging Scheme</vt:lpstr>
      <vt:lpstr>Hashed Page Tables</vt:lpstr>
      <vt:lpstr>Hashed Page Table</vt:lpstr>
      <vt:lpstr>Inverted Page Table</vt:lpstr>
      <vt:lpstr>Inverted Page Table Architecture</vt:lpstr>
      <vt:lpstr>8.6 Segmentation</vt:lpstr>
      <vt:lpstr>User’s View of a Program</vt:lpstr>
      <vt:lpstr>Logical View of Segmentation</vt:lpstr>
      <vt:lpstr>Segmentation Architecture </vt:lpstr>
      <vt:lpstr>Segmentation Architecture (Cont.)</vt:lpstr>
      <vt:lpstr>Segmentation Hardware</vt:lpstr>
      <vt:lpstr>Example of Segmentation</vt:lpstr>
      <vt:lpstr>End of Chapter 9</vt:lpstr>
    </vt:vector>
  </TitlesOfParts>
  <Company>Lucent Technologies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2.01</dc:title>
  <dc:creator>Lucent End User</dc:creator>
  <cp:lastModifiedBy>mo</cp:lastModifiedBy>
  <cp:revision>350</cp:revision>
  <cp:lastPrinted>2013-09-30T19:34:56Z</cp:lastPrinted>
  <dcterms:created xsi:type="dcterms:W3CDTF">2011-01-13T23:43:38Z</dcterms:created>
  <dcterms:modified xsi:type="dcterms:W3CDTF">2024-06-10T01:01:26Z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0x0101003CE4E62705B277449303F33AD34ED88C</vt:lpwstr>
  </property>
</Properties>
</file>